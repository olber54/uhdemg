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9" r:id="rId4"/>
    <p:sldId id="260" r:id="rId5"/>
    <p:sldId id="261" r:id="rId6"/>
    <p:sldId id="258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2E4A"/>
    <a:srgbClr val="F1BB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1186" autoAdjust="0"/>
  </p:normalViewPr>
  <p:slideViewPr>
    <p:cSldViewPr snapToGrid="0">
      <p:cViewPr varScale="1">
        <p:scale>
          <a:sx n="87" d="100"/>
          <a:sy n="87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2" d="100"/>
          <a:sy n="72" d="100"/>
        </p:scale>
        <p:origin x="3010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ier Bergeron" userId="25eb1b54-485f-4e43-901d-d18d08f0214c" providerId="ADAL" clId="{29DD34B8-463E-481B-8BB8-7C2F32D58337}"/>
    <pc:docChg chg="custSel delSld modSld modMainMaster">
      <pc:chgData name="Olivier Bergeron" userId="25eb1b54-485f-4e43-901d-d18d08f0214c" providerId="ADAL" clId="{29DD34B8-463E-481B-8BB8-7C2F32D58337}" dt="2026-04-16T17:32:26.077" v="12" actId="1076"/>
      <pc:docMkLst>
        <pc:docMk/>
      </pc:docMkLst>
      <pc:sldChg chg="modSp mod">
        <pc:chgData name="Olivier Bergeron" userId="25eb1b54-485f-4e43-901d-d18d08f0214c" providerId="ADAL" clId="{29DD34B8-463E-481B-8BB8-7C2F32D58337}" dt="2026-04-16T17:29:40.031" v="3" actId="6549"/>
        <pc:sldMkLst>
          <pc:docMk/>
          <pc:sldMk cId="447853837" sldId="256"/>
        </pc:sldMkLst>
        <pc:spChg chg="mod">
          <ac:chgData name="Olivier Bergeron" userId="25eb1b54-485f-4e43-901d-d18d08f0214c" providerId="ADAL" clId="{29DD34B8-463E-481B-8BB8-7C2F32D58337}" dt="2026-04-16T17:29:35.731" v="1" actId="27636"/>
          <ac:spMkLst>
            <pc:docMk/>
            <pc:sldMk cId="447853837" sldId="256"/>
            <ac:spMk id="2" creationId="{83B78DA0-819E-AB54-1E7C-6E0A421AA59C}"/>
          </ac:spMkLst>
        </pc:spChg>
        <pc:spChg chg="mod">
          <ac:chgData name="Olivier Bergeron" userId="25eb1b54-485f-4e43-901d-d18d08f0214c" providerId="ADAL" clId="{29DD34B8-463E-481B-8BB8-7C2F32D58337}" dt="2026-04-16T17:29:40.031" v="3" actId="6549"/>
          <ac:spMkLst>
            <pc:docMk/>
            <pc:sldMk cId="447853837" sldId="256"/>
            <ac:spMk id="3" creationId="{3EEFD950-FE96-2C25-4CDC-D891EFCFA396}"/>
          </ac:spMkLst>
        </pc:spChg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3612108584" sldId="257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3213489921" sldId="259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4105355570" sldId="260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553707207" sldId="261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2289749281" sldId="262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1433037100" sldId="263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229031451" sldId="264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3552645921" sldId="265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2493832792" sldId="266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2346213594" sldId="267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3862902781" sldId="268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1094204643" sldId="269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3496985650" sldId="270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1872253553" sldId="271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927916896" sldId="274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1453098625" sldId="275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3874482623" sldId="276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3912533483" sldId="277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3155517981" sldId="279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4049063990" sldId="281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1446607069" sldId="282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2692056962" sldId="284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1521100744" sldId="286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1653292070" sldId="287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2517091445" sldId="288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2552797284" sldId="289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1842106632" sldId="290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4108068451" sldId="291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2630856798" sldId="292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129138715" sldId="293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1540839863" sldId="294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2601753530" sldId="295"/>
        </pc:sldMkLst>
      </pc:sldChg>
      <pc:sldMasterChg chg="modSldLayout">
        <pc:chgData name="Olivier Bergeron" userId="25eb1b54-485f-4e43-901d-d18d08f0214c" providerId="ADAL" clId="{29DD34B8-463E-481B-8BB8-7C2F32D58337}" dt="2026-04-16T17:32:26.077" v="12" actId="1076"/>
        <pc:sldMasterMkLst>
          <pc:docMk/>
          <pc:sldMasterMk cId="761851921" sldId="2147483695"/>
        </pc:sldMasterMkLst>
        <pc:sldLayoutChg chg="modSp mod">
          <pc:chgData name="Olivier Bergeron" userId="25eb1b54-485f-4e43-901d-d18d08f0214c" providerId="ADAL" clId="{29DD34B8-463E-481B-8BB8-7C2F32D58337}" dt="2026-04-16T17:32:26.077" v="12" actId="1076"/>
          <pc:sldLayoutMkLst>
            <pc:docMk/>
            <pc:sldMasterMk cId="761851921" sldId="2147483695"/>
            <pc:sldLayoutMk cId="340446381" sldId="2147483702"/>
          </pc:sldLayoutMkLst>
          <pc:spChg chg="mod">
            <ac:chgData name="Olivier Bergeron" userId="25eb1b54-485f-4e43-901d-d18d08f0214c" providerId="ADAL" clId="{29DD34B8-463E-481B-8BB8-7C2F32D58337}" dt="2026-04-16T17:32:26.077" v="12" actId="1076"/>
            <ac:spMkLst>
              <pc:docMk/>
              <pc:sldMasterMk cId="761851921" sldId="2147483695"/>
              <pc:sldLayoutMk cId="340446381" sldId="2147483702"/>
              <ac:spMk id="6" creationId="{7DF740FA-5F11-150D-EDEE-3508AC2C583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928BFA5-E1F9-A514-0FA3-E163CF57BE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DF8AB8-DE20-2994-D5EB-1B2F83E81E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62C08-F31F-417E-9DA2-FB0A727E2763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B96DF5-3CFF-DFE4-CDCA-7568D5EE99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68DA0-8184-965C-17A5-6C0DD4CB40E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185C08-6D5C-49F4-9A24-317952984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9823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58027B-B5CA-43FE-83BF-6327550A03F7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3C02A-94A9-4E52-835F-B6DB969C9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276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E065A-5675-FC91-3F31-AAD14B5B8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1122363"/>
            <a:ext cx="7086600" cy="297518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0FD5DB-1B71-6B4E-C597-6E58C76C4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1398" y="4261450"/>
            <a:ext cx="7086601" cy="63835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228D7F17-E7CA-D342-ADB0-716D14ABF95E}"/>
              </a:ext>
            </a:extLst>
          </p:cNvPr>
          <p:cNvSpPr/>
          <p:nvPr userDrawn="1"/>
        </p:nvSpPr>
        <p:spPr>
          <a:xfrm rot="13500000">
            <a:off x="-2256760" y="1067661"/>
            <a:ext cx="4495933" cy="4495933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0" name="Google Shape;102;p1">
            <a:extLst>
              <a:ext uri="{FF2B5EF4-FFF2-40B4-BE49-F238E27FC236}">
                <a16:creationId xmlns:a16="http://schemas.microsoft.com/office/drawing/2014/main" id="{7736259A-2155-3A05-E879-8E5D8769598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01;p1">
            <a:extLst>
              <a:ext uri="{FF2B5EF4-FFF2-40B4-BE49-F238E27FC236}">
                <a16:creationId xmlns:a16="http://schemas.microsoft.com/office/drawing/2014/main" id="{14E29151-F5AC-D6F0-5348-2DDDDEE15171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7723FEE-7BEA-EA6E-D5EC-F81D7D5A1E24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2011481-34B9-F126-1BA7-0476936B3687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2635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imp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8265-D6DC-BF6D-85FA-E42E03077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479" y="1825625"/>
            <a:ext cx="9256144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5ACFC950-D753-DFB9-9779-ECAC1683F41F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0C92444-EC3B-3CE5-6871-D8969E2A06F7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4FDB794-04A0-CC33-A618-F40C2D4A7192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C6F84729-8C7B-256A-74AA-272229A8701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01;p1">
            <a:extLst>
              <a:ext uri="{FF2B5EF4-FFF2-40B4-BE49-F238E27FC236}">
                <a16:creationId xmlns:a16="http://schemas.microsoft.com/office/drawing/2014/main" id="{C4A09761-B03F-554A-348A-463573F24C33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935A5-A0D5-F2C9-C2C5-CDF31FC052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017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2BD2FEA-4227-0367-3F81-6F16D3F2A15E}"/>
              </a:ext>
            </a:extLst>
          </p:cNvPr>
          <p:cNvSpPr>
            <a:spLocks noGrp="1"/>
          </p:cNvSpPr>
          <p:nvPr>
            <p:ph type="clipArt" sz="quarter" idx="10"/>
          </p:nvPr>
        </p:nvSpPr>
        <p:spPr>
          <a:xfrm>
            <a:off x="1397479" y="1915065"/>
            <a:ext cx="9256144" cy="3915824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DC68526F-3176-767D-0C3F-589AA2C268B6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630476C-19AD-149E-AE8D-FF5A90C650B7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B604135-A875-835C-5E0B-64FF791CAC0B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4" name="Google Shape;102;p1">
            <a:extLst>
              <a:ext uri="{FF2B5EF4-FFF2-40B4-BE49-F238E27FC236}">
                <a16:creationId xmlns:a16="http://schemas.microsoft.com/office/drawing/2014/main" id="{983F88DD-28C9-3900-4B71-A8132135C9D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01;p1">
            <a:extLst>
              <a:ext uri="{FF2B5EF4-FFF2-40B4-BE49-F238E27FC236}">
                <a16:creationId xmlns:a16="http://schemas.microsoft.com/office/drawing/2014/main" id="{6486F39D-62A5-D23A-B340-FCEF768AB5FC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0EB6439-0330-F6FA-A92A-852E017E35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477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8265-D6DC-BF6D-85FA-E42E03077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479" y="1825625"/>
            <a:ext cx="439947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C52A4DD-2602-4C1C-4E3E-F02623B24A5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49860" y="1825625"/>
            <a:ext cx="4703763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247D5D0E-4D44-71C0-9400-8932F2943CBC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2FC7620-FB18-019D-B041-286087248A4F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C5A3ED5-2D1D-E90E-819C-BE5119DA2180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9" name="Google Shape;102;p1">
            <a:extLst>
              <a:ext uri="{FF2B5EF4-FFF2-40B4-BE49-F238E27FC236}">
                <a16:creationId xmlns:a16="http://schemas.microsoft.com/office/drawing/2014/main" id="{AD986B78-4053-997D-B7A3-7EB96B0ACD8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01;p1">
            <a:extLst>
              <a:ext uri="{FF2B5EF4-FFF2-40B4-BE49-F238E27FC236}">
                <a16:creationId xmlns:a16="http://schemas.microsoft.com/office/drawing/2014/main" id="{F5AF544C-F08B-CEC0-A5E3-62DBFDC6226C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C62A165-EF7E-BC34-05B2-D9C5F885A5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761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8265-D6DC-BF6D-85FA-E42E03077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479" y="1825625"/>
            <a:ext cx="4399472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247D5D0E-4D44-71C0-9400-8932F2943CBC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2FC7620-FB18-019D-B041-286087248A4F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C5A3ED5-2D1D-E90E-819C-BE5119DA2180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9" name="Google Shape;102;p1">
            <a:extLst>
              <a:ext uri="{FF2B5EF4-FFF2-40B4-BE49-F238E27FC236}">
                <a16:creationId xmlns:a16="http://schemas.microsoft.com/office/drawing/2014/main" id="{AD986B78-4053-997D-B7A3-7EB96B0ACD8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01;p1">
            <a:extLst>
              <a:ext uri="{FF2B5EF4-FFF2-40B4-BE49-F238E27FC236}">
                <a16:creationId xmlns:a16="http://schemas.microsoft.com/office/drawing/2014/main" id="{F5AF544C-F08B-CEC0-A5E3-62DBFDC6226C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DF740FA-5F11-150D-EDEE-3508AC2C583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46510" y="1825625"/>
            <a:ext cx="4407113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18AF2DC-85AC-CDC8-148D-0790E8322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446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056CCD09-8C97-80F4-3A87-B748C2C53E43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D575C9-2B3D-0A7C-1E6A-F930BC8B3D68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40511BE-0747-29E6-ACE5-CB4A28D146D6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2" name="Google Shape;102;p1">
            <a:extLst>
              <a:ext uri="{FF2B5EF4-FFF2-40B4-BE49-F238E27FC236}">
                <a16:creationId xmlns:a16="http://schemas.microsoft.com/office/drawing/2014/main" id="{0BB4A561-3E81-67FA-0556-A0C00AFF606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01;p1">
            <a:extLst>
              <a:ext uri="{FF2B5EF4-FFF2-40B4-BE49-F238E27FC236}">
                <a16:creationId xmlns:a16="http://schemas.microsoft.com/office/drawing/2014/main" id="{67AF2E16-3B87-74F4-56AD-A3900BC733FB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BAF17C0-5FA7-2F33-8298-CA149EFA97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48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ght Triangle 5">
            <a:extLst>
              <a:ext uri="{FF2B5EF4-FFF2-40B4-BE49-F238E27FC236}">
                <a16:creationId xmlns:a16="http://schemas.microsoft.com/office/drawing/2014/main" id="{87B7ED9D-ADC4-9DE6-902B-C33C0CD5244A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90D1A08-3C4E-621B-9834-396DEFDEFA71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E1D6C17-0689-F85E-5E97-AC72F7789216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2" name="Google Shape;102;p1">
            <a:extLst>
              <a:ext uri="{FF2B5EF4-FFF2-40B4-BE49-F238E27FC236}">
                <a16:creationId xmlns:a16="http://schemas.microsoft.com/office/drawing/2014/main" id="{E9841F40-2EEF-5061-BEFF-DD39CD26149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01;p1">
            <a:extLst>
              <a:ext uri="{FF2B5EF4-FFF2-40B4-BE49-F238E27FC236}">
                <a16:creationId xmlns:a16="http://schemas.microsoft.com/office/drawing/2014/main" id="{FAD21B16-1D07-A325-1339-9E91223DDD1D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A1B4779-5B8A-6D8E-3A62-249106589D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885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17B0A9-3C94-3B32-9486-075DA69C0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2A749-D7E4-884C-A159-BC8ECE477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49EC9-0BEC-D76D-DB70-0F08AE69A3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58180-9FEA-000D-6CCA-C5E2ADD9B5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66671-0617-A66C-4498-98ED656BE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E7A7E6-4794-48E8-A5E1-2E8F8499B3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185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701" r:id="rId3"/>
    <p:sldLayoutId id="2147483698" r:id="rId4"/>
    <p:sldLayoutId id="2147483702" r:id="rId5"/>
    <p:sldLayoutId id="2147483700" r:id="rId6"/>
    <p:sldLayoutId id="2147483699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78DA0-819E-AB54-1E7C-6E0A421AA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1122363"/>
            <a:ext cx="7452360" cy="2975184"/>
          </a:xfrm>
        </p:spPr>
        <p:txBody>
          <a:bodyPr>
            <a:normAutofit/>
          </a:bodyPr>
          <a:lstStyle/>
          <a:p>
            <a:r>
              <a:rPr lang="en-US" noProof="0" dirty="0"/>
              <a:t>PCB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EFD950-FE96-2C25-4CDC-D891EFCFA3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1398" y="4261449"/>
            <a:ext cx="7452360" cy="1206289"/>
          </a:xfrm>
        </p:spPr>
        <p:txBody>
          <a:bodyPr>
            <a:normAutofit/>
          </a:bodyPr>
          <a:lstStyle/>
          <a:p>
            <a:r>
              <a:rPr lang="en-US" noProof="0" dirty="0"/>
              <a:t>Olivier Bergeron</a:t>
            </a:r>
          </a:p>
          <a:p>
            <a:r>
              <a:rPr lang="en-US" dirty="0"/>
              <a:t>2026/09/21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47853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A8ACC4-308E-174D-1485-F994B472C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2</a:t>
            </a:fld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C7867C-C8AD-50A7-EFDD-AAA72B1589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81" y="618733"/>
            <a:ext cx="11736438" cy="562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960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1845F60-CCEB-8323-6C6F-578D94D09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Electrode Parameters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3D25BC-33C8-754B-AFFC-779843321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Electrode</a:t>
            </a:r>
          </a:p>
          <a:p>
            <a:pPr lvl="1"/>
            <a:r>
              <a:rPr lang="en-US" dirty="0"/>
              <a:t>2.5 mm diameter</a:t>
            </a:r>
          </a:p>
          <a:p>
            <a:pPr lvl="1"/>
            <a:r>
              <a:rPr lang="en-US" dirty="0"/>
              <a:t>5 mm IED</a:t>
            </a:r>
          </a:p>
          <a:p>
            <a:pPr lvl="1"/>
            <a:r>
              <a:rPr lang="en-US" dirty="0"/>
              <a:t>23 microneedle/electrode</a:t>
            </a:r>
          </a:p>
          <a:p>
            <a:pPr lvl="2"/>
            <a:r>
              <a:rPr lang="en-US" dirty="0"/>
              <a:t>50 µm diameter</a:t>
            </a:r>
          </a:p>
          <a:p>
            <a:pPr lvl="2"/>
            <a:r>
              <a:rPr lang="en-US" dirty="0"/>
              <a:t>400 µm long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AF40EE-02F2-1D35-5815-7ABEB2B449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3</a:t>
            </a:fld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0C91BF3-A164-CC80-02D4-6849542BE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5051" y="1825625"/>
            <a:ext cx="3829653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358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C915C-7D2C-6832-CAC6-528AC9C7A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Electrode Grid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66EAA-9E60-DF4B-C0C1-B95922F1F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Grid size</a:t>
            </a:r>
          </a:p>
          <a:p>
            <a:pPr lvl="1"/>
            <a:r>
              <a:rPr lang="en-US" dirty="0"/>
              <a:t>8 x 4</a:t>
            </a:r>
          </a:p>
          <a:p>
            <a:pPr lvl="1"/>
            <a:endParaRPr lang="en-US" dirty="0"/>
          </a:p>
          <a:p>
            <a:r>
              <a:rPr lang="en-US" dirty="0"/>
              <a:t>For 1 patch</a:t>
            </a:r>
          </a:p>
          <a:p>
            <a:pPr lvl="1"/>
            <a:r>
              <a:rPr lang="en-US" dirty="0"/>
              <a:t>32 electrodes</a:t>
            </a:r>
          </a:p>
          <a:p>
            <a:pPr lvl="1"/>
            <a:r>
              <a:rPr lang="en-US" dirty="0"/>
              <a:t>Up to 16 patches (512)</a:t>
            </a:r>
          </a:p>
          <a:p>
            <a:endParaRPr lang="en-US" dirty="0"/>
          </a:p>
          <a:p>
            <a:r>
              <a:rPr lang="en-US" dirty="0"/>
              <a:t>Reference electrode</a:t>
            </a:r>
          </a:p>
          <a:p>
            <a:pPr lvl="1"/>
            <a:r>
              <a:rPr lang="en-US" dirty="0"/>
              <a:t>External Ag/AgCl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C6CD3E-AD13-DE97-D355-08B70D36AA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4</a:t>
            </a:fld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89C148-FBBB-8AD9-7F39-E3983788B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213" y="109415"/>
            <a:ext cx="3360800" cy="662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697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39BA05-3938-1C4E-C88E-F473EE1B55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5</a:t>
            </a:fld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7F2295-E84F-2C25-8752-D94FB4AF8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7060" y="2423690"/>
            <a:ext cx="6447079" cy="26062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0EA59F3-2215-247F-CF67-A94F1411F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84" y="2125867"/>
            <a:ext cx="4536043" cy="3201913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BB16F0B6-08C2-67E3-3BEA-84ECB588A35A}"/>
              </a:ext>
            </a:extLst>
          </p:cNvPr>
          <p:cNvGrpSpPr/>
          <p:nvPr/>
        </p:nvGrpSpPr>
        <p:grpSpPr>
          <a:xfrm>
            <a:off x="6160655" y="1206495"/>
            <a:ext cx="5042488" cy="437578"/>
            <a:chOff x="6160655" y="1206495"/>
            <a:chExt cx="5042488" cy="437578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31E2B91-8A15-2D91-D483-7B9123E4F142}"/>
                </a:ext>
              </a:extLst>
            </p:cNvPr>
            <p:cNvCxnSpPr/>
            <p:nvPr/>
          </p:nvCxnSpPr>
          <p:spPr>
            <a:xfrm flipH="1">
              <a:off x="6160655" y="1644073"/>
              <a:ext cx="1126836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0B82CE6-7708-1904-528F-BC77F2DDDDE4}"/>
                </a:ext>
              </a:extLst>
            </p:cNvPr>
            <p:cNvCxnSpPr>
              <a:cxnSpLocks/>
            </p:cNvCxnSpPr>
            <p:nvPr/>
          </p:nvCxnSpPr>
          <p:spPr>
            <a:xfrm>
              <a:off x="9669907" y="1644073"/>
              <a:ext cx="1162934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673022C-D8FB-3EE9-4E44-3D80859ABBAD}"/>
                </a:ext>
              </a:extLst>
            </p:cNvPr>
            <p:cNvSpPr txBox="1"/>
            <p:nvPr/>
          </p:nvSpPr>
          <p:spPr>
            <a:xfrm>
              <a:off x="6431902" y="1206495"/>
              <a:ext cx="15332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Hand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89F33B0-404B-5B0C-C6BF-5F21079E16FD}"/>
                </a:ext>
              </a:extLst>
            </p:cNvPr>
            <p:cNvSpPr txBox="1"/>
            <p:nvPr/>
          </p:nvSpPr>
          <p:spPr>
            <a:xfrm>
              <a:off x="9669907" y="1206495"/>
              <a:ext cx="15332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Elbow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76285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433CDE-093E-7A93-1B10-64AB7B9FE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6</a:t>
            </a:fld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B94983-5C5E-3399-2D47-5A6A66EF0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783" y="943475"/>
            <a:ext cx="5605671" cy="45434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A6BD54-ACCF-2737-B20B-AD41F3D3D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47" y="1258919"/>
            <a:ext cx="5310071" cy="422801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6871A96-3D75-5074-E109-20177CF5EEF4}"/>
              </a:ext>
            </a:extLst>
          </p:cNvPr>
          <p:cNvSpPr/>
          <p:nvPr/>
        </p:nvSpPr>
        <p:spPr>
          <a:xfrm>
            <a:off x="3694545" y="1258919"/>
            <a:ext cx="914400" cy="46828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9769DDA-7D04-7423-1EE0-2ACE02F17919}"/>
              </a:ext>
            </a:extLst>
          </p:cNvPr>
          <p:cNvGrpSpPr/>
          <p:nvPr/>
        </p:nvGrpSpPr>
        <p:grpSpPr>
          <a:xfrm>
            <a:off x="6311312" y="289980"/>
            <a:ext cx="5042488" cy="437578"/>
            <a:chOff x="6160655" y="1206495"/>
            <a:chExt cx="5042488" cy="437578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CD147EFE-4C3F-6FB1-35F4-32462EDF4888}"/>
                </a:ext>
              </a:extLst>
            </p:cNvPr>
            <p:cNvCxnSpPr/>
            <p:nvPr/>
          </p:nvCxnSpPr>
          <p:spPr>
            <a:xfrm flipH="1">
              <a:off x="6160655" y="1644073"/>
              <a:ext cx="1126836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45D0E6C-318C-2CC7-0F99-AEFE7CC0F026}"/>
                </a:ext>
              </a:extLst>
            </p:cNvPr>
            <p:cNvCxnSpPr>
              <a:cxnSpLocks/>
            </p:cNvCxnSpPr>
            <p:nvPr/>
          </p:nvCxnSpPr>
          <p:spPr>
            <a:xfrm>
              <a:off x="9669907" y="1644073"/>
              <a:ext cx="1162934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CBDBA77-B30E-DDDC-23ED-01E1028AE5F0}"/>
                </a:ext>
              </a:extLst>
            </p:cNvPr>
            <p:cNvSpPr txBox="1"/>
            <p:nvPr/>
          </p:nvSpPr>
          <p:spPr>
            <a:xfrm>
              <a:off x="6431902" y="1206495"/>
              <a:ext cx="15332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Hand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52217C4-613D-B152-8AAE-243EEC34A2C5}"/>
                </a:ext>
              </a:extLst>
            </p:cNvPr>
            <p:cNvSpPr txBox="1"/>
            <p:nvPr/>
          </p:nvSpPr>
          <p:spPr>
            <a:xfrm>
              <a:off x="9669907" y="1206495"/>
              <a:ext cx="15332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Elbow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4985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6419EDA-5D75-FBEB-BDCA-1AAF8D491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INTAN to FPGA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0B42C3-EA8E-E261-E0C3-D16DBB0AB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479" y="1825625"/>
            <a:ext cx="5012652" cy="4351338"/>
          </a:xfrm>
        </p:spPr>
        <p:txBody>
          <a:bodyPr/>
          <a:lstStyle/>
          <a:p>
            <a:r>
              <a:rPr lang="en-US" dirty="0"/>
              <a:t>For each RHD2132_64CH</a:t>
            </a:r>
          </a:p>
          <a:p>
            <a:pPr lvl="1"/>
            <a:r>
              <a:rPr lang="en-US" dirty="0"/>
              <a:t>1 USB cable to FPGA board</a:t>
            </a:r>
          </a:p>
          <a:p>
            <a:pPr lvl="1"/>
            <a:r>
              <a:rPr lang="en-US" dirty="0"/>
              <a:t>2x RHD2132 per board</a:t>
            </a:r>
          </a:p>
          <a:p>
            <a:pPr lvl="1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1E07A6-AF5A-50AA-65F8-C011F463D9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7</a:t>
            </a:fld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C5979A-2A92-1C5D-357D-D1F810F27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340" y="365125"/>
            <a:ext cx="5087256" cy="2066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95B8DB3-58C5-9D60-4C18-0970ED86F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2511" y="2762907"/>
            <a:ext cx="4320914" cy="341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57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B03C1-C2DF-73C2-DEDA-AA0AC085C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INTAN to FPGA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B3491-075D-3DB5-B5B6-58CA6CD16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5 signals to transport</a:t>
            </a:r>
          </a:p>
          <a:p>
            <a:pPr lvl="1"/>
            <a:r>
              <a:rPr lang="en-US" dirty="0"/>
              <a:t>Can’t use the cable with redundancy</a:t>
            </a:r>
          </a:p>
          <a:p>
            <a:pPr lvl="1"/>
            <a:r>
              <a:rPr lang="en-US" dirty="0"/>
              <a:t>Need to check polarity</a:t>
            </a:r>
          </a:p>
          <a:p>
            <a:pPr lvl="1"/>
            <a:endParaRPr lang="en-US" dirty="0"/>
          </a:p>
          <a:p>
            <a:r>
              <a:rPr lang="en-US" dirty="0"/>
              <a:t>Enable drivers with right polarity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F5C065-E408-90A7-B329-175BC936F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8</a:t>
            </a:fld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6BC924-D7E5-D008-79A4-DF258384A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539417"/>
            <a:ext cx="5780076" cy="2746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806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71E36-C45D-5A93-915F-497A9C5E6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FBED5-6FF0-BC8A-BCF1-137F878BD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INTAN to FPGA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721C6B8-7DF2-439F-EEB4-285A69AB7B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FPGA Side</a:t>
                </a:r>
              </a:p>
              <a:p>
                <a:pPr lvl="1"/>
                <a:r>
                  <a:rPr lang="en-US" dirty="0"/>
                  <a:t>SBU 1: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EN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SBU 2: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EN</m:t>
                        </m:r>
                      </m:e>
                    </m:acc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RHD2132 Side</a:t>
                </a:r>
              </a:p>
              <a:p>
                <a:pPr lvl="1"/>
                <a:r>
                  <a:rPr lang="en-US" dirty="0"/>
                  <a:t>SBU 1: 3V3</a:t>
                </a:r>
              </a:p>
              <a:p>
                <a:pPr lvl="1"/>
                <a:r>
                  <a:rPr lang="en-US" dirty="0"/>
                  <a:t>SBU 2: 0V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721C6B8-7DF2-439F-EEB4-285A69AB7B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49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731B1B-FD3D-8914-8C86-32993C0D9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9</a:t>
            </a:fld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C66490-26B9-9FDF-FBE2-4A9004159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4368" y="1932927"/>
            <a:ext cx="4892464" cy="397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465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62700-12F7-D2E2-282E-7C4EE173C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FPGA Daughter Board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E7ACC-3361-C879-E8EC-BADA213E6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USB connectors</a:t>
            </a:r>
          </a:p>
          <a:p>
            <a:pPr lvl="1"/>
            <a:r>
              <a:rPr lang="en-US" dirty="0"/>
              <a:t>Connect with RHD2132</a:t>
            </a:r>
          </a:p>
          <a:p>
            <a:endParaRPr lang="en-US" dirty="0"/>
          </a:p>
          <a:p>
            <a:r>
              <a:rPr lang="en-US" dirty="0"/>
              <a:t>LVDS Drivers/Receivers</a:t>
            </a:r>
          </a:p>
          <a:p>
            <a:pPr lvl="1"/>
            <a:r>
              <a:rPr lang="en-US" dirty="0"/>
              <a:t>FPGA: Single Ended</a:t>
            </a:r>
          </a:p>
          <a:p>
            <a:pPr lvl="1"/>
            <a:r>
              <a:rPr lang="en-US" dirty="0"/>
              <a:t>RHD2132: LVDS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127E2-5685-3B21-8429-F62F635292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10</a:t>
            </a:fld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871DB8-E54F-1169-0844-4BB7093F7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5051" y="1455618"/>
            <a:ext cx="4778154" cy="5037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425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1967B-389D-3281-031A-D477F34FD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Electrode Breakout 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6968D-EECF-EC58-65E3-B8AE54A6E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individual testing of electrode patches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200DBF-D298-3762-95E7-D7C1F2E12F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11</a:t>
            </a:fld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A0668C-321A-571C-7672-6C154791F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156" y="1825625"/>
            <a:ext cx="4648603" cy="409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475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6AE7E-ECC0-DCDB-DA59-6BD6B824A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Stackups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63D638-C7D6-E45D-874C-6C32EE9C2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FPGA_DB</a:t>
            </a:r>
          </a:p>
          <a:p>
            <a:pPr lvl="1"/>
            <a:r>
              <a:rPr lang="en-US" dirty="0"/>
              <a:t>Standard 4 layers PCB</a:t>
            </a:r>
          </a:p>
          <a:p>
            <a:pPr lvl="1"/>
            <a:r>
              <a:rPr lang="en-US" dirty="0"/>
              <a:t>100 Ohms impedance (LVDS)</a:t>
            </a:r>
          </a:p>
          <a:p>
            <a:pPr lvl="1"/>
            <a:endParaRPr lang="en-US" dirty="0"/>
          </a:p>
          <a:p>
            <a:r>
              <a:rPr lang="en-US" dirty="0"/>
              <a:t>Electrode Breakout</a:t>
            </a:r>
          </a:p>
          <a:p>
            <a:pPr lvl="1"/>
            <a:r>
              <a:rPr lang="en-US" dirty="0"/>
              <a:t>Standard 4 layers PCB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65E900F-91EF-E5CE-7E1D-FCC362BBEDDF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RHD2132_64CH</a:t>
            </a:r>
          </a:p>
          <a:p>
            <a:pPr lvl="1"/>
            <a:r>
              <a:rPr lang="en-US" dirty="0"/>
              <a:t>6 layers PCB</a:t>
            </a:r>
          </a:p>
          <a:p>
            <a:pPr lvl="1"/>
            <a:r>
              <a:rPr lang="en-US" dirty="0"/>
              <a:t>100 Ohms impedance (LVDS)</a:t>
            </a:r>
          </a:p>
          <a:p>
            <a:pPr lvl="1"/>
            <a:endParaRPr lang="en-US" dirty="0"/>
          </a:p>
          <a:p>
            <a:r>
              <a:rPr lang="en-US" dirty="0"/>
              <a:t>Electrode Patches</a:t>
            </a:r>
          </a:p>
          <a:p>
            <a:pPr lvl="1"/>
            <a:r>
              <a:rPr lang="en-US" dirty="0"/>
              <a:t>2 layers FPC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D9736D-EE4B-247B-65B6-A914E9620A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12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9950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191</Words>
  <Application>Microsoft Office PowerPoint</Application>
  <PresentationFormat>Widescreen</PresentationFormat>
  <Paragraphs>75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Cambria Math</vt:lpstr>
      <vt:lpstr>Office Theme</vt:lpstr>
      <vt:lpstr>PCB Review</vt:lpstr>
      <vt:lpstr>PowerPoint Presentation</vt:lpstr>
      <vt:lpstr>Electrode Parameters</vt:lpstr>
      <vt:lpstr>Electrode Grid</vt:lpstr>
      <vt:lpstr>PowerPoint Presentation</vt:lpstr>
      <vt:lpstr>PowerPoint Presentation</vt:lpstr>
      <vt:lpstr>From INTAN to FPGA</vt:lpstr>
      <vt:lpstr>From INTAN to FPGA</vt:lpstr>
      <vt:lpstr>From INTAN to FPGA</vt:lpstr>
      <vt:lpstr>FPGA Daughter Board </vt:lpstr>
      <vt:lpstr>Electrode Breakout Board</vt:lpstr>
      <vt:lpstr>Stackups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Olivier Bergeron</dc:creator>
  <cp:lastModifiedBy>Olivier Bergeron</cp:lastModifiedBy>
  <cp:revision>9</cp:revision>
  <dcterms:created xsi:type="dcterms:W3CDTF">2026-04-09T21:18:57Z</dcterms:created>
  <dcterms:modified xsi:type="dcterms:W3CDTF">2026-09-21T19:24:28Z</dcterms:modified>
</cp:coreProperties>
</file>