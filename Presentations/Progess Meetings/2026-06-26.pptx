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F823C-1A4E-4A24-AE0A-2FC61B08DAC6}" v="16" dt="2026-06-26T14:24:58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6554" autoAdjust="0"/>
  </p:normalViewPr>
  <p:slideViewPr>
    <p:cSldViewPr snapToGrid="0">
      <p:cViewPr>
        <p:scale>
          <a:sx n="100" d="100"/>
          <a:sy n="100" d="100"/>
        </p:scale>
        <p:origin x="1002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custSel addSld modSld">
      <pc:chgData name="Olivier Bergeron" userId="25eb1b54-485f-4e43-901d-d18d08f0214c" providerId="ADAL" clId="{1C8F5D2F-0B18-4284-BE65-D934514D84A1}" dt="2026-06-26T14:25:26.823" v="1031" actId="20577"/>
      <pc:docMkLst>
        <pc:docMk/>
      </pc:docMkLst>
      <pc:sldChg chg="modSp mod">
        <pc:chgData name="Olivier Bergeron" userId="25eb1b54-485f-4e43-901d-d18d08f0214c" providerId="ADAL" clId="{1C8F5D2F-0B18-4284-BE65-D934514D84A1}" dt="2026-06-26T13:52:13.092" v="21" actId="20577"/>
        <pc:sldMkLst>
          <pc:docMk/>
          <pc:sldMk cId="447853837" sldId="256"/>
        </pc:sldMkLst>
        <pc:spChg chg="mod">
          <ac:chgData name="Olivier Bergeron" userId="25eb1b54-485f-4e43-901d-d18d08f0214c" providerId="ADAL" clId="{1C8F5D2F-0B18-4284-BE65-D934514D84A1}" dt="2026-06-26T13:52:06.615" v="7" actId="20577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1C8F5D2F-0B18-4284-BE65-D934514D84A1}" dt="2026-06-26T13:52:13.092" v="21" actId="20577"/>
          <ac:spMkLst>
            <pc:docMk/>
            <pc:sldMk cId="447853837" sldId="256"/>
            <ac:spMk id="3" creationId="{3EEFD950-FE96-2C25-4CDC-D891EFCFA396}"/>
          </ac:spMkLst>
        </pc:spChg>
      </pc:sldChg>
      <pc:sldChg chg="modSp new mod">
        <pc:chgData name="Olivier Bergeron" userId="25eb1b54-485f-4e43-901d-d18d08f0214c" providerId="ADAL" clId="{1C8F5D2F-0B18-4284-BE65-D934514D84A1}" dt="2026-06-26T14:16:18.121" v="800" actId="20577"/>
        <pc:sldMkLst>
          <pc:docMk/>
          <pc:sldMk cId="251945165" sldId="257"/>
        </pc:sldMkLst>
        <pc:spChg chg="mod">
          <ac:chgData name="Olivier Bergeron" userId="25eb1b54-485f-4e43-901d-d18d08f0214c" providerId="ADAL" clId="{1C8F5D2F-0B18-4284-BE65-D934514D84A1}" dt="2026-06-26T13:52:20.684" v="26" actId="20577"/>
          <ac:spMkLst>
            <pc:docMk/>
            <pc:sldMk cId="251945165" sldId="257"/>
            <ac:spMk id="2" creationId="{BC927EB5-E9F1-C661-E2E9-64640CC048E3}"/>
          </ac:spMkLst>
        </pc:spChg>
        <pc:spChg chg="mod">
          <ac:chgData name="Olivier Bergeron" userId="25eb1b54-485f-4e43-901d-d18d08f0214c" providerId="ADAL" clId="{1C8F5D2F-0B18-4284-BE65-D934514D84A1}" dt="2026-06-26T14:16:18.121" v="800" actId="20577"/>
          <ac:spMkLst>
            <pc:docMk/>
            <pc:sldMk cId="251945165" sldId="257"/>
            <ac:spMk id="3" creationId="{90C8C4F6-E4B6-FED4-65AE-61C22464AC50}"/>
          </ac:spMkLst>
        </pc:spChg>
      </pc:sldChg>
      <pc:sldChg chg="addSp delSp modSp new mod modClrScheme chgLayout">
        <pc:chgData name="Olivier Bergeron" userId="25eb1b54-485f-4e43-901d-d18d08f0214c" providerId="ADAL" clId="{1C8F5D2F-0B18-4284-BE65-D934514D84A1}" dt="2026-06-26T14:03:26.093" v="274" actId="20577"/>
        <pc:sldMkLst>
          <pc:docMk/>
          <pc:sldMk cId="3389828103" sldId="258"/>
        </pc:sldMkLst>
        <pc:spChg chg="mod ord">
          <ac:chgData name="Olivier Bergeron" userId="25eb1b54-485f-4e43-901d-d18d08f0214c" providerId="ADAL" clId="{1C8F5D2F-0B18-4284-BE65-D934514D84A1}" dt="2026-06-26T14:02:50.006" v="212" actId="700"/>
          <ac:spMkLst>
            <pc:docMk/>
            <pc:sldMk cId="3389828103" sldId="258"/>
            <ac:spMk id="2" creationId="{24990E38-F649-74C8-EE46-61F0E9782AE9}"/>
          </ac:spMkLst>
        </pc:spChg>
        <pc:spChg chg="del mod ord">
          <ac:chgData name="Olivier Bergeron" userId="25eb1b54-485f-4e43-901d-d18d08f0214c" providerId="ADAL" clId="{1C8F5D2F-0B18-4284-BE65-D934514D84A1}" dt="2026-06-26T14:02:50.006" v="212" actId="700"/>
          <ac:spMkLst>
            <pc:docMk/>
            <pc:sldMk cId="3389828103" sldId="258"/>
            <ac:spMk id="3" creationId="{05013471-0C05-4FB9-EA61-094755D8788F}"/>
          </ac:spMkLst>
        </pc:spChg>
        <pc:spChg chg="mod ord">
          <ac:chgData name="Olivier Bergeron" userId="25eb1b54-485f-4e43-901d-d18d08f0214c" providerId="ADAL" clId="{1C8F5D2F-0B18-4284-BE65-D934514D84A1}" dt="2026-06-26T14:02:50.006" v="212" actId="700"/>
          <ac:spMkLst>
            <pc:docMk/>
            <pc:sldMk cId="3389828103" sldId="258"/>
            <ac:spMk id="4" creationId="{7D318B49-CF27-C47F-E0DE-887C2E9837D6}"/>
          </ac:spMkLst>
        </pc:spChg>
        <pc:spChg chg="add mod ord">
          <ac:chgData name="Olivier Bergeron" userId="25eb1b54-485f-4e43-901d-d18d08f0214c" providerId="ADAL" clId="{1C8F5D2F-0B18-4284-BE65-D934514D84A1}" dt="2026-06-26T14:03:26.093" v="274" actId="20577"/>
          <ac:spMkLst>
            <pc:docMk/>
            <pc:sldMk cId="3389828103" sldId="258"/>
            <ac:spMk id="5" creationId="{7AAE4368-F4FB-34A1-8A95-54A3FD87F695}"/>
          </ac:spMkLst>
        </pc:spChg>
        <pc:spChg chg="add del mod ord">
          <ac:chgData name="Olivier Bergeron" userId="25eb1b54-485f-4e43-901d-d18d08f0214c" providerId="ADAL" clId="{1C8F5D2F-0B18-4284-BE65-D934514D84A1}" dt="2026-06-26T14:02:51.337" v="213" actId="478"/>
          <ac:spMkLst>
            <pc:docMk/>
            <pc:sldMk cId="3389828103" sldId="258"/>
            <ac:spMk id="6" creationId="{EF39B6DF-D5C6-2D2F-7431-F40A4A0F580C}"/>
          </ac:spMkLst>
        </pc:spChg>
        <pc:picChg chg="add mod">
          <ac:chgData name="Olivier Bergeron" userId="25eb1b54-485f-4e43-901d-d18d08f0214c" providerId="ADAL" clId="{1C8F5D2F-0B18-4284-BE65-D934514D84A1}" dt="2026-06-26T14:02:56.548" v="216" actId="1076"/>
          <ac:picMkLst>
            <pc:docMk/>
            <pc:sldMk cId="3389828103" sldId="258"/>
            <ac:picMk id="8" creationId="{0B0412A9-5BA4-8E77-8B27-B04BC4233E11}"/>
          </ac:picMkLst>
        </pc:picChg>
      </pc:sldChg>
      <pc:sldChg chg="addSp delSp modSp new mod modClrScheme chgLayout">
        <pc:chgData name="Olivier Bergeron" userId="25eb1b54-485f-4e43-901d-d18d08f0214c" providerId="ADAL" clId="{1C8F5D2F-0B18-4284-BE65-D934514D84A1}" dt="2026-06-26T14:24:59.495" v="1020" actId="20577"/>
        <pc:sldMkLst>
          <pc:docMk/>
          <pc:sldMk cId="676989173" sldId="259"/>
        </pc:sldMkLst>
        <pc:spChg chg="mod ord">
          <ac:chgData name="Olivier Bergeron" userId="25eb1b54-485f-4e43-901d-d18d08f0214c" providerId="ADAL" clId="{1C8F5D2F-0B18-4284-BE65-D934514D84A1}" dt="2026-06-26T14:04:32.567" v="275" actId="700"/>
          <ac:spMkLst>
            <pc:docMk/>
            <pc:sldMk cId="676989173" sldId="259"/>
            <ac:spMk id="2" creationId="{10E6BF04-CB9A-ED50-5BE4-86B82579801D}"/>
          </ac:spMkLst>
        </pc:spChg>
        <pc:spChg chg="del mod ord">
          <ac:chgData name="Olivier Bergeron" userId="25eb1b54-485f-4e43-901d-d18d08f0214c" providerId="ADAL" clId="{1C8F5D2F-0B18-4284-BE65-D934514D84A1}" dt="2026-06-26T14:04:32.567" v="275" actId="700"/>
          <ac:spMkLst>
            <pc:docMk/>
            <pc:sldMk cId="676989173" sldId="259"/>
            <ac:spMk id="3" creationId="{C1342865-D61A-4A0A-92B9-ADAF98C3B9E2}"/>
          </ac:spMkLst>
        </pc:spChg>
        <pc:spChg chg="mod ord">
          <ac:chgData name="Olivier Bergeron" userId="25eb1b54-485f-4e43-901d-d18d08f0214c" providerId="ADAL" clId="{1C8F5D2F-0B18-4284-BE65-D934514D84A1}" dt="2026-06-26T14:04:32.567" v="275" actId="700"/>
          <ac:spMkLst>
            <pc:docMk/>
            <pc:sldMk cId="676989173" sldId="259"/>
            <ac:spMk id="4" creationId="{D27659F9-D597-669C-1F1F-83D77C6A071F}"/>
          </ac:spMkLst>
        </pc:spChg>
        <pc:spChg chg="add mod ord">
          <ac:chgData name="Olivier Bergeron" userId="25eb1b54-485f-4e43-901d-d18d08f0214c" providerId="ADAL" clId="{1C8F5D2F-0B18-4284-BE65-D934514D84A1}" dt="2026-06-26T14:24:59.495" v="1020" actId="20577"/>
          <ac:spMkLst>
            <pc:docMk/>
            <pc:sldMk cId="676989173" sldId="259"/>
            <ac:spMk id="5" creationId="{DE9911B8-6578-78EE-DDBC-A100550073A5}"/>
          </ac:spMkLst>
        </pc:spChg>
        <pc:spChg chg="add del mod ord">
          <ac:chgData name="Olivier Bergeron" userId="25eb1b54-485f-4e43-901d-d18d08f0214c" providerId="ADAL" clId="{1C8F5D2F-0B18-4284-BE65-D934514D84A1}" dt="2026-06-26T14:04:34.400" v="276" actId="478"/>
          <ac:spMkLst>
            <pc:docMk/>
            <pc:sldMk cId="676989173" sldId="259"/>
            <ac:spMk id="6" creationId="{FD2CF281-91C5-934C-DAF5-9AF45F860C4D}"/>
          </ac:spMkLst>
        </pc:spChg>
        <pc:picChg chg="add mod">
          <ac:chgData name="Olivier Bergeron" userId="25eb1b54-485f-4e43-901d-d18d08f0214c" providerId="ADAL" clId="{1C8F5D2F-0B18-4284-BE65-D934514D84A1}" dt="2026-06-26T14:05:07.028" v="281" actId="1076"/>
          <ac:picMkLst>
            <pc:docMk/>
            <pc:sldMk cId="676989173" sldId="259"/>
            <ac:picMk id="8" creationId="{6D101129-B59E-BA29-03A0-DC1D0A7460F5}"/>
          </ac:picMkLst>
        </pc:picChg>
      </pc:sldChg>
      <pc:sldChg chg="addSp delSp modSp new mod chgLayout">
        <pc:chgData name="Olivier Bergeron" userId="25eb1b54-485f-4e43-901d-d18d08f0214c" providerId="ADAL" clId="{1C8F5D2F-0B18-4284-BE65-D934514D84A1}" dt="2026-06-26T14:15:25.454" v="744" actId="20577"/>
        <pc:sldMkLst>
          <pc:docMk/>
          <pc:sldMk cId="2678442919" sldId="260"/>
        </pc:sldMkLst>
        <pc:spChg chg="del">
          <ac:chgData name="Olivier Bergeron" userId="25eb1b54-485f-4e43-901d-d18d08f0214c" providerId="ADAL" clId="{1C8F5D2F-0B18-4284-BE65-D934514D84A1}" dt="2026-06-26T14:13:36.813" v="531" actId="700"/>
          <ac:spMkLst>
            <pc:docMk/>
            <pc:sldMk cId="2678442919" sldId="260"/>
            <ac:spMk id="2" creationId="{7C12941D-4AB2-C677-1A45-0B511EC34917}"/>
          </ac:spMkLst>
        </pc:spChg>
        <pc:spChg chg="del">
          <ac:chgData name="Olivier Bergeron" userId="25eb1b54-485f-4e43-901d-d18d08f0214c" providerId="ADAL" clId="{1C8F5D2F-0B18-4284-BE65-D934514D84A1}" dt="2026-06-26T14:09:26.025" v="442" actId="478"/>
          <ac:spMkLst>
            <pc:docMk/>
            <pc:sldMk cId="2678442919" sldId="260"/>
            <ac:spMk id="3" creationId="{A180AF1D-AC0C-B01B-DBC4-69A83EA74A15}"/>
          </ac:spMkLst>
        </pc:spChg>
        <pc:spChg chg="del">
          <ac:chgData name="Olivier Bergeron" userId="25eb1b54-485f-4e43-901d-d18d08f0214c" providerId="ADAL" clId="{1C8F5D2F-0B18-4284-BE65-D934514D84A1}" dt="2026-06-26T14:09:24.043" v="441" actId="478"/>
          <ac:spMkLst>
            <pc:docMk/>
            <pc:sldMk cId="2678442919" sldId="260"/>
            <ac:spMk id="4" creationId="{43AE89CB-9319-3AAB-52E6-61E7358F5E75}"/>
          </ac:spMkLst>
        </pc:spChg>
        <pc:spChg chg="mod ord">
          <ac:chgData name="Olivier Bergeron" userId="25eb1b54-485f-4e43-901d-d18d08f0214c" providerId="ADAL" clId="{1C8F5D2F-0B18-4284-BE65-D934514D84A1}" dt="2026-06-26T14:13:36.813" v="531" actId="700"/>
          <ac:spMkLst>
            <pc:docMk/>
            <pc:sldMk cId="2678442919" sldId="260"/>
            <ac:spMk id="5" creationId="{46B43E85-08CD-F7FD-EF40-EDD158F3AF8E}"/>
          </ac:spMkLst>
        </pc:spChg>
        <pc:spChg chg="add mod">
          <ac:chgData name="Olivier Bergeron" userId="25eb1b54-485f-4e43-901d-d18d08f0214c" providerId="ADAL" clId="{1C8F5D2F-0B18-4284-BE65-D934514D84A1}" dt="2026-06-26T14:13:20.754" v="529" actId="1076"/>
          <ac:spMkLst>
            <pc:docMk/>
            <pc:sldMk cId="2678442919" sldId="260"/>
            <ac:spMk id="30" creationId="{3DB41C02-46C7-BAA8-D90A-2790474F26DA}"/>
          </ac:spMkLst>
        </pc:spChg>
        <pc:spChg chg="add mod">
          <ac:chgData name="Olivier Bergeron" userId="25eb1b54-485f-4e43-901d-d18d08f0214c" providerId="ADAL" clId="{1C8F5D2F-0B18-4284-BE65-D934514D84A1}" dt="2026-06-26T14:13:16.966" v="527" actId="164"/>
          <ac:spMkLst>
            <pc:docMk/>
            <pc:sldMk cId="2678442919" sldId="260"/>
            <ac:spMk id="31" creationId="{18D031A1-CE6B-D876-89FB-AC55DE8C976D}"/>
          </ac:spMkLst>
        </pc:spChg>
        <pc:spChg chg="add mod">
          <ac:chgData name="Olivier Bergeron" userId="25eb1b54-485f-4e43-901d-d18d08f0214c" providerId="ADAL" clId="{1C8F5D2F-0B18-4284-BE65-D934514D84A1}" dt="2026-06-26T14:13:16.966" v="527" actId="164"/>
          <ac:spMkLst>
            <pc:docMk/>
            <pc:sldMk cId="2678442919" sldId="260"/>
            <ac:spMk id="32" creationId="{2F46E003-8B66-0AFC-1128-0F74CF8B0DBA}"/>
          </ac:spMkLst>
        </pc:spChg>
        <pc:spChg chg="add mod">
          <ac:chgData name="Olivier Bergeron" userId="25eb1b54-485f-4e43-901d-d18d08f0214c" providerId="ADAL" clId="{1C8F5D2F-0B18-4284-BE65-D934514D84A1}" dt="2026-06-26T14:13:16.966" v="527" actId="164"/>
          <ac:spMkLst>
            <pc:docMk/>
            <pc:sldMk cId="2678442919" sldId="260"/>
            <ac:spMk id="33" creationId="{86DAB769-A68A-2CA0-E2BA-B1312110E264}"/>
          </ac:spMkLst>
        </pc:spChg>
        <pc:spChg chg="add mod ord">
          <ac:chgData name="Olivier Bergeron" userId="25eb1b54-485f-4e43-901d-d18d08f0214c" providerId="ADAL" clId="{1C8F5D2F-0B18-4284-BE65-D934514D84A1}" dt="2026-06-26T14:13:46.352" v="548" actId="20577"/>
          <ac:spMkLst>
            <pc:docMk/>
            <pc:sldMk cId="2678442919" sldId="260"/>
            <ac:spMk id="35" creationId="{0EEE94FA-52A7-24A8-2446-1831D6D2877C}"/>
          </ac:spMkLst>
        </pc:spChg>
        <pc:spChg chg="add mod ord">
          <ac:chgData name="Olivier Bergeron" userId="25eb1b54-485f-4e43-901d-d18d08f0214c" providerId="ADAL" clId="{1C8F5D2F-0B18-4284-BE65-D934514D84A1}" dt="2026-06-26T14:15:25.454" v="744" actId="20577"/>
          <ac:spMkLst>
            <pc:docMk/>
            <pc:sldMk cId="2678442919" sldId="260"/>
            <ac:spMk id="36" creationId="{401CD36D-0C30-8924-4E8B-1728B1F68DC2}"/>
          </ac:spMkLst>
        </pc:spChg>
        <pc:spChg chg="add del mod ord">
          <ac:chgData name="Olivier Bergeron" userId="25eb1b54-485f-4e43-901d-d18d08f0214c" providerId="ADAL" clId="{1C8F5D2F-0B18-4284-BE65-D934514D84A1}" dt="2026-06-26T14:13:39.642" v="532" actId="478"/>
          <ac:spMkLst>
            <pc:docMk/>
            <pc:sldMk cId="2678442919" sldId="260"/>
            <ac:spMk id="37" creationId="{0797B1B1-0874-65A0-7F40-930FBC02392F}"/>
          </ac:spMkLst>
        </pc:spChg>
        <pc:grpChg chg="add mod">
          <ac:chgData name="Olivier Bergeron" userId="25eb1b54-485f-4e43-901d-d18d08f0214c" providerId="ADAL" clId="{1C8F5D2F-0B18-4284-BE65-D934514D84A1}" dt="2026-06-26T14:13:41.619" v="533" actId="1076"/>
          <ac:grpSpMkLst>
            <pc:docMk/>
            <pc:sldMk cId="2678442919" sldId="260"/>
            <ac:grpSpMk id="34" creationId="{7BE4CA3B-F395-66C1-C050-1117633AEF02}"/>
          </ac:grpSpMkLst>
        </pc:grpChg>
        <pc:cxnChg chg="add mod">
          <ac:chgData name="Olivier Bergeron" userId="25eb1b54-485f-4e43-901d-d18d08f0214c" providerId="ADAL" clId="{1C8F5D2F-0B18-4284-BE65-D934514D84A1}" dt="2026-06-26T14:13:16.966" v="527" actId="164"/>
          <ac:cxnSpMkLst>
            <pc:docMk/>
            <pc:sldMk cId="2678442919" sldId="260"/>
            <ac:cxnSpMk id="7" creationId="{250C7BEA-E227-C27F-6FC7-081BCDE7ECFE}"/>
          </ac:cxnSpMkLst>
        </pc:cxnChg>
        <pc:cxnChg chg="add mod">
          <ac:chgData name="Olivier Bergeron" userId="25eb1b54-485f-4e43-901d-d18d08f0214c" providerId="ADAL" clId="{1C8F5D2F-0B18-4284-BE65-D934514D84A1}" dt="2026-06-26T14:13:16.966" v="527" actId="164"/>
          <ac:cxnSpMkLst>
            <pc:docMk/>
            <pc:sldMk cId="2678442919" sldId="260"/>
            <ac:cxnSpMk id="9" creationId="{96BF2900-09DC-6A98-9F6D-15CA0935D594}"/>
          </ac:cxnSpMkLst>
        </pc:cxnChg>
        <pc:cxnChg chg="add del mod">
          <ac:chgData name="Olivier Bergeron" userId="25eb1b54-485f-4e43-901d-d18d08f0214c" providerId="ADAL" clId="{1C8F5D2F-0B18-4284-BE65-D934514D84A1}" dt="2026-06-26T14:10:58.862" v="459" actId="478"/>
          <ac:cxnSpMkLst>
            <pc:docMk/>
            <pc:sldMk cId="2678442919" sldId="260"/>
            <ac:cxnSpMk id="14" creationId="{20527015-6D12-FF96-7543-8064918D65F3}"/>
          </ac:cxnSpMkLst>
        </pc:cxnChg>
        <pc:cxnChg chg="add mod">
          <ac:chgData name="Olivier Bergeron" userId="25eb1b54-485f-4e43-901d-d18d08f0214c" providerId="ADAL" clId="{1C8F5D2F-0B18-4284-BE65-D934514D84A1}" dt="2026-06-26T14:11:15.904" v="465" actId="1076"/>
          <ac:cxnSpMkLst>
            <pc:docMk/>
            <pc:sldMk cId="2678442919" sldId="260"/>
            <ac:cxnSpMk id="16" creationId="{F71CF329-EAC3-C7CB-3F4F-DCED79759FDE}"/>
          </ac:cxnSpMkLst>
        </pc:cxnChg>
        <pc:cxnChg chg="add mod">
          <ac:chgData name="Olivier Bergeron" userId="25eb1b54-485f-4e43-901d-d18d08f0214c" providerId="ADAL" clId="{1C8F5D2F-0B18-4284-BE65-D934514D84A1}" dt="2026-06-26T14:11:15.904" v="465" actId="1076"/>
          <ac:cxnSpMkLst>
            <pc:docMk/>
            <pc:sldMk cId="2678442919" sldId="260"/>
            <ac:cxnSpMk id="17" creationId="{E990B7A8-A423-1FDC-B3EA-A506F9649A4C}"/>
          </ac:cxnSpMkLst>
        </pc:cxnChg>
        <pc:cxnChg chg="add mod">
          <ac:chgData name="Olivier Bergeron" userId="25eb1b54-485f-4e43-901d-d18d08f0214c" providerId="ADAL" clId="{1C8F5D2F-0B18-4284-BE65-D934514D84A1}" dt="2026-06-26T14:13:16.966" v="527" actId="164"/>
          <ac:cxnSpMkLst>
            <pc:docMk/>
            <pc:sldMk cId="2678442919" sldId="260"/>
            <ac:cxnSpMk id="19" creationId="{01878F01-C64D-9815-87E9-B17DF2021513}"/>
          </ac:cxnSpMkLst>
        </pc:cxnChg>
        <pc:cxnChg chg="add mod">
          <ac:chgData name="Olivier Bergeron" userId="25eb1b54-485f-4e43-901d-d18d08f0214c" providerId="ADAL" clId="{1C8F5D2F-0B18-4284-BE65-D934514D84A1}" dt="2026-06-26T14:13:16.966" v="527" actId="164"/>
          <ac:cxnSpMkLst>
            <pc:docMk/>
            <pc:sldMk cId="2678442919" sldId="260"/>
            <ac:cxnSpMk id="22" creationId="{035C96BD-E03F-2716-E8F6-449DDD531CB2}"/>
          </ac:cxnSpMkLst>
        </pc:cxnChg>
        <pc:cxnChg chg="add mod">
          <ac:chgData name="Olivier Bergeron" userId="25eb1b54-485f-4e43-901d-d18d08f0214c" providerId="ADAL" clId="{1C8F5D2F-0B18-4284-BE65-D934514D84A1}" dt="2026-06-26T14:13:16.966" v="527" actId="164"/>
          <ac:cxnSpMkLst>
            <pc:docMk/>
            <pc:sldMk cId="2678442919" sldId="260"/>
            <ac:cxnSpMk id="23" creationId="{2EFD8A43-F501-C293-04CB-3A92C08BF844}"/>
          </ac:cxnSpMkLst>
        </pc:cxnChg>
        <pc:cxnChg chg="add mod">
          <ac:chgData name="Olivier Bergeron" userId="25eb1b54-485f-4e43-901d-d18d08f0214c" providerId="ADAL" clId="{1C8F5D2F-0B18-4284-BE65-D934514D84A1}" dt="2026-06-26T14:11:33.685" v="476" actId="1076"/>
          <ac:cxnSpMkLst>
            <pc:docMk/>
            <pc:sldMk cId="2678442919" sldId="260"/>
            <ac:cxnSpMk id="26" creationId="{85D098DD-C289-1118-35F8-70D6276DB55F}"/>
          </ac:cxnSpMkLst>
        </pc:cxnChg>
        <pc:cxnChg chg="add mod">
          <ac:chgData name="Olivier Bergeron" userId="25eb1b54-485f-4e43-901d-d18d08f0214c" providerId="ADAL" clId="{1C8F5D2F-0B18-4284-BE65-D934514D84A1}" dt="2026-06-26T14:11:38.692" v="479" actId="14100"/>
          <ac:cxnSpMkLst>
            <pc:docMk/>
            <pc:sldMk cId="2678442919" sldId="260"/>
            <ac:cxnSpMk id="27" creationId="{50EFC6C4-44D1-B50A-0194-CE7E4D85455E}"/>
          </ac:cxnSpMkLst>
        </pc:cxnChg>
      </pc:sldChg>
      <pc:sldChg chg="addSp delSp modSp new mod modClrScheme chgLayout">
        <pc:chgData name="Olivier Bergeron" userId="25eb1b54-485f-4e43-901d-d18d08f0214c" providerId="ADAL" clId="{1C8F5D2F-0B18-4284-BE65-D934514D84A1}" dt="2026-06-26T14:25:26.823" v="1031" actId="20577"/>
        <pc:sldMkLst>
          <pc:docMk/>
          <pc:sldMk cId="723261256" sldId="261"/>
        </pc:sldMkLst>
        <pc:spChg chg="del mod ord">
          <ac:chgData name="Olivier Bergeron" userId="25eb1b54-485f-4e43-901d-d18d08f0214c" providerId="ADAL" clId="{1C8F5D2F-0B18-4284-BE65-D934514D84A1}" dt="2026-06-26T14:14:03.234" v="575" actId="700"/>
          <ac:spMkLst>
            <pc:docMk/>
            <pc:sldMk cId="723261256" sldId="261"/>
            <ac:spMk id="2" creationId="{7DB5F544-48A6-7938-B17A-DA80D1967DA7}"/>
          </ac:spMkLst>
        </pc:spChg>
        <pc:spChg chg="del mod ord">
          <ac:chgData name="Olivier Bergeron" userId="25eb1b54-485f-4e43-901d-d18d08f0214c" providerId="ADAL" clId="{1C8F5D2F-0B18-4284-BE65-D934514D84A1}" dt="2026-06-26T14:14:03.234" v="575" actId="700"/>
          <ac:spMkLst>
            <pc:docMk/>
            <pc:sldMk cId="723261256" sldId="261"/>
            <ac:spMk id="3" creationId="{6293B3BE-6768-ED21-6957-C5A185866714}"/>
          </ac:spMkLst>
        </pc:spChg>
        <pc:spChg chg="del">
          <ac:chgData name="Olivier Bergeron" userId="25eb1b54-485f-4e43-901d-d18d08f0214c" providerId="ADAL" clId="{1C8F5D2F-0B18-4284-BE65-D934514D84A1}" dt="2026-06-26T14:14:03.234" v="575" actId="700"/>
          <ac:spMkLst>
            <pc:docMk/>
            <pc:sldMk cId="723261256" sldId="261"/>
            <ac:spMk id="4" creationId="{BD9FA453-0961-D129-BA7B-A60468C6E57B}"/>
          </ac:spMkLst>
        </pc:spChg>
        <pc:spChg chg="mod ord">
          <ac:chgData name="Olivier Bergeron" userId="25eb1b54-485f-4e43-901d-d18d08f0214c" providerId="ADAL" clId="{1C8F5D2F-0B18-4284-BE65-D934514D84A1}" dt="2026-06-26T14:14:03.234" v="575" actId="700"/>
          <ac:spMkLst>
            <pc:docMk/>
            <pc:sldMk cId="723261256" sldId="261"/>
            <ac:spMk id="5" creationId="{5D43976E-5C79-7449-BF5C-F7AAA1C36004}"/>
          </ac:spMkLst>
        </pc:spChg>
        <pc:spChg chg="add mod ord">
          <ac:chgData name="Olivier Bergeron" userId="25eb1b54-485f-4e43-901d-d18d08f0214c" providerId="ADAL" clId="{1C8F5D2F-0B18-4284-BE65-D934514D84A1}" dt="2026-06-26T14:14:06.189" v="585" actId="20577"/>
          <ac:spMkLst>
            <pc:docMk/>
            <pc:sldMk cId="723261256" sldId="261"/>
            <ac:spMk id="6" creationId="{29FE9C21-C9B2-3659-CD5E-86C44E524285}"/>
          </ac:spMkLst>
        </pc:spChg>
        <pc:spChg chg="add mod ord">
          <ac:chgData name="Olivier Bergeron" userId="25eb1b54-485f-4e43-901d-d18d08f0214c" providerId="ADAL" clId="{1C8F5D2F-0B18-4284-BE65-D934514D84A1}" dt="2026-06-26T14:25:26.823" v="1031" actId="20577"/>
          <ac:spMkLst>
            <pc:docMk/>
            <pc:sldMk cId="723261256" sldId="261"/>
            <ac:spMk id="7" creationId="{01C30701-2928-B897-B6FD-76E82CE5BC34}"/>
          </ac:spMkLst>
        </pc:spChg>
      </pc:sldChg>
      <pc:sldChg chg="addSp delSp modSp new mod modClrScheme chgLayout">
        <pc:chgData name="Olivier Bergeron" userId="25eb1b54-485f-4e43-901d-d18d08f0214c" providerId="ADAL" clId="{1C8F5D2F-0B18-4284-BE65-D934514D84A1}" dt="2026-06-26T14:18:27.692" v="920" actId="20577"/>
        <pc:sldMkLst>
          <pc:docMk/>
          <pc:sldMk cId="753535847" sldId="262"/>
        </pc:sldMkLst>
        <pc:spChg chg="mod ord">
          <ac:chgData name="Olivier Bergeron" userId="25eb1b54-485f-4e43-901d-d18d08f0214c" providerId="ADAL" clId="{1C8F5D2F-0B18-4284-BE65-D934514D84A1}" dt="2026-06-26T14:17:44.314" v="869" actId="700"/>
          <ac:spMkLst>
            <pc:docMk/>
            <pc:sldMk cId="753535847" sldId="262"/>
            <ac:spMk id="2" creationId="{45734EDA-7457-F617-58FC-70038EED5C67}"/>
          </ac:spMkLst>
        </pc:spChg>
        <pc:spChg chg="del mod ord">
          <ac:chgData name="Olivier Bergeron" userId="25eb1b54-485f-4e43-901d-d18d08f0214c" providerId="ADAL" clId="{1C8F5D2F-0B18-4284-BE65-D934514D84A1}" dt="2026-06-26T14:17:12.671" v="827" actId="700"/>
          <ac:spMkLst>
            <pc:docMk/>
            <pc:sldMk cId="753535847" sldId="262"/>
            <ac:spMk id="3" creationId="{70BD92D8-C4B3-32B6-E2CB-7CA94CABBA89}"/>
          </ac:spMkLst>
        </pc:spChg>
        <pc:spChg chg="del">
          <ac:chgData name="Olivier Bergeron" userId="25eb1b54-485f-4e43-901d-d18d08f0214c" providerId="ADAL" clId="{1C8F5D2F-0B18-4284-BE65-D934514D84A1}" dt="2026-06-26T14:17:12.671" v="827" actId="700"/>
          <ac:spMkLst>
            <pc:docMk/>
            <pc:sldMk cId="753535847" sldId="262"/>
            <ac:spMk id="4" creationId="{D3CA2169-4DCD-53CC-B76A-C2CB862BE292}"/>
          </ac:spMkLst>
        </pc:spChg>
        <pc:spChg chg="mod ord">
          <ac:chgData name="Olivier Bergeron" userId="25eb1b54-485f-4e43-901d-d18d08f0214c" providerId="ADAL" clId="{1C8F5D2F-0B18-4284-BE65-D934514D84A1}" dt="2026-06-26T14:17:44.314" v="869" actId="700"/>
          <ac:spMkLst>
            <pc:docMk/>
            <pc:sldMk cId="753535847" sldId="262"/>
            <ac:spMk id="5" creationId="{9EB99EBC-09F1-24D9-F6CC-BD62D8029B8B}"/>
          </ac:spMkLst>
        </pc:spChg>
        <pc:spChg chg="add mod ord">
          <ac:chgData name="Olivier Bergeron" userId="25eb1b54-485f-4e43-901d-d18d08f0214c" providerId="ADAL" clId="{1C8F5D2F-0B18-4284-BE65-D934514D84A1}" dt="2026-06-26T14:18:27.692" v="920" actId="20577"/>
          <ac:spMkLst>
            <pc:docMk/>
            <pc:sldMk cId="753535847" sldId="262"/>
            <ac:spMk id="6" creationId="{778EA28F-CEA4-9527-AD12-AFBEB2FF7D74}"/>
          </ac:spMkLst>
        </pc:spChg>
        <pc:spChg chg="add del mod ord">
          <ac:chgData name="Olivier Bergeron" userId="25eb1b54-485f-4e43-901d-d18d08f0214c" providerId="ADAL" clId="{1C8F5D2F-0B18-4284-BE65-D934514D84A1}" dt="2026-06-26T14:17:45.671" v="870" actId="478"/>
          <ac:spMkLst>
            <pc:docMk/>
            <pc:sldMk cId="753535847" sldId="262"/>
            <ac:spMk id="7" creationId="{708EBD59-B181-2A3E-7E7B-52E8D270FC5C}"/>
          </ac:spMkLst>
        </pc:spChg>
        <pc:spChg chg="add mod">
          <ac:chgData name="Olivier Bergeron" userId="25eb1b54-485f-4e43-901d-d18d08f0214c" providerId="ADAL" clId="{1C8F5D2F-0B18-4284-BE65-D934514D84A1}" dt="2026-06-26T14:18:13.675" v="879" actId="1076"/>
          <ac:spMkLst>
            <pc:docMk/>
            <pc:sldMk cId="753535847" sldId="262"/>
            <ac:spMk id="10" creationId="{67857E14-CC24-7FB7-3E4A-F5285BC9090B}"/>
          </ac:spMkLst>
        </pc:spChg>
        <pc:picChg chg="add mod">
          <ac:chgData name="Olivier Bergeron" userId="25eb1b54-485f-4e43-901d-d18d08f0214c" providerId="ADAL" clId="{1C8F5D2F-0B18-4284-BE65-D934514D84A1}" dt="2026-06-26T14:17:50.764" v="873" actId="1076"/>
          <ac:picMkLst>
            <pc:docMk/>
            <pc:sldMk cId="753535847" sldId="262"/>
            <ac:picMk id="9" creationId="{8805B68D-7D4D-DAC0-8CAC-EA4280C4910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r>
              <a:rPr lang="en-US" noProof="0" dirty="0"/>
              <a:t>2026-06-26</a:t>
            </a:r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7EB5-E9F1-C661-E2E9-64640CC0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8C4F6-E4B6-FED4-65AE-61C22464A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is working:</a:t>
            </a:r>
          </a:p>
          <a:p>
            <a:pPr lvl="1"/>
            <a:r>
              <a:rPr lang="en-US" dirty="0"/>
              <a:t>Connect to the FPGA</a:t>
            </a:r>
          </a:p>
          <a:p>
            <a:pPr lvl="1"/>
            <a:r>
              <a:rPr lang="en-US" dirty="0"/>
              <a:t>Detects if one Intan module is connected</a:t>
            </a:r>
          </a:p>
          <a:p>
            <a:pPr lvl="1"/>
            <a:r>
              <a:rPr lang="en-US" dirty="0"/>
              <a:t>Read data and store it in PC</a:t>
            </a:r>
          </a:p>
          <a:p>
            <a:pPr lvl="1"/>
            <a:r>
              <a:rPr lang="en-US" dirty="0"/>
              <a:t>Can easily do iteration when time comes</a:t>
            </a:r>
          </a:p>
          <a:p>
            <a:endParaRPr lang="en-US" dirty="0"/>
          </a:p>
          <a:p>
            <a:r>
              <a:rPr lang="en-US" dirty="0"/>
              <a:t>Small issue:</a:t>
            </a:r>
          </a:p>
          <a:p>
            <a:pPr lvl="1"/>
            <a:r>
              <a:rPr lang="en-US" dirty="0"/>
              <a:t>Chip is running hot</a:t>
            </a:r>
          </a:p>
          <a:p>
            <a:pPr lvl="1"/>
            <a:r>
              <a:rPr lang="en-US" dirty="0"/>
              <a:t>Will add a heatsink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0259A-6ABC-F4A9-F8EF-29447D9DE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4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0E38-F649-74C8-EE46-61F0E978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Board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AE4368-F4FB-34A1-8A95-54A3FD87F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Board is done</a:t>
            </a:r>
          </a:p>
          <a:p>
            <a:r>
              <a:rPr lang="en-US" dirty="0"/>
              <a:t>Just need to generate </a:t>
            </a:r>
            <a:r>
              <a:rPr lang="en-US" dirty="0" err="1"/>
              <a:t>gerber</a:t>
            </a:r>
            <a:r>
              <a:rPr lang="en-US" dirty="0"/>
              <a:t> files and 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18B49-CF27-C47F-E0DE-887C2E983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0412A9-5BA4-8E77-8B27-B04BC4233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839" y="1639454"/>
            <a:ext cx="4593682" cy="48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28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BF04-CB9A-ED50-5BE4-86B82579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patch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9911B8-6578-78EE-DDBC-A10055007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Electrode shape</a:t>
            </a:r>
          </a:p>
          <a:p>
            <a:pPr lvl="1"/>
            <a:r>
              <a:rPr lang="en-US" dirty="0"/>
              <a:t>13 microneedle / electrode</a:t>
            </a:r>
          </a:p>
          <a:p>
            <a:pPr lvl="1"/>
            <a:r>
              <a:rPr lang="en-US" dirty="0"/>
              <a:t>5 mm spacing</a:t>
            </a:r>
          </a:p>
          <a:p>
            <a:pPr lvl="1"/>
            <a:r>
              <a:rPr lang="en-US" dirty="0"/>
              <a:t>4 x 8 grid / patch</a:t>
            </a:r>
          </a:p>
          <a:p>
            <a:pPr lvl="1"/>
            <a:r>
              <a:rPr lang="en-US" dirty="0"/>
              <a:t>50 µm diameter</a:t>
            </a:r>
          </a:p>
          <a:p>
            <a:pPr lvl="1"/>
            <a:r>
              <a:rPr lang="en-US" dirty="0"/>
              <a:t>500 µm pitch</a:t>
            </a:r>
          </a:p>
          <a:p>
            <a:pPr lvl="1"/>
            <a:r>
              <a:rPr lang="en-US" dirty="0"/>
              <a:t>400 µm length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59F9-D597-669C-1F1F-83D77C6A0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101129-B59E-BA29-03A0-DC1D0A746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327" y="2052462"/>
            <a:ext cx="1954577" cy="330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8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0EEE94FA-52A7-24A8-2446-1831D6D2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patch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401CD36D-0C30-8924-4E8B-1728B1F68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look of one patch</a:t>
            </a:r>
          </a:p>
          <a:p>
            <a:pPr lvl="1"/>
            <a:r>
              <a:rPr lang="en-US" dirty="0"/>
              <a:t>Half like this, half </a:t>
            </a:r>
            <a:r>
              <a:rPr lang="en-CA" dirty="0"/>
              <a:t>“mirrored”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Work in </a:t>
            </a:r>
            <a:r>
              <a:rPr lang="en-US" dirty="0" err="1"/>
              <a:t>progess</a:t>
            </a:r>
            <a:endParaRPr lang="en-US" dirty="0"/>
          </a:p>
          <a:p>
            <a:pPr lvl="1"/>
            <a:r>
              <a:rPr lang="en-US" dirty="0"/>
              <a:t>Main focus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43E85-08CD-F7FD-EF40-EDD158F3A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BE4CA3B-F395-66C1-C050-1117633AEF02}"/>
              </a:ext>
            </a:extLst>
          </p:cNvPr>
          <p:cNvGrpSpPr/>
          <p:nvPr/>
        </p:nvGrpSpPr>
        <p:grpSpPr>
          <a:xfrm>
            <a:off x="6135342" y="1955580"/>
            <a:ext cx="4950515" cy="4400770"/>
            <a:chOff x="3660085" y="2092104"/>
            <a:chExt cx="4950515" cy="440077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50C7BEA-E227-C27F-6FC7-081BCDE7ECFE}"/>
                </a:ext>
              </a:extLst>
            </p:cNvPr>
            <p:cNvCxnSpPr>
              <a:cxnSpLocks/>
            </p:cNvCxnSpPr>
            <p:nvPr/>
          </p:nvCxnSpPr>
          <p:spPr>
            <a:xfrm>
              <a:off x="3765688" y="4803565"/>
              <a:ext cx="0" cy="15587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6BF2900-09DC-6A98-9F6D-15CA0935D5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5749" y="6356350"/>
              <a:ext cx="387626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1CF329-EAC3-C7CB-3F4F-DCED79759FDE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10" y="4797563"/>
              <a:ext cx="0" cy="15587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990B7A8-A423-1FDC-B3EA-A506F9649A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5749" y="4797563"/>
              <a:ext cx="2597426" cy="135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878F01-C64D-9815-87E9-B17DF20215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3175" y="3955515"/>
              <a:ext cx="800100" cy="8555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35C96BD-E03F-2716-E8F6-449DDD531C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2010" y="3955515"/>
              <a:ext cx="800100" cy="8555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EFD8A43-F501-C293-04CB-3A92C08BF844}"/>
                </a:ext>
              </a:extLst>
            </p:cNvPr>
            <p:cNvCxnSpPr>
              <a:cxnSpLocks/>
            </p:cNvCxnSpPr>
            <p:nvPr/>
          </p:nvCxnSpPr>
          <p:spPr>
            <a:xfrm>
              <a:off x="8425690" y="2247900"/>
              <a:ext cx="0" cy="17076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D098DD-C289-1118-35F8-70D6276DB55F}"/>
                </a:ext>
              </a:extLst>
            </p:cNvPr>
            <p:cNvCxnSpPr>
              <a:cxnSpLocks/>
            </p:cNvCxnSpPr>
            <p:nvPr/>
          </p:nvCxnSpPr>
          <p:spPr>
            <a:xfrm>
              <a:off x="7153275" y="2247899"/>
              <a:ext cx="0" cy="17076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0EFC6C4-44D1-B50A-0194-CE7E4D854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3275" y="2246114"/>
              <a:ext cx="1265996" cy="17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DB41C02-46C7-BAA8-D90A-2790474F26DA}"/>
                </a:ext>
              </a:extLst>
            </p:cNvPr>
            <p:cNvSpPr/>
            <p:nvPr/>
          </p:nvSpPr>
          <p:spPr>
            <a:xfrm>
              <a:off x="6896100" y="2092104"/>
              <a:ext cx="1714500" cy="1336895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8D031A1-CE6B-D876-89FB-AC55DE8C976D}"/>
                </a:ext>
              </a:extLst>
            </p:cNvPr>
            <p:cNvSpPr/>
            <p:nvPr/>
          </p:nvSpPr>
          <p:spPr>
            <a:xfrm>
              <a:off x="3660085" y="4654251"/>
              <a:ext cx="4255183" cy="183862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46E003-8B66-0AFC-1128-0F74CF8B0DBA}"/>
                </a:ext>
              </a:extLst>
            </p:cNvPr>
            <p:cNvSpPr txBox="1"/>
            <p:nvPr/>
          </p:nvSpPr>
          <p:spPr>
            <a:xfrm>
              <a:off x="4333875" y="5295900"/>
              <a:ext cx="2819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Electrode grid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6DAB769-A68A-2CA0-E2BA-B1312110E264}"/>
                </a:ext>
              </a:extLst>
            </p:cNvPr>
            <p:cNvSpPr txBox="1"/>
            <p:nvPr/>
          </p:nvSpPr>
          <p:spPr>
            <a:xfrm>
              <a:off x="7289631" y="2398949"/>
              <a:ext cx="9932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Contact</a:t>
              </a:r>
            </a:p>
            <a:p>
              <a:r>
                <a:rPr lang="en-US" dirty="0"/>
                <a:t>With</a:t>
              </a:r>
            </a:p>
            <a:p>
              <a:r>
                <a:rPr lang="en-US" dirty="0"/>
                <a:t>Intan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844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4EDA-7457-F617-58FC-70038EED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Intan module modification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EA28F-CEA4-9527-AD12-AFBEB2FF7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 have the files from David-Alexandre</a:t>
            </a:r>
          </a:p>
          <a:p>
            <a:r>
              <a:rPr lang="en-CA" dirty="0"/>
              <a:t>Will work on that after electrode sample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99EBC-09F1-24D9-F6CC-BD62D8029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6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05B68D-7D4D-DAC0-8CAC-EA4280C49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016" y="1647381"/>
            <a:ext cx="2464526" cy="452958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857E14-CC24-7FB7-3E4A-F5285BC9090B}"/>
              </a:ext>
            </a:extLst>
          </p:cNvPr>
          <p:cNvSpPr/>
          <p:nvPr/>
        </p:nvSpPr>
        <p:spPr>
          <a:xfrm>
            <a:off x="7534517" y="4851400"/>
            <a:ext cx="2105025" cy="13255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35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FE9C21-C9B2-3659-CD5E-86C44E52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C30701-2928-B897-B6FD-76E82CE5B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Breakout board</a:t>
            </a:r>
          </a:p>
          <a:p>
            <a:r>
              <a:rPr lang="en-US" dirty="0"/>
              <a:t>Finish first version of electrode patch for review</a:t>
            </a:r>
          </a:p>
          <a:p>
            <a:r>
              <a:rPr lang="en-US" dirty="0"/>
              <a:t>If I have the time, work on the Intan module modification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3976E-5C79-7449-BF5C-F7AAA1C36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7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261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155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Update</vt:lpstr>
      <vt:lpstr>FPGA</vt:lpstr>
      <vt:lpstr>Breakout Board</vt:lpstr>
      <vt:lpstr>Electrode patch</vt:lpstr>
      <vt:lpstr>Electrode patch</vt:lpstr>
      <vt:lpstr>Intan module modification</vt:lpstr>
      <vt:lpstr>To DO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7</cp:revision>
  <dcterms:created xsi:type="dcterms:W3CDTF">2026-04-09T21:18:57Z</dcterms:created>
  <dcterms:modified xsi:type="dcterms:W3CDTF">2026-06-26T14:25:33Z</dcterms:modified>
</cp:coreProperties>
</file>