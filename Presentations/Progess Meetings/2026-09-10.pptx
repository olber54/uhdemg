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custSel delSld modSld modMainMaster">
      <pc:chgData name="Olivier Bergeron" userId="25eb1b54-485f-4e43-901d-d18d08f0214c" providerId="ADAL" clId="{29DD34B8-463E-481B-8BB8-7C2F32D58337}" dt="2026-04-16T17:32:26.077" v="12" actId="1076"/>
      <pc:docMkLst>
        <pc:docMk/>
      </pc:docMkLst>
      <pc:sldChg chg="modSp mod">
        <pc:chgData name="Olivier Bergeron" userId="25eb1b54-485f-4e43-901d-d18d08f0214c" providerId="ADAL" clId="{29DD34B8-463E-481B-8BB8-7C2F32D58337}" dt="2026-04-16T17:29:40.031" v="3" actId="6549"/>
        <pc:sldMkLst>
          <pc:docMk/>
          <pc:sldMk cId="447853837" sldId="256"/>
        </pc:sldMkLst>
        <pc:spChg chg="mod">
          <ac:chgData name="Olivier Bergeron" userId="25eb1b54-485f-4e43-901d-d18d08f0214c" providerId="ADAL" clId="{29DD34B8-463E-481B-8BB8-7C2F32D58337}" dt="2026-04-16T17:29:35.731" v="1" actId="27636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29DD34B8-463E-481B-8BB8-7C2F32D58337}" dt="2026-04-16T17:29:40.031" v="3" actId="6549"/>
          <ac:spMkLst>
            <pc:docMk/>
            <pc:sldMk cId="447853837" sldId="256"/>
            <ac:spMk id="3" creationId="{3EEFD950-FE96-2C25-4CDC-D891EFCFA396}"/>
          </ac:spMkLst>
        </pc:spChg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612108584" sldId="25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213489921" sldId="25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5355570" sldId="26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553707207" sldId="26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89749281" sldId="26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33037100" sldId="26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9031451" sldId="26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552645921" sldId="26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493832792" sldId="26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346213594" sldId="26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62902781" sldId="26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094204643" sldId="26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496985650" sldId="27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72253553" sldId="27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927916896" sldId="27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53098625" sldId="27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74482623" sldId="27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912533483" sldId="27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155517981" sldId="27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049063990" sldId="28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46607069" sldId="28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92056962" sldId="28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21100744" sldId="28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653292070" sldId="28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17091445" sldId="28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52797284" sldId="28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42106632" sldId="29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8068451" sldId="29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30856798" sldId="29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29138715" sldId="29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40839863" sldId="29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01753530" sldId="295"/>
        </pc:sldMkLst>
      </pc:sldChg>
      <pc:sldMasterChg chg="modSldLayout">
        <pc:chgData name="Olivier Bergeron" userId="25eb1b54-485f-4e43-901d-d18d08f0214c" providerId="ADAL" clId="{29DD34B8-463E-481B-8BB8-7C2F32D58337}" dt="2026-04-16T17:32:26.077" v="12" actId="1076"/>
        <pc:sldMasterMkLst>
          <pc:docMk/>
          <pc:sldMasterMk cId="761851921" sldId="2147483695"/>
        </pc:sldMasterMkLst>
        <pc:sldLayoutChg chg="modSp mod">
          <pc:chgData name="Olivier Bergeron" userId="25eb1b54-485f-4e43-901d-d18d08f0214c" providerId="ADAL" clId="{29DD34B8-463E-481B-8BB8-7C2F32D58337}" dt="2026-04-16T17:32:26.077" v="12" actId="1076"/>
          <pc:sldLayoutMkLst>
            <pc:docMk/>
            <pc:sldMasterMk cId="761851921" sldId="2147483695"/>
            <pc:sldLayoutMk cId="340446381" sldId="2147483702"/>
          </pc:sldLayoutMkLst>
          <pc:spChg chg="mod">
            <ac:chgData name="Olivier Bergeron" userId="25eb1b54-485f-4e43-901d-d18d08f0214c" providerId="ADAL" clId="{29DD34B8-463E-481B-8BB8-7C2F32D58337}" dt="2026-04-16T17:32:26.077" v="12" actId="1076"/>
            <ac:spMkLst>
              <pc:docMk/>
              <pc:sldMasterMk cId="761851921" sldId="2147483695"/>
              <pc:sldLayoutMk cId="340446381" sldId="2147483702"/>
              <ac:spMk id="6" creationId="{7DF740FA-5F11-150D-EDEE-3508AC2C583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3C02A-94A9-4E52-835F-B6DB969C9D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2026-09-10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8A79-B223-AA3F-403F-DFD5E2FE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721A9-4A3E-7117-45B7-094AE8898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RHD2164: B.O.</a:t>
            </a:r>
          </a:p>
          <a:p>
            <a:pPr lvl="1"/>
            <a:r>
              <a:rPr lang="en-US" dirty="0"/>
              <a:t>Had to redesign some of the boards</a:t>
            </a:r>
          </a:p>
          <a:p>
            <a:pPr lvl="1"/>
            <a:r>
              <a:rPr lang="en-US" dirty="0"/>
              <a:t>Main change: 1x RHD2164 -&gt; 2x RHD2132</a:t>
            </a:r>
          </a:p>
          <a:p>
            <a:endParaRPr lang="en-US" dirty="0"/>
          </a:p>
          <a:p>
            <a:r>
              <a:rPr lang="en-US" dirty="0"/>
              <a:t>All the redesigns are done</a:t>
            </a:r>
          </a:p>
          <a:p>
            <a:pPr lvl="1"/>
            <a:r>
              <a:rPr lang="en-US" dirty="0"/>
              <a:t>PCB review: In progress</a:t>
            </a:r>
          </a:p>
          <a:p>
            <a:pPr lvl="1"/>
            <a:r>
              <a:rPr lang="en-US" dirty="0"/>
              <a:t>BOM: Waiting on 1 quote only (RHD2132)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10375-284B-BE9D-5445-713A940DF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52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159E0D-BFD3-0C51-896A-2F3B00C6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Issue (Before)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77E48-0ADB-469F-54E8-BBFB335B9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16139-562B-FFBD-7C38-915A4D8BC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748" y="1557013"/>
            <a:ext cx="3611606" cy="493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82D0-BEE5-14BE-1680-ED7AC029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Issue (After)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A84D21-4FB2-F2D7-7630-CDD91395C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806BD-1678-9ACA-BE11-66DA7502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797" y="1789042"/>
            <a:ext cx="3017064" cy="3980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93A152-4B6E-774B-EB31-A135CB6C6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304" y="1789042"/>
            <a:ext cx="3118922" cy="398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9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1D49-9C92-6B76-B180-E25FF867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DB8020-0FB5-9202-45E6-BF3CB70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Issue (Before)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4A28E-2680-6E4E-961B-0EBCDBF9C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B4AD38-E754-8CC4-416E-DE1B09A1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10" y="1690688"/>
            <a:ext cx="4593682" cy="48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4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B41C-A5FC-6094-1351-F519A280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34C8-A281-67AD-2D8D-7D16CF42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Issue (After)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D4A819-E453-8C78-709E-9383ECE7F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6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9B6A9-1EB8-3396-08F1-003E20B4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98" y="1690688"/>
            <a:ext cx="4664969" cy="49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4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55E7-6CA1-A8E7-F069-AAEEA8FD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Setup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108864-7E04-F637-C26C-0C59BC344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7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896FF0-55F1-4C52-7F15-7CD865727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16" y="1653386"/>
            <a:ext cx="5540220" cy="35512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415BA7-B9FC-6BE6-6366-F37655E0B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37" y="2615728"/>
            <a:ext cx="5673248" cy="166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9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59441C-4A06-5F61-BC1E-BC9396261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8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A09010-9AD5-3370-3CD7-D03B00964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705" y="115388"/>
            <a:ext cx="8169966" cy="662185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F708E8-064B-EE1F-65E4-FC71D8F4BDD3}"/>
              </a:ext>
            </a:extLst>
          </p:cNvPr>
          <p:cNvCxnSpPr/>
          <p:nvPr/>
        </p:nvCxnSpPr>
        <p:spPr>
          <a:xfrm flipH="1">
            <a:off x="397565" y="3429000"/>
            <a:ext cx="84482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84D155-4F6A-5835-A1D1-48FE05691EE4}"/>
              </a:ext>
            </a:extLst>
          </p:cNvPr>
          <p:cNvCxnSpPr>
            <a:cxnSpLocks/>
          </p:cNvCxnSpPr>
          <p:nvPr/>
        </p:nvCxnSpPr>
        <p:spPr>
          <a:xfrm>
            <a:off x="10817088" y="3429000"/>
            <a:ext cx="85807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85C86B-9F0B-6536-29F6-0961CE202BDC}"/>
              </a:ext>
            </a:extLst>
          </p:cNvPr>
          <p:cNvSpPr txBox="1"/>
          <p:nvPr/>
        </p:nvSpPr>
        <p:spPr>
          <a:xfrm>
            <a:off x="10747514" y="2866537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Elbow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CFBB5-9D59-2FE5-73B2-A594366A5BC1}"/>
              </a:ext>
            </a:extLst>
          </p:cNvPr>
          <p:cNvSpPr txBox="1"/>
          <p:nvPr/>
        </p:nvSpPr>
        <p:spPr>
          <a:xfrm>
            <a:off x="449225" y="2866537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</a:t>
            </a:r>
          </a:p>
        </p:txBody>
      </p:sp>
    </p:spTree>
    <p:extLst>
      <p:ext uri="{BB962C8B-B14F-4D97-AF65-F5344CB8AC3E}">
        <p14:creationId xmlns:p14="http://schemas.microsoft.com/office/powerpoint/2010/main" val="252655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7D4C02-D50F-EF02-55FA-39BB68A3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BD4F28-164C-0380-02E0-FA56FBB1D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Scholarships applications</a:t>
            </a:r>
          </a:p>
          <a:p>
            <a:r>
              <a:rPr lang="en-US" dirty="0"/>
              <a:t>PCB Review / Correct the designs / Order</a:t>
            </a:r>
          </a:p>
          <a:p>
            <a:r>
              <a:rPr lang="en-US" dirty="0"/>
              <a:t>Test plans and protocol preparation</a:t>
            </a:r>
          </a:p>
          <a:p>
            <a:r>
              <a:rPr lang="en-US" dirty="0"/>
              <a:t>Prepare code for collecting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E5551-EEBF-AEC6-D27B-67C0BA1AC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9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02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100</Words>
  <Application>Microsoft Office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Updates</vt:lpstr>
      <vt:lpstr>Design Issues</vt:lpstr>
      <vt:lpstr>Design Issue (Before)</vt:lpstr>
      <vt:lpstr>Design Issue (After)</vt:lpstr>
      <vt:lpstr>Design Issue (Before)</vt:lpstr>
      <vt:lpstr>Design Issue (After)</vt:lpstr>
      <vt:lpstr>Mechanical Setup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11</cp:revision>
  <dcterms:created xsi:type="dcterms:W3CDTF">2026-04-09T21:18:57Z</dcterms:created>
  <dcterms:modified xsi:type="dcterms:W3CDTF">2026-09-11T17:44:04Z</dcterms:modified>
</cp:coreProperties>
</file>