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2E4A"/>
    <a:srgbClr val="F1BB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86554" autoAdjust="0"/>
  </p:normalViewPr>
  <p:slideViewPr>
    <p:cSldViewPr snapToGrid="0">
      <p:cViewPr varScale="1">
        <p:scale>
          <a:sx n="96" d="100"/>
          <a:sy n="96" d="100"/>
        </p:scale>
        <p:origin x="2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2" d="100"/>
          <a:sy n="72" d="100"/>
        </p:scale>
        <p:origin x="301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ivier Bergeron" userId="25eb1b54-485f-4e43-901d-d18d08f0214c" providerId="ADAL" clId="{29DD34B8-463E-481B-8BB8-7C2F32D58337}"/>
    <pc:docChg chg="custSel delSld modSld modMainMaster">
      <pc:chgData name="Olivier Bergeron" userId="25eb1b54-485f-4e43-901d-d18d08f0214c" providerId="ADAL" clId="{29DD34B8-463E-481B-8BB8-7C2F32D58337}" dt="2026-04-16T17:32:26.077" v="12" actId="1076"/>
      <pc:docMkLst>
        <pc:docMk/>
      </pc:docMkLst>
      <pc:sldChg chg="modSp mod">
        <pc:chgData name="Olivier Bergeron" userId="25eb1b54-485f-4e43-901d-d18d08f0214c" providerId="ADAL" clId="{29DD34B8-463E-481B-8BB8-7C2F32D58337}" dt="2026-04-16T17:29:40.031" v="3" actId="6549"/>
        <pc:sldMkLst>
          <pc:docMk/>
          <pc:sldMk cId="447853837" sldId="256"/>
        </pc:sldMkLst>
        <pc:spChg chg="mod">
          <ac:chgData name="Olivier Bergeron" userId="25eb1b54-485f-4e43-901d-d18d08f0214c" providerId="ADAL" clId="{29DD34B8-463E-481B-8BB8-7C2F32D58337}" dt="2026-04-16T17:29:35.731" v="1" actId="27636"/>
          <ac:spMkLst>
            <pc:docMk/>
            <pc:sldMk cId="447853837" sldId="256"/>
            <ac:spMk id="2" creationId="{83B78DA0-819E-AB54-1E7C-6E0A421AA59C}"/>
          </ac:spMkLst>
        </pc:spChg>
        <pc:spChg chg="mod">
          <ac:chgData name="Olivier Bergeron" userId="25eb1b54-485f-4e43-901d-d18d08f0214c" providerId="ADAL" clId="{29DD34B8-463E-481B-8BB8-7C2F32D58337}" dt="2026-04-16T17:29:40.031" v="3" actId="6549"/>
          <ac:spMkLst>
            <pc:docMk/>
            <pc:sldMk cId="447853837" sldId="256"/>
            <ac:spMk id="3" creationId="{3EEFD950-FE96-2C25-4CDC-D891EFCFA396}"/>
          </ac:spMkLst>
        </pc:spChg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3612108584" sldId="257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3213489921" sldId="259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4105355570" sldId="260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553707207" sldId="261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2289749281" sldId="262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433037100" sldId="263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229031451" sldId="264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3552645921" sldId="265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2493832792" sldId="266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2346213594" sldId="267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3862902781" sldId="268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094204643" sldId="269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3496985650" sldId="270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872253553" sldId="271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927916896" sldId="274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453098625" sldId="275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3874482623" sldId="276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3912533483" sldId="277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3155517981" sldId="279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4049063990" sldId="281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446607069" sldId="282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2692056962" sldId="284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521100744" sldId="286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653292070" sldId="287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2517091445" sldId="288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2552797284" sldId="289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842106632" sldId="290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4108068451" sldId="291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2630856798" sldId="292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29138715" sldId="293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1540839863" sldId="294"/>
        </pc:sldMkLst>
      </pc:sldChg>
      <pc:sldChg chg="del">
        <pc:chgData name="Olivier Bergeron" userId="25eb1b54-485f-4e43-901d-d18d08f0214c" providerId="ADAL" clId="{29DD34B8-463E-481B-8BB8-7C2F32D58337}" dt="2026-04-16T17:29:51.072" v="4" actId="47"/>
        <pc:sldMkLst>
          <pc:docMk/>
          <pc:sldMk cId="2601753530" sldId="295"/>
        </pc:sldMkLst>
      </pc:sldChg>
      <pc:sldMasterChg chg="modSldLayout">
        <pc:chgData name="Olivier Bergeron" userId="25eb1b54-485f-4e43-901d-d18d08f0214c" providerId="ADAL" clId="{29DD34B8-463E-481B-8BB8-7C2F32D58337}" dt="2026-04-16T17:32:26.077" v="12" actId="1076"/>
        <pc:sldMasterMkLst>
          <pc:docMk/>
          <pc:sldMasterMk cId="761851921" sldId="2147483695"/>
        </pc:sldMasterMkLst>
        <pc:sldLayoutChg chg="modSp mod">
          <pc:chgData name="Olivier Bergeron" userId="25eb1b54-485f-4e43-901d-d18d08f0214c" providerId="ADAL" clId="{29DD34B8-463E-481B-8BB8-7C2F32D58337}" dt="2026-04-16T17:32:26.077" v="12" actId="1076"/>
          <pc:sldLayoutMkLst>
            <pc:docMk/>
            <pc:sldMasterMk cId="761851921" sldId="2147483695"/>
            <pc:sldLayoutMk cId="340446381" sldId="2147483702"/>
          </pc:sldLayoutMkLst>
          <pc:spChg chg="mod">
            <ac:chgData name="Olivier Bergeron" userId="25eb1b54-485f-4e43-901d-d18d08f0214c" providerId="ADAL" clId="{29DD34B8-463E-481B-8BB8-7C2F32D58337}" dt="2026-04-16T17:32:26.077" v="12" actId="1076"/>
            <ac:spMkLst>
              <pc:docMk/>
              <pc:sldMasterMk cId="761851921" sldId="2147483695"/>
              <pc:sldLayoutMk cId="340446381" sldId="2147483702"/>
              <ac:spMk id="6" creationId="{7DF740FA-5F11-150D-EDEE-3508AC2C583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928BFA5-E1F9-A514-0FA3-E163CF57BE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DF8AB8-DE20-2994-D5EB-1B2F83E81E0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362C08-F31F-417E-9DA2-FB0A727E276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B96DF5-3CFF-DFE4-CDCA-7568D5EE99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F68DA0-8184-965C-17A5-6C0DD4CB40E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185C08-6D5C-49F4-9A24-3179529844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9823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58027B-B5CA-43FE-83BF-6327550A03F7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C02A-94A9-4E52-835F-B6DB969C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276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E065A-5675-FC91-3F31-AAD14B5B83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81400" y="1122363"/>
            <a:ext cx="7086600" cy="2975184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0FD5DB-1B71-6B4E-C597-6E58C76C4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1398" y="4261450"/>
            <a:ext cx="7086601" cy="638354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228D7F17-E7CA-D342-ADB0-716D14ABF95E}"/>
              </a:ext>
            </a:extLst>
          </p:cNvPr>
          <p:cNvSpPr/>
          <p:nvPr userDrawn="1"/>
        </p:nvSpPr>
        <p:spPr>
          <a:xfrm rot="13500000">
            <a:off x="-2256760" y="1067661"/>
            <a:ext cx="4495933" cy="4495933"/>
          </a:xfrm>
          <a:prstGeom prst="rtTriangle">
            <a:avLst/>
          </a:pr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" name="Google Shape;102;p1">
            <a:extLst>
              <a:ext uri="{FF2B5EF4-FFF2-40B4-BE49-F238E27FC236}">
                <a16:creationId xmlns:a16="http://schemas.microsoft.com/office/drawing/2014/main" id="{7736259A-2155-3A05-E879-8E5D8769598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144545" y="6131419"/>
            <a:ext cx="1300096" cy="5900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01;p1">
            <a:extLst>
              <a:ext uri="{FF2B5EF4-FFF2-40B4-BE49-F238E27FC236}">
                <a16:creationId xmlns:a16="http://schemas.microsoft.com/office/drawing/2014/main" id="{14E29151-F5AC-D6F0-5348-2DDDDEE15171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52082" y="6199703"/>
            <a:ext cx="1429300" cy="59005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7723FEE-7BEA-EA6E-D5EC-F81D7D5A1E24}"/>
              </a:ext>
            </a:extLst>
          </p:cNvPr>
          <p:cNvSpPr/>
          <p:nvPr userDrawn="1"/>
        </p:nvSpPr>
        <p:spPr>
          <a:xfrm>
            <a:off x="10440882" y="-270"/>
            <a:ext cx="1759744" cy="1114425"/>
          </a:xfrm>
          <a:custGeom>
            <a:avLst/>
            <a:gdLst>
              <a:gd name="csX0" fmla="*/ 0 w 1759744"/>
              <a:gd name="csY0" fmla="*/ 0 h 1114425"/>
              <a:gd name="csX1" fmla="*/ 1114425 w 1759744"/>
              <a:gd name="csY1" fmla="*/ 1114425 h 1114425"/>
              <a:gd name="csX2" fmla="*/ 1759744 w 1759744"/>
              <a:gd name="csY2" fmla="*/ 469106 h 1114425"/>
              <a:gd name="csX3" fmla="*/ 1759744 w 1759744"/>
              <a:gd name="csY3" fmla="*/ 2381 h 1114425"/>
              <a:gd name="csX4" fmla="*/ 0 w 1759744"/>
              <a:gd name="csY4" fmla="*/ 0 h 1114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59744" h="1114425">
                <a:moveTo>
                  <a:pt x="0" y="0"/>
                </a:moveTo>
                <a:lnTo>
                  <a:pt x="1114425" y="1114425"/>
                </a:lnTo>
                <a:lnTo>
                  <a:pt x="1759744" y="469106"/>
                </a:lnTo>
                <a:lnTo>
                  <a:pt x="1759744" y="2381"/>
                </a:lnTo>
                <a:lnTo>
                  <a:pt x="0" y="0"/>
                </a:lnTo>
                <a:close/>
              </a:path>
            </a:pathLst>
          </a:custGeom>
          <a:solidFill>
            <a:srgbClr val="F1BB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2011481-34B9-F126-1BA7-0476936B3687}"/>
              </a:ext>
            </a:extLst>
          </p:cNvPr>
          <p:cNvSpPr/>
          <p:nvPr userDrawn="1"/>
        </p:nvSpPr>
        <p:spPr>
          <a:xfrm>
            <a:off x="10100364" y="5063707"/>
            <a:ext cx="2100262" cy="1809750"/>
          </a:xfrm>
          <a:custGeom>
            <a:avLst/>
            <a:gdLst>
              <a:gd name="csX0" fmla="*/ 0 w 2100262"/>
              <a:gd name="csY0" fmla="*/ 1809750 h 1809750"/>
              <a:gd name="csX1" fmla="*/ 1809750 w 2100262"/>
              <a:gd name="csY1" fmla="*/ 0 h 1809750"/>
              <a:gd name="csX2" fmla="*/ 2100262 w 2100262"/>
              <a:gd name="csY2" fmla="*/ 290512 h 1809750"/>
              <a:gd name="csX3" fmla="*/ 2100262 w 2100262"/>
              <a:gd name="csY3" fmla="*/ 1804987 h 1809750"/>
              <a:gd name="csX4" fmla="*/ 14287 w 2100262"/>
              <a:gd name="csY4" fmla="*/ 1804987 h 1809750"/>
              <a:gd name="csX5" fmla="*/ 1809750 w 2100262"/>
              <a:gd name="csY5" fmla="*/ 9524 h 1809750"/>
              <a:gd name="csX6" fmla="*/ 1809750 w 2100262"/>
              <a:gd name="csY6" fmla="*/ 9524 h 1809750"/>
              <a:gd name="csX7" fmla="*/ 0 w 2100262"/>
              <a:gd name="csY7" fmla="*/ 1809750 h 1809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100262" h="1809750">
                <a:moveTo>
                  <a:pt x="0" y="1809750"/>
                </a:moveTo>
                <a:lnTo>
                  <a:pt x="1809750" y="0"/>
                </a:lnTo>
                <a:lnTo>
                  <a:pt x="2100262" y="290512"/>
                </a:lnTo>
                <a:lnTo>
                  <a:pt x="2100262" y="1804987"/>
                </a:lnTo>
                <a:lnTo>
                  <a:pt x="14287" y="1804987"/>
                </a:lnTo>
                <a:lnTo>
                  <a:pt x="1809750" y="9524"/>
                </a:lnTo>
                <a:lnTo>
                  <a:pt x="1809750" y="9524"/>
                </a:lnTo>
                <a:lnTo>
                  <a:pt x="0" y="1809750"/>
                </a:lnTo>
                <a:close/>
              </a:path>
            </a:pathLst>
          </a:cu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32635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imp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1190D-F682-511E-AB2C-E56E8201F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7479" y="365125"/>
            <a:ext cx="9256144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A8265-D6DC-BF6D-85FA-E42E03077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479" y="1825625"/>
            <a:ext cx="9256144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5ACFC950-D753-DFB9-9779-ECAC1683F41F}"/>
              </a:ext>
            </a:extLst>
          </p:cNvPr>
          <p:cNvSpPr/>
          <p:nvPr userDrawn="1"/>
        </p:nvSpPr>
        <p:spPr>
          <a:xfrm rot="5400000">
            <a:off x="-12791" y="-6742"/>
            <a:ext cx="1684730" cy="1684730"/>
          </a:xfrm>
          <a:prstGeom prst="rtTriangle">
            <a:avLst/>
          </a:pr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0C92444-EC3B-3CE5-6871-D8969E2A06F7}"/>
              </a:ext>
            </a:extLst>
          </p:cNvPr>
          <p:cNvSpPr/>
          <p:nvPr userDrawn="1"/>
        </p:nvSpPr>
        <p:spPr>
          <a:xfrm>
            <a:off x="10440882" y="-270"/>
            <a:ext cx="1759744" cy="1114425"/>
          </a:xfrm>
          <a:custGeom>
            <a:avLst/>
            <a:gdLst>
              <a:gd name="csX0" fmla="*/ 0 w 1759744"/>
              <a:gd name="csY0" fmla="*/ 0 h 1114425"/>
              <a:gd name="csX1" fmla="*/ 1114425 w 1759744"/>
              <a:gd name="csY1" fmla="*/ 1114425 h 1114425"/>
              <a:gd name="csX2" fmla="*/ 1759744 w 1759744"/>
              <a:gd name="csY2" fmla="*/ 469106 h 1114425"/>
              <a:gd name="csX3" fmla="*/ 1759744 w 1759744"/>
              <a:gd name="csY3" fmla="*/ 2381 h 1114425"/>
              <a:gd name="csX4" fmla="*/ 0 w 1759744"/>
              <a:gd name="csY4" fmla="*/ 0 h 1114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59744" h="1114425">
                <a:moveTo>
                  <a:pt x="0" y="0"/>
                </a:moveTo>
                <a:lnTo>
                  <a:pt x="1114425" y="1114425"/>
                </a:lnTo>
                <a:lnTo>
                  <a:pt x="1759744" y="469106"/>
                </a:lnTo>
                <a:lnTo>
                  <a:pt x="1759744" y="2381"/>
                </a:lnTo>
                <a:lnTo>
                  <a:pt x="0" y="0"/>
                </a:lnTo>
                <a:close/>
              </a:path>
            </a:pathLst>
          </a:custGeom>
          <a:solidFill>
            <a:srgbClr val="F1BB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4FDB794-04A0-CC33-A618-F40C2D4A7192}"/>
              </a:ext>
            </a:extLst>
          </p:cNvPr>
          <p:cNvSpPr/>
          <p:nvPr userDrawn="1"/>
        </p:nvSpPr>
        <p:spPr>
          <a:xfrm>
            <a:off x="10100364" y="5063707"/>
            <a:ext cx="2100262" cy="1809750"/>
          </a:xfrm>
          <a:custGeom>
            <a:avLst/>
            <a:gdLst>
              <a:gd name="csX0" fmla="*/ 0 w 2100262"/>
              <a:gd name="csY0" fmla="*/ 1809750 h 1809750"/>
              <a:gd name="csX1" fmla="*/ 1809750 w 2100262"/>
              <a:gd name="csY1" fmla="*/ 0 h 1809750"/>
              <a:gd name="csX2" fmla="*/ 2100262 w 2100262"/>
              <a:gd name="csY2" fmla="*/ 290512 h 1809750"/>
              <a:gd name="csX3" fmla="*/ 2100262 w 2100262"/>
              <a:gd name="csY3" fmla="*/ 1804987 h 1809750"/>
              <a:gd name="csX4" fmla="*/ 14287 w 2100262"/>
              <a:gd name="csY4" fmla="*/ 1804987 h 1809750"/>
              <a:gd name="csX5" fmla="*/ 1809750 w 2100262"/>
              <a:gd name="csY5" fmla="*/ 9524 h 1809750"/>
              <a:gd name="csX6" fmla="*/ 1809750 w 2100262"/>
              <a:gd name="csY6" fmla="*/ 9524 h 1809750"/>
              <a:gd name="csX7" fmla="*/ 0 w 2100262"/>
              <a:gd name="csY7" fmla="*/ 1809750 h 1809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100262" h="1809750">
                <a:moveTo>
                  <a:pt x="0" y="1809750"/>
                </a:moveTo>
                <a:lnTo>
                  <a:pt x="1809750" y="0"/>
                </a:lnTo>
                <a:lnTo>
                  <a:pt x="2100262" y="290512"/>
                </a:lnTo>
                <a:lnTo>
                  <a:pt x="2100262" y="1804987"/>
                </a:lnTo>
                <a:lnTo>
                  <a:pt x="14287" y="1804987"/>
                </a:lnTo>
                <a:lnTo>
                  <a:pt x="1809750" y="9524"/>
                </a:lnTo>
                <a:lnTo>
                  <a:pt x="1809750" y="9524"/>
                </a:lnTo>
                <a:lnTo>
                  <a:pt x="0" y="1809750"/>
                </a:lnTo>
                <a:close/>
              </a:path>
            </a:pathLst>
          </a:cu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Google Shape;102;p1">
            <a:extLst>
              <a:ext uri="{FF2B5EF4-FFF2-40B4-BE49-F238E27FC236}">
                <a16:creationId xmlns:a16="http://schemas.microsoft.com/office/drawing/2014/main" id="{C6F84729-8C7B-256A-74AA-272229A8701F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144545" y="6131419"/>
            <a:ext cx="1300096" cy="59005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01;p1">
            <a:extLst>
              <a:ext uri="{FF2B5EF4-FFF2-40B4-BE49-F238E27FC236}">
                <a16:creationId xmlns:a16="http://schemas.microsoft.com/office/drawing/2014/main" id="{C4A09761-B03F-554A-348A-463573F24C33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52082" y="6199703"/>
            <a:ext cx="1429300" cy="59005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935A5-A0D5-F2C9-C2C5-CDF31FC052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0DE7A7E6-4794-48E8-A5E1-2E8F8499B315}" type="slidenum">
              <a:rPr lang="en-CA" smtClean="0"/>
              <a:pPr/>
              <a:t>‹#›</a:t>
            </a:fld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8017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1190D-F682-511E-AB2C-E56E8201F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7479" y="365125"/>
            <a:ext cx="9256144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D2BD2FEA-4227-0367-3F81-6F16D3F2A15E}"/>
              </a:ext>
            </a:extLst>
          </p:cNvPr>
          <p:cNvSpPr>
            <a:spLocks noGrp="1"/>
          </p:cNvSpPr>
          <p:nvPr>
            <p:ph type="clipArt" sz="quarter" idx="10"/>
          </p:nvPr>
        </p:nvSpPr>
        <p:spPr>
          <a:xfrm>
            <a:off x="1397479" y="1915065"/>
            <a:ext cx="9256144" cy="391582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Right Triangle 10">
            <a:extLst>
              <a:ext uri="{FF2B5EF4-FFF2-40B4-BE49-F238E27FC236}">
                <a16:creationId xmlns:a16="http://schemas.microsoft.com/office/drawing/2014/main" id="{DC68526F-3176-767D-0C3F-589AA2C268B6}"/>
              </a:ext>
            </a:extLst>
          </p:cNvPr>
          <p:cNvSpPr/>
          <p:nvPr userDrawn="1"/>
        </p:nvSpPr>
        <p:spPr>
          <a:xfrm rot="5400000">
            <a:off x="-12791" y="-6742"/>
            <a:ext cx="1684730" cy="1684730"/>
          </a:xfrm>
          <a:prstGeom prst="rtTriangle">
            <a:avLst/>
          </a:pr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630476C-19AD-149E-AE8D-FF5A90C650B7}"/>
              </a:ext>
            </a:extLst>
          </p:cNvPr>
          <p:cNvSpPr/>
          <p:nvPr userDrawn="1"/>
        </p:nvSpPr>
        <p:spPr>
          <a:xfrm>
            <a:off x="10440882" y="-270"/>
            <a:ext cx="1759744" cy="1114425"/>
          </a:xfrm>
          <a:custGeom>
            <a:avLst/>
            <a:gdLst>
              <a:gd name="csX0" fmla="*/ 0 w 1759744"/>
              <a:gd name="csY0" fmla="*/ 0 h 1114425"/>
              <a:gd name="csX1" fmla="*/ 1114425 w 1759744"/>
              <a:gd name="csY1" fmla="*/ 1114425 h 1114425"/>
              <a:gd name="csX2" fmla="*/ 1759744 w 1759744"/>
              <a:gd name="csY2" fmla="*/ 469106 h 1114425"/>
              <a:gd name="csX3" fmla="*/ 1759744 w 1759744"/>
              <a:gd name="csY3" fmla="*/ 2381 h 1114425"/>
              <a:gd name="csX4" fmla="*/ 0 w 1759744"/>
              <a:gd name="csY4" fmla="*/ 0 h 1114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59744" h="1114425">
                <a:moveTo>
                  <a:pt x="0" y="0"/>
                </a:moveTo>
                <a:lnTo>
                  <a:pt x="1114425" y="1114425"/>
                </a:lnTo>
                <a:lnTo>
                  <a:pt x="1759744" y="469106"/>
                </a:lnTo>
                <a:lnTo>
                  <a:pt x="1759744" y="2381"/>
                </a:lnTo>
                <a:lnTo>
                  <a:pt x="0" y="0"/>
                </a:lnTo>
                <a:close/>
              </a:path>
            </a:pathLst>
          </a:custGeom>
          <a:solidFill>
            <a:srgbClr val="F1BB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B604135-A875-835C-5E0B-64FF791CAC0B}"/>
              </a:ext>
            </a:extLst>
          </p:cNvPr>
          <p:cNvSpPr/>
          <p:nvPr userDrawn="1"/>
        </p:nvSpPr>
        <p:spPr>
          <a:xfrm>
            <a:off x="10100364" y="5063707"/>
            <a:ext cx="2100262" cy="1809750"/>
          </a:xfrm>
          <a:custGeom>
            <a:avLst/>
            <a:gdLst>
              <a:gd name="csX0" fmla="*/ 0 w 2100262"/>
              <a:gd name="csY0" fmla="*/ 1809750 h 1809750"/>
              <a:gd name="csX1" fmla="*/ 1809750 w 2100262"/>
              <a:gd name="csY1" fmla="*/ 0 h 1809750"/>
              <a:gd name="csX2" fmla="*/ 2100262 w 2100262"/>
              <a:gd name="csY2" fmla="*/ 290512 h 1809750"/>
              <a:gd name="csX3" fmla="*/ 2100262 w 2100262"/>
              <a:gd name="csY3" fmla="*/ 1804987 h 1809750"/>
              <a:gd name="csX4" fmla="*/ 14287 w 2100262"/>
              <a:gd name="csY4" fmla="*/ 1804987 h 1809750"/>
              <a:gd name="csX5" fmla="*/ 1809750 w 2100262"/>
              <a:gd name="csY5" fmla="*/ 9524 h 1809750"/>
              <a:gd name="csX6" fmla="*/ 1809750 w 2100262"/>
              <a:gd name="csY6" fmla="*/ 9524 h 1809750"/>
              <a:gd name="csX7" fmla="*/ 0 w 2100262"/>
              <a:gd name="csY7" fmla="*/ 1809750 h 1809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100262" h="1809750">
                <a:moveTo>
                  <a:pt x="0" y="1809750"/>
                </a:moveTo>
                <a:lnTo>
                  <a:pt x="1809750" y="0"/>
                </a:lnTo>
                <a:lnTo>
                  <a:pt x="2100262" y="290512"/>
                </a:lnTo>
                <a:lnTo>
                  <a:pt x="2100262" y="1804987"/>
                </a:lnTo>
                <a:lnTo>
                  <a:pt x="14287" y="1804987"/>
                </a:lnTo>
                <a:lnTo>
                  <a:pt x="1809750" y="9524"/>
                </a:lnTo>
                <a:lnTo>
                  <a:pt x="1809750" y="9524"/>
                </a:lnTo>
                <a:lnTo>
                  <a:pt x="0" y="1809750"/>
                </a:lnTo>
                <a:close/>
              </a:path>
            </a:pathLst>
          </a:cu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4" name="Google Shape;102;p1">
            <a:extLst>
              <a:ext uri="{FF2B5EF4-FFF2-40B4-BE49-F238E27FC236}">
                <a16:creationId xmlns:a16="http://schemas.microsoft.com/office/drawing/2014/main" id="{983F88DD-28C9-3900-4B71-A8132135C9D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144545" y="6131419"/>
            <a:ext cx="1300096" cy="5900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01;p1">
            <a:extLst>
              <a:ext uri="{FF2B5EF4-FFF2-40B4-BE49-F238E27FC236}">
                <a16:creationId xmlns:a16="http://schemas.microsoft.com/office/drawing/2014/main" id="{6486F39D-62A5-D23A-B340-FCEF768AB5FC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52082" y="6199703"/>
            <a:ext cx="1429300" cy="59005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0EB6439-0330-F6FA-A92A-852E017E3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0DE7A7E6-4794-48E8-A5E1-2E8F8499B315}" type="slidenum">
              <a:rPr lang="en-CA" smtClean="0"/>
              <a:pPr/>
              <a:t>‹#›</a:t>
            </a:fld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2477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1190D-F682-511E-AB2C-E56E8201F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7479" y="365125"/>
            <a:ext cx="9256144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A8265-D6DC-BF6D-85FA-E42E03077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479" y="1825625"/>
            <a:ext cx="4399472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C52A4DD-2602-4C1C-4E3E-F02623B24A5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949860" y="1825625"/>
            <a:ext cx="4703763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16" name="Right Triangle 15">
            <a:extLst>
              <a:ext uri="{FF2B5EF4-FFF2-40B4-BE49-F238E27FC236}">
                <a16:creationId xmlns:a16="http://schemas.microsoft.com/office/drawing/2014/main" id="{247D5D0E-4D44-71C0-9400-8932F2943CBC}"/>
              </a:ext>
            </a:extLst>
          </p:cNvPr>
          <p:cNvSpPr/>
          <p:nvPr userDrawn="1"/>
        </p:nvSpPr>
        <p:spPr>
          <a:xfrm rot="5400000">
            <a:off x="-12791" y="-6742"/>
            <a:ext cx="1684730" cy="1684730"/>
          </a:xfrm>
          <a:prstGeom prst="rtTriangle">
            <a:avLst/>
          </a:pr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2FC7620-FB18-019D-B041-286087248A4F}"/>
              </a:ext>
            </a:extLst>
          </p:cNvPr>
          <p:cNvSpPr/>
          <p:nvPr userDrawn="1"/>
        </p:nvSpPr>
        <p:spPr>
          <a:xfrm>
            <a:off x="10440882" y="-270"/>
            <a:ext cx="1759744" cy="1114425"/>
          </a:xfrm>
          <a:custGeom>
            <a:avLst/>
            <a:gdLst>
              <a:gd name="csX0" fmla="*/ 0 w 1759744"/>
              <a:gd name="csY0" fmla="*/ 0 h 1114425"/>
              <a:gd name="csX1" fmla="*/ 1114425 w 1759744"/>
              <a:gd name="csY1" fmla="*/ 1114425 h 1114425"/>
              <a:gd name="csX2" fmla="*/ 1759744 w 1759744"/>
              <a:gd name="csY2" fmla="*/ 469106 h 1114425"/>
              <a:gd name="csX3" fmla="*/ 1759744 w 1759744"/>
              <a:gd name="csY3" fmla="*/ 2381 h 1114425"/>
              <a:gd name="csX4" fmla="*/ 0 w 1759744"/>
              <a:gd name="csY4" fmla="*/ 0 h 1114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59744" h="1114425">
                <a:moveTo>
                  <a:pt x="0" y="0"/>
                </a:moveTo>
                <a:lnTo>
                  <a:pt x="1114425" y="1114425"/>
                </a:lnTo>
                <a:lnTo>
                  <a:pt x="1759744" y="469106"/>
                </a:lnTo>
                <a:lnTo>
                  <a:pt x="1759744" y="2381"/>
                </a:lnTo>
                <a:lnTo>
                  <a:pt x="0" y="0"/>
                </a:lnTo>
                <a:close/>
              </a:path>
            </a:pathLst>
          </a:custGeom>
          <a:solidFill>
            <a:srgbClr val="F1BB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C5A3ED5-2D1D-E90E-819C-BE5119DA2180}"/>
              </a:ext>
            </a:extLst>
          </p:cNvPr>
          <p:cNvSpPr/>
          <p:nvPr userDrawn="1"/>
        </p:nvSpPr>
        <p:spPr>
          <a:xfrm>
            <a:off x="10100364" y="5063707"/>
            <a:ext cx="2100262" cy="1809750"/>
          </a:xfrm>
          <a:custGeom>
            <a:avLst/>
            <a:gdLst>
              <a:gd name="csX0" fmla="*/ 0 w 2100262"/>
              <a:gd name="csY0" fmla="*/ 1809750 h 1809750"/>
              <a:gd name="csX1" fmla="*/ 1809750 w 2100262"/>
              <a:gd name="csY1" fmla="*/ 0 h 1809750"/>
              <a:gd name="csX2" fmla="*/ 2100262 w 2100262"/>
              <a:gd name="csY2" fmla="*/ 290512 h 1809750"/>
              <a:gd name="csX3" fmla="*/ 2100262 w 2100262"/>
              <a:gd name="csY3" fmla="*/ 1804987 h 1809750"/>
              <a:gd name="csX4" fmla="*/ 14287 w 2100262"/>
              <a:gd name="csY4" fmla="*/ 1804987 h 1809750"/>
              <a:gd name="csX5" fmla="*/ 1809750 w 2100262"/>
              <a:gd name="csY5" fmla="*/ 9524 h 1809750"/>
              <a:gd name="csX6" fmla="*/ 1809750 w 2100262"/>
              <a:gd name="csY6" fmla="*/ 9524 h 1809750"/>
              <a:gd name="csX7" fmla="*/ 0 w 2100262"/>
              <a:gd name="csY7" fmla="*/ 1809750 h 1809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100262" h="1809750">
                <a:moveTo>
                  <a:pt x="0" y="1809750"/>
                </a:moveTo>
                <a:lnTo>
                  <a:pt x="1809750" y="0"/>
                </a:lnTo>
                <a:lnTo>
                  <a:pt x="2100262" y="290512"/>
                </a:lnTo>
                <a:lnTo>
                  <a:pt x="2100262" y="1804987"/>
                </a:lnTo>
                <a:lnTo>
                  <a:pt x="14287" y="1804987"/>
                </a:lnTo>
                <a:lnTo>
                  <a:pt x="1809750" y="9524"/>
                </a:lnTo>
                <a:lnTo>
                  <a:pt x="1809750" y="9524"/>
                </a:lnTo>
                <a:lnTo>
                  <a:pt x="0" y="1809750"/>
                </a:lnTo>
                <a:close/>
              </a:path>
            </a:pathLst>
          </a:cu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oogle Shape;102;p1">
            <a:extLst>
              <a:ext uri="{FF2B5EF4-FFF2-40B4-BE49-F238E27FC236}">
                <a16:creationId xmlns:a16="http://schemas.microsoft.com/office/drawing/2014/main" id="{AD986B78-4053-997D-B7A3-7EB96B0ACD8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144545" y="6131419"/>
            <a:ext cx="1300096" cy="5900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101;p1">
            <a:extLst>
              <a:ext uri="{FF2B5EF4-FFF2-40B4-BE49-F238E27FC236}">
                <a16:creationId xmlns:a16="http://schemas.microsoft.com/office/drawing/2014/main" id="{F5AF544C-F08B-CEC0-A5E3-62DBFDC6226C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52082" y="6199703"/>
            <a:ext cx="1429300" cy="59005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C62A165-EF7E-BC34-05B2-D9C5F885A5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0DE7A7E6-4794-48E8-A5E1-2E8F8499B315}" type="slidenum">
              <a:rPr lang="en-CA" smtClean="0"/>
              <a:pPr/>
              <a:t>‹#›</a:t>
            </a:fld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6761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1190D-F682-511E-AB2C-E56E8201F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7479" y="365125"/>
            <a:ext cx="9256144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A8265-D6DC-BF6D-85FA-E42E03077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479" y="1825625"/>
            <a:ext cx="4399472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16" name="Right Triangle 15">
            <a:extLst>
              <a:ext uri="{FF2B5EF4-FFF2-40B4-BE49-F238E27FC236}">
                <a16:creationId xmlns:a16="http://schemas.microsoft.com/office/drawing/2014/main" id="{247D5D0E-4D44-71C0-9400-8932F2943CBC}"/>
              </a:ext>
            </a:extLst>
          </p:cNvPr>
          <p:cNvSpPr/>
          <p:nvPr userDrawn="1"/>
        </p:nvSpPr>
        <p:spPr>
          <a:xfrm rot="5400000">
            <a:off x="-12791" y="-6742"/>
            <a:ext cx="1684730" cy="1684730"/>
          </a:xfrm>
          <a:prstGeom prst="rtTriangle">
            <a:avLst/>
          </a:pr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2FC7620-FB18-019D-B041-286087248A4F}"/>
              </a:ext>
            </a:extLst>
          </p:cNvPr>
          <p:cNvSpPr/>
          <p:nvPr userDrawn="1"/>
        </p:nvSpPr>
        <p:spPr>
          <a:xfrm>
            <a:off x="10440882" y="-270"/>
            <a:ext cx="1759744" cy="1114425"/>
          </a:xfrm>
          <a:custGeom>
            <a:avLst/>
            <a:gdLst>
              <a:gd name="csX0" fmla="*/ 0 w 1759744"/>
              <a:gd name="csY0" fmla="*/ 0 h 1114425"/>
              <a:gd name="csX1" fmla="*/ 1114425 w 1759744"/>
              <a:gd name="csY1" fmla="*/ 1114425 h 1114425"/>
              <a:gd name="csX2" fmla="*/ 1759744 w 1759744"/>
              <a:gd name="csY2" fmla="*/ 469106 h 1114425"/>
              <a:gd name="csX3" fmla="*/ 1759744 w 1759744"/>
              <a:gd name="csY3" fmla="*/ 2381 h 1114425"/>
              <a:gd name="csX4" fmla="*/ 0 w 1759744"/>
              <a:gd name="csY4" fmla="*/ 0 h 1114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59744" h="1114425">
                <a:moveTo>
                  <a:pt x="0" y="0"/>
                </a:moveTo>
                <a:lnTo>
                  <a:pt x="1114425" y="1114425"/>
                </a:lnTo>
                <a:lnTo>
                  <a:pt x="1759744" y="469106"/>
                </a:lnTo>
                <a:lnTo>
                  <a:pt x="1759744" y="2381"/>
                </a:lnTo>
                <a:lnTo>
                  <a:pt x="0" y="0"/>
                </a:lnTo>
                <a:close/>
              </a:path>
            </a:pathLst>
          </a:custGeom>
          <a:solidFill>
            <a:srgbClr val="F1BB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C5A3ED5-2D1D-E90E-819C-BE5119DA2180}"/>
              </a:ext>
            </a:extLst>
          </p:cNvPr>
          <p:cNvSpPr/>
          <p:nvPr userDrawn="1"/>
        </p:nvSpPr>
        <p:spPr>
          <a:xfrm>
            <a:off x="10100364" y="5063707"/>
            <a:ext cx="2100262" cy="1809750"/>
          </a:xfrm>
          <a:custGeom>
            <a:avLst/>
            <a:gdLst>
              <a:gd name="csX0" fmla="*/ 0 w 2100262"/>
              <a:gd name="csY0" fmla="*/ 1809750 h 1809750"/>
              <a:gd name="csX1" fmla="*/ 1809750 w 2100262"/>
              <a:gd name="csY1" fmla="*/ 0 h 1809750"/>
              <a:gd name="csX2" fmla="*/ 2100262 w 2100262"/>
              <a:gd name="csY2" fmla="*/ 290512 h 1809750"/>
              <a:gd name="csX3" fmla="*/ 2100262 w 2100262"/>
              <a:gd name="csY3" fmla="*/ 1804987 h 1809750"/>
              <a:gd name="csX4" fmla="*/ 14287 w 2100262"/>
              <a:gd name="csY4" fmla="*/ 1804987 h 1809750"/>
              <a:gd name="csX5" fmla="*/ 1809750 w 2100262"/>
              <a:gd name="csY5" fmla="*/ 9524 h 1809750"/>
              <a:gd name="csX6" fmla="*/ 1809750 w 2100262"/>
              <a:gd name="csY6" fmla="*/ 9524 h 1809750"/>
              <a:gd name="csX7" fmla="*/ 0 w 2100262"/>
              <a:gd name="csY7" fmla="*/ 1809750 h 1809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100262" h="1809750">
                <a:moveTo>
                  <a:pt x="0" y="1809750"/>
                </a:moveTo>
                <a:lnTo>
                  <a:pt x="1809750" y="0"/>
                </a:lnTo>
                <a:lnTo>
                  <a:pt x="2100262" y="290512"/>
                </a:lnTo>
                <a:lnTo>
                  <a:pt x="2100262" y="1804987"/>
                </a:lnTo>
                <a:lnTo>
                  <a:pt x="14287" y="1804987"/>
                </a:lnTo>
                <a:lnTo>
                  <a:pt x="1809750" y="9524"/>
                </a:lnTo>
                <a:lnTo>
                  <a:pt x="1809750" y="9524"/>
                </a:lnTo>
                <a:lnTo>
                  <a:pt x="0" y="1809750"/>
                </a:lnTo>
                <a:close/>
              </a:path>
            </a:pathLst>
          </a:cu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oogle Shape;102;p1">
            <a:extLst>
              <a:ext uri="{FF2B5EF4-FFF2-40B4-BE49-F238E27FC236}">
                <a16:creationId xmlns:a16="http://schemas.microsoft.com/office/drawing/2014/main" id="{AD986B78-4053-997D-B7A3-7EB96B0ACD8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144545" y="6131419"/>
            <a:ext cx="1300096" cy="5900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101;p1">
            <a:extLst>
              <a:ext uri="{FF2B5EF4-FFF2-40B4-BE49-F238E27FC236}">
                <a16:creationId xmlns:a16="http://schemas.microsoft.com/office/drawing/2014/main" id="{F5AF544C-F08B-CEC0-A5E3-62DBFDC6226C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52082" y="6199703"/>
            <a:ext cx="1429300" cy="59005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F740FA-5F11-150D-EDEE-3508AC2C5830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246510" y="1825625"/>
            <a:ext cx="4407113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18AF2DC-85AC-CDC8-148D-0790E83223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0DE7A7E6-4794-48E8-A5E1-2E8F8499B315}" type="slidenum">
              <a:rPr lang="en-CA" smtClean="0"/>
              <a:pPr/>
              <a:t>‹#›</a:t>
            </a:fld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446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1190D-F682-511E-AB2C-E56E8201F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7479" y="365125"/>
            <a:ext cx="9256144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056CCD09-8C97-80F4-3A87-B748C2C53E43}"/>
              </a:ext>
            </a:extLst>
          </p:cNvPr>
          <p:cNvSpPr/>
          <p:nvPr userDrawn="1"/>
        </p:nvSpPr>
        <p:spPr>
          <a:xfrm rot="5400000">
            <a:off x="-12791" y="-6742"/>
            <a:ext cx="1684730" cy="1684730"/>
          </a:xfrm>
          <a:prstGeom prst="rtTriangle">
            <a:avLst/>
          </a:pr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CD575C9-2B3D-0A7C-1E6A-F930BC8B3D68}"/>
              </a:ext>
            </a:extLst>
          </p:cNvPr>
          <p:cNvSpPr/>
          <p:nvPr userDrawn="1"/>
        </p:nvSpPr>
        <p:spPr>
          <a:xfrm>
            <a:off x="10440882" y="-270"/>
            <a:ext cx="1759744" cy="1114425"/>
          </a:xfrm>
          <a:custGeom>
            <a:avLst/>
            <a:gdLst>
              <a:gd name="csX0" fmla="*/ 0 w 1759744"/>
              <a:gd name="csY0" fmla="*/ 0 h 1114425"/>
              <a:gd name="csX1" fmla="*/ 1114425 w 1759744"/>
              <a:gd name="csY1" fmla="*/ 1114425 h 1114425"/>
              <a:gd name="csX2" fmla="*/ 1759744 w 1759744"/>
              <a:gd name="csY2" fmla="*/ 469106 h 1114425"/>
              <a:gd name="csX3" fmla="*/ 1759744 w 1759744"/>
              <a:gd name="csY3" fmla="*/ 2381 h 1114425"/>
              <a:gd name="csX4" fmla="*/ 0 w 1759744"/>
              <a:gd name="csY4" fmla="*/ 0 h 1114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59744" h="1114425">
                <a:moveTo>
                  <a:pt x="0" y="0"/>
                </a:moveTo>
                <a:lnTo>
                  <a:pt x="1114425" y="1114425"/>
                </a:lnTo>
                <a:lnTo>
                  <a:pt x="1759744" y="469106"/>
                </a:lnTo>
                <a:lnTo>
                  <a:pt x="1759744" y="2381"/>
                </a:lnTo>
                <a:lnTo>
                  <a:pt x="0" y="0"/>
                </a:lnTo>
                <a:close/>
              </a:path>
            </a:pathLst>
          </a:custGeom>
          <a:solidFill>
            <a:srgbClr val="F1BB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40511BE-0747-29E6-ACE5-CB4A28D146D6}"/>
              </a:ext>
            </a:extLst>
          </p:cNvPr>
          <p:cNvSpPr/>
          <p:nvPr userDrawn="1"/>
        </p:nvSpPr>
        <p:spPr>
          <a:xfrm>
            <a:off x="10100364" y="5063707"/>
            <a:ext cx="2100262" cy="1809750"/>
          </a:xfrm>
          <a:custGeom>
            <a:avLst/>
            <a:gdLst>
              <a:gd name="csX0" fmla="*/ 0 w 2100262"/>
              <a:gd name="csY0" fmla="*/ 1809750 h 1809750"/>
              <a:gd name="csX1" fmla="*/ 1809750 w 2100262"/>
              <a:gd name="csY1" fmla="*/ 0 h 1809750"/>
              <a:gd name="csX2" fmla="*/ 2100262 w 2100262"/>
              <a:gd name="csY2" fmla="*/ 290512 h 1809750"/>
              <a:gd name="csX3" fmla="*/ 2100262 w 2100262"/>
              <a:gd name="csY3" fmla="*/ 1804987 h 1809750"/>
              <a:gd name="csX4" fmla="*/ 14287 w 2100262"/>
              <a:gd name="csY4" fmla="*/ 1804987 h 1809750"/>
              <a:gd name="csX5" fmla="*/ 1809750 w 2100262"/>
              <a:gd name="csY5" fmla="*/ 9524 h 1809750"/>
              <a:gd name="csX6" fmla="*/ 1809750 w 2100262"/>
              <a:gd name="csY6" fmla="*/ 9524 h 1809750"/>
              <a:gd name="csX7" fmla="*/ 0 w 2100262"/>
              <a:gd name="csY7" fmla="*/ 1809750 h 1809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100262" h="1809750">
                <a:moveTo>
                  <a:pt x="0" y="1809750"/>
                </a:moveTo>
                <a:lnTo>
                  <a:pt x="1809750" y="0"/>
                </a:lnTo>
                <a:lnTo>
                  <a:pt x="2100262" y="290512"/>
                </a:lnTo>
                <a:lnTo>
                  <a:pt x="2100262" y="1804987"/>
                </a:lnTo>
                <a:lnTo>
                  <a:pt x="14287" y="1804987"/>
                </a:lnTo>
                <a:lnTo>
                  <a:pt x="1809750" y="9524"/>
                </a:lnTo>
                <a:lnTo>
                  <a:pt x="1809750" y="9524"/>
                </a:lnTo>
                <a:lnTo>
                  <a:pt x="0" y="1809750"/>
                </a:lnTo>
                <a:close/>
              </a:path>
            </a:pathLst>
          </a:cu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2" name="Google Shape;102;p1">
            <a:extLst>
              <a:ext uri="{FF2B5EF4-FFF2-40B4-BE49-F238E27FC236}">
                <a16:creationId xmlns:a16="http://schemas.microsoft.com/office/drawing/2014/main" id="{0BB4A561-3E81-67FA-0556-A0C00AFF606C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144545" y="6131419"/>
            <a:ext cx="1300096" cy="5900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01;p1">
            <a:extLst>
              <a:ext uri="{FF2B5EF4-FFF2-40B4-BE49-F238E27FC236}">
                <a16:creationId xmlns:a16="http://schemas.microsoft.com/office/drawing/2014/main" id="{67AF2E16-3B87-74F4-56AD-A3900BC733FB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52082" y="6199703"/>
            <a:ext cx="1429300" cy="59005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BAF17C0-5FA7-2F33-8298-CA149EFA97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0DE7A7E6-4794-48E8-A5E1-2E8F8499B315}" type="slidenum">
              <a:rPr lang="en-CA" smtClean="0"/>
              <a:pPr/>
              <a:t>‹#›</a:t>
            </a:fld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248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>
            <a:extLst>
              <a:ext uri="{FF2B5EF4-FFF2-40B4-BE49-F238E27FC236}">
                <a16:creationId xmlns:a16="http://schemas.microsoft.com/office/drawing/2014/main" id="{87B7ED9D-ADC4-9DE6-902B-C33C0CD5244A}"/>
              </a:ext>
            </a:extLst>
          </p:cNvPr>
          <p:cNvSpPr/>
          <p:nvPr userDrawn="1"/>
        </p:nvSpPr>
        <p:spPr>
          <a:xfrm rot="5400000">
            <a:off x="-12791" y="-6742"/>
            <a:ext cx="1684730" cy="1684730"/>
          </a:xfrm>
          <a:prstGeom prst="rtTriangle">
            <a:avLst/>
          </a:pr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90D1A08-3C4E-621B-9834-396DEFDEFA71}"/>
              </a:ext>
            </a:extLst>
          </p:cNvPr>
          <p:cNvSpPr/>
          <p:nvPr userDrawn="1"/>
        </p:nvSpPr>
        <p:spPr>
          <a:xfrm>
            <a:off x="10440882" y="-270"/>
            <a:ext cx="1759744" cy="1114425"/>
          </a:xfrm>
          <a:custGeom>
            <a:avLst/>
            <a:gdLst>
              <a:gd name="csX0" fmla="*/ 0 w 1759744"/>
              <a:gd name="csY0" fmla="*/ 0 h 1114425"/>
              <a:gd name="csX1" fmla="*/ 1114425 w 1759744"/>
              <a:gd name="csY1" fmla="*/ 1114425 h 1114425"/>
              <a:gd name="csX2" fmla="*/ 1759744 w 1759744"/>
              <a:gd name="csY2" fmla="*/ 469106 h 1114425"/>
              <a:gd name="csX3" fmla="*/ 1759744 w 1759744"/>
              <a:gd name="csY3" fmla="*/ 2381 h 1114425"/>
              <a:gd name="csX4" fmla="*/ 0 w 1759744"/>
              <a:gd name="csY4" fmla="*/ 0 h 1114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59744" h="1114425">
                <a:moveTo>
                  <a:pt x="0" y="0"/>
                </a:moveTo>
                <a:lnTo>
                  <a:pt x="1114425" y="1114425"/>
                </a:lnTo>
                <a:lnTo>
                  <a:pt x="1759744" y="469106"/>
                </a:lnTo>
                <a:lnTo>
                  <a:pt x="1759744" y="2381"/>
                </a:lnTo>
                <a:lnTo>
                  <a:pt x="0" y="0"/>
                </a:lnTo>
                <a:close/>
              </a:path>
            </a:pathLst>
          </a:custGeom>
          <a:solidFill>
            <a:srgbClr val="F1BB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E1D6C17-0689-F85E-5E97-AC72F7789216}"/>
              </a:ext>
            </a:extLst>
          </p:cNvPr>
          <p:cNvSpPr/>
          <p:nvPr userDrawn="1"/>
        </p:nvSpPr>
        <p:spPr>
          <a:xfrm>
            <a:off x="10100364" y="5063707"/>
            <a:ext cx="2100262" cy="1809750"/>
          </a:xfrm>
          <a:custGeom>
            <a:avLst/>
            <a:gdLst>
              <a:gd name="csX0" fmla="*/ 0 w 2100262"/>
              <a:gd name="csY0" fmla="*/ 1809750 h 1809750"/>
              <a:gd name="csX1" fmla="*/ 1809750 w 2100262"/>
              <a:gd name="csY1" fmla="*/ 0 h 1809750"/>
              <a:gd name="csX2" fmla="*/ 2100262 w 2100262"/>
              <a:gd name="csY2" fmla="*/ 290512 h 1809750"/>
              <a:gd name="csX3" fmla="*/ 2100262 w 2100262"/>
              <a:gd name="csY3" fmla="*/ 1804987 h 1809750"/>
              <a:gd name="csX4" fmla="*/ 14287 w 2100262"/>
              <a:gd name="csY4" fmla="*/ 1804987 h 1809750"/>
              <a:gd name="csX5" fmla="*/ 1809750 w 2100262"/>
              <a:gd name="csY5" fmla="*/ 9524 h 1809750"/>
              <a:gd name="csX6" fmla="*/ 1809750 w 2100262"/>
              <a:gd name="csY6" fmla="*/ 9524 h 1809750"/>
              <a:gd name="csX7" fmla="*/ 0 w 2100262"/>
              <a:gd name="csY7" fmla="*/ 1809750 h 1809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100262" h="1809750">
                <a:moveTo>
                  <a:pt x="0" y="1809750"/>
                </a:moveTo>
                <a:lnTo>
                  <a:pt x="1809750" y="0"/>
                </a:lnTo>
                <a:lnTo>
                  <a:pt x="2100262" y="290512"/>
                </a:lnTo>
                <a:lnTo>
                  <a:pt x="2100262" y="1804987"/>
                </a:lnTo>
                <a:lnTo>
                  <a:pt x="14287" y="1804987"/>
                </a:lnTo>
                <a:lnTo>
                  <a:pt x="1809750" y="9524"/>
                </a:lnTo>
                <a:lnTo>
                  <a:pt x="1809750" y="9524"/>
                </a:lnTo>
                <a:lnTo>
                  <a:pt x="0" y="1809750"/>
                </a:lnTo>
                <a:close/>
              </a:path>
            </a:pathLst>
          </a:custGeom>
          <a:solidFill>
            <a:srgbClr val="102E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2" name="Google Shape;102;p1">
            <a:extLst>
              <a:ext uri="{FF2B5EF4-FFF2-40B4-BE49-F238E27FC236}">
                <a16:creationId xmlns:a16="http://schemas.microsoft.com/office/drawing/2014/main" id="{E9841F40-2EEF-5061-BEFF-DD39CD26149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144545" y="6131419"/>
            <a:ext cx="1300096" cy="5900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01;p1">
            <a:extLst>
              <a:ext uri="{FF2B5EF4-FFF2-40B4-BE49-F238E27FC236}">
                <a16:creationId xmlns:a16="http://schemas.microsoft.com/office/drawing/2014/main" id="{FAD21B16-1D07-A325-1339-9E91223DDD1D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52082" y="6199703"/>
            <a:ext cx="1429300" cy="59005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A1B4779-5B8A-6D8E-3A62-249106589D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0DE7A7E6-4794-48E8-A5E1-2E8F8499B315}" type="slidenum">
              <a:rPr lang="en-CA" smtClean="0"/>
              <a:pPr/>
              <a:t>‹#›</a:t>
            </a:fld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885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17B0A9-3C94-3B32-9486-075DA69C0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92A749-D7E4-884C-A159-BC8ECE477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49EC9-0BEC-D76D-DB70-0F08AE69A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58180-9FEA-000D-6CCA-C5E2ADD9B5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C66671-0617-A66C-4498-98ED656BE4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E7A7E6-4794-48E8-A5E1-2E8F8499B31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61851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701" r:id="rId3"/>
    <p:sldLayoutId id="2147483698" r:id="rId4"/>
    <p:sldLayoutId id="2147483702" r:id="rId5"/>
    <p:sldLayoutId id="2147483700" r:id="rId6"/>
    <p:sldLayoutId id="2147483699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78DA0-819E-AB54-1E7C-6E0A421AA5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81400" y="1122363"/>
            <a:ext cx="7452360" cy="2975184"/>
          </a:xfrm>
        </p:spPr>
        <p:txBody>
          <a:bodyPr>
            <a:normAutofit/>
          </a:bodyPr>
          <a:lstStyle/>
          <a:p>
            <a:r>
              <a:rPr lang="en-US" noProof="0" dirty="0"/>
              <a:t>Updates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EFD950-FE96-2C25-4CDC-D891EFCFA3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1398" y="4261450"/>
            <a:ext cx="7452360" cy="638354"/>
          </a:xfrm>
        </p:spPr>
        <p:txBody>
          <a:bodyPr/>
          <a:lstStyle/>
          <a:p>
            <a:r>
              <a:rPr lang="en-US" noProof="0" dirty="0"/>
              <a:t>2026-09-10</a:t>
            </a:r>
          </a:p>
        </p:txBody>
      </p:sp>
    </p:spTree>
    <p:extLst>
      <p:ext uri="{BB962C8B-B14F-4D97-AF65-F5344CB8AC3E}">
        <p14:creationId xmlns:p14="http://schemas.microsoft.com/office/powerpoint/2010/main" val="447853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8A79-B223-AA3F-403F-DFD5E2FE1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721A9-4A3E-7117-45B7-094AE8898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RHD2164: B.O.</a:t>
            </a:r>
          </a:p>
          <a:p>
            <a:pPr lvl="1"/>
            <a:r>
              <a:rPr lang="en-US" dirty="0"/>
              <a:t>Had to redesign some of the boards</a:t>
            </a:r>
          </a:p>
          <a:p>
            <a:pPr lvl="1"/>
            <a:r>
              <a:rPr lang="en-US" dirty="0"/>
              <a:t>Main change: 1x RHD2164 -&gt; 2x RHD2132</a:t>
            </a:r>
          </a:p>
          <a:p>
            <a:endParaRPr lang="en-US" dirty="0"/>
          </a:p>
          <a:p>
            <a:r>
              <a:rPr lang="en-US" dirty="0"/>
              <a:t>All the redesigns are done</a:t>
            </a:r>
          </a:p>
          <a:p>
            <a:pPr lvl="1"/>
            <a:r>
              <a:rPr lang="en-US" dirty="0"/>
              <a:t>PCB review: In progress</a:t>
            </a:r>
          </a:p>
          <a:p>
            <a:pPr lvl="1"/>
            <a:r>
              <a:rPr lang="en-US" dirty="0"/>
              <a:t>BOM: Waiting on 1 quote only (RHD2132)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10375-284B-BE9D-5445-713A940DFB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DE7A7E6-4794-48E8-A5E1-2E8F8499B315}" type="slidenum">
              <a:rPr lang="en-CA" smtClean="0"/>
              <a:pPr/>
              <a:t>2</a:t>
            </a:fld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526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159E0D-BFD3-0C51-896A-2F3B00C62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Issue (Before)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B77E48-0ADB-469F-54E8-BBFB335B97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DE7A7E6-4794-48E8-A5E1-2E8F8499B315}" type="slidenum">
              <a:rPr lang="en-CA" smtClean="0"/>
              <a:pPr/>
              <a:t>3</a:t>
            </a:fld>
            <a:endParaRPr lang="en-CA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16139-562B-FFBD-7C38-915A4D8BC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748" y="1557013"/>
            <a:ext cx="3611606" cy="4935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6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082D0-BEE5-14BE-1680-ED7AC029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Issue (After)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A84D21-4FB2-F2D7-7630-CDD91395C4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DE7A7E6-4794-48E8-A5E1-2E8F8499B315}" type="slidenum">
              <a:rPr lang="en-CA" smtClean="0"/>
              <a:pPr/>
              <a:t>4</a:t>
            </a:fld>
            <a:endParaRPr lang="en-CA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C806BD-1678-9ACA-BE11-66DA75021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1797" y="1789042"/>
            <a:ext cx="3017064" cy="39801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93A152-4B6E-774B-EB31-A135CB6C6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8304" y="1789042"/>
            <a:ext cx="3118922" cy="398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895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81D49-9C92-6B76-B180-E25FF867F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1DB8020-0FB5-9202-45E6-BF3CB70D4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Issue (Before)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4A28E-2680-6E4E-961B-0EBCDBF9CC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DE7A7E6-4794-48E8-A5E1-2E8F8499B315}" type="slidenum">
              <a:rPr lang="en-CA" smtClean="0"/>
              <a:pPr/>
              <a:t>5</a:t>
            </a:fld>
            <a:endParaRPr lang="en-CA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B4AD38-E754-8CC4-416E-DE1B09A1B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710" y="1690688"/>
            <a:ext cx="4593682" cy="485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47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5B41C-A5FC-6094-1351-F519A280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F34C8-A281-67AD-2D8D-7D16CF422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Issue (After)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D4A819-E453-8C78-709E-9383ECE7F7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DE7A7E6-4794-48E8-A5E1-2E8F8499B315}" type="slidenum">
              <a:rPr lang="en-CA" smtClean="0"/>
              <a:pPr/>
              <a:t>6</a:t>
            </a:fld>
            <a:endParaRPr lang="en-CA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79B6A9-1EB8-3396-08F1-003E20B4F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7598" y="1690688"/>
            <a:ext cx="4664969" cy="492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143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755E7-6CA1-A8E7-F069-AAEEA8FDD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Mechanical Setup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108864-7E04-F637-C26C-0C59BC3440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DE7A7E6-4794-48E8-A5E1-2E8F8499B315}" type="slidenum">
              <a:rPr lang="en-CA" smtClean="0"/>
              <a:pPr/>
              <a:t>7</a:t>
            </a:fld>
            <a:endParaRPr lang="en-CA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896FF0-55F1-4C52-7F15-7CD865727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116" y="1653386"/>
            <a:ext cx="5540220" cy="355122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415BA7-B9FC-6BE6-6366-F37655E0B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637" y="2615728"/>
            <a:ext cx="5673248" cy="166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292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59441C-4A06-5F61-BC1E-BC9396261A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DE7A7E6-4794-48E8-A5E1-2E8F8499B315}" type="slidenum">
              <a:rPr lang="en-CA" smtClean="0"/>
              <a:pPr/>
              <a:t>8</a:t>
            </a:fld>
            <a:endParaRPr lang="en-CA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3A09010-9AD5-3370-3CD7-D03B00964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05" y="115388"/>
            <a:ext cx="8169966" cy="662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552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7D4C02-D50F-EF02-55FA-39BB68A3A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BD4F28-164C-0380-02E0-FA56FBB1D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PCB Review / Correct the designs / Order</a:t>
            </a:r>
          </a:p>
          <a:p>
            <a:r>
              <a:rPr lang="en-US" dirty="0"/>
              <a:t>Scholarships applications</a:t>
            </a:r>
          </a:p>
          <a:p>
            <a:r>
              <a:rPr lang="en-US" dirty="0"/>
              <a:t>Test plans and protocol preparation</a:t>
            </a:r>
          </a:p>
          <a:p>
            <a:r>
              <a:rPr lang="en-US" dirty="0"/>
              <a:t>Prepare code for collecting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5E5551-EEBF-AEC6-D27B-67C0BA1AC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DE7A7E6-4794-48E8-A5E1-2E8F8499B315}" type="slidenum">
              <a:rPr lang="en-CA" smtClean="0"/>
              <a:pPr/>
              <a:t>9</a:t>
            </a:fld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10276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97</Words>
  <Application>Microsoft Office PowerPoint</Application>
  <PresentationFormat>Widescreen</PresentationFormat>
  <Paragraphs>28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Updates</vt:lpstr>
      <vt:lpstr>Design Issues</vt:lpstr>
      <vt:lpstr>Design Issue (Before)</vt:lpstr>
      <vt:lpstr>Design Issue (After)</vt:lpstr>
      <vt:lpstr>Design Issue (Before)</vt:lpstr>
      <vt:lpstr>Design Issue (After)</vt:lpstr>
      <vt:lpstr>Mechanical Setup</vt:lpstr>
      <vt:lpstr>PowerPoint Presentation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Bergeron</dc:creator>
  <cp:lastModifiedBy>Olivier Bergeron</cp:lastModifiedBy>
  <cp:revision>9</cp:revision>
  <dcterms:created xsi:type="dcterms:W3CDTF">2026-04-09T21:18:57Z</dcterms:created>
  <dcterms:modified xsi:type="dcterms:W3CDTF">2026-09-10T15:28:35Z</dcterms:modified>
</cp:coreProperties>
</file>