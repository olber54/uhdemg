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3"/>
  </p:sldMasterIdLst>
  <p:notesMasterIdLst>
    <p:notesMasterId r:id="rId14"/>
  </p:notesMasterIdLst>
  <p:sldIdLst>
    <p:sldId id="302" r:id="rId4"/>
    <p:sldId id="383" r:id="rId5"/>
    <p:sldId id="384" r:id="rId6"/>
    <p:sldId id="385" r:id="rId7"/>
    <p:sldId id="386" r:id="rId8"/>
    <p:sldId id="387" r:id="rId9"/>
    <p:sldId id="388" r:id="rId10"/>
    <p:sldId id="389" r:id="rId11"/>
    <p:sldId id="390" r:id="rId12"/>
    <p:sldId id="391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050"/>
    <a:srgbClr val="FFFF00"/>
    <a:srgbClr val="0652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8809240-17C9-4C2E-AA7B-36DB37CB0F57}" v="17" dt="2026-01-16T16:48:31.08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ableStyles" Target="tableStyles.xml"/><Relationship Id="rId3" Type="http://schemas.openxmlformats.org/officeDocument/2006/relationships/slideMaster" Target="slideMasters/slide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microsoft.com/office/2016/11/relationships/changesInfo" Target="changesInfos/changesInfo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livier Bergeron" userId="25eb1b54-485f-4e43-901d-d18d08f0214c" providerId="ADAL" clId="{29DD34B8-463E-481B-8BB8-7C2F32D58337}"/>
    <pc:docChg chg="undo redo custSel addSld delSld modSld">
      <pc:chgData name="Olivier Bergeron" userId="25eb1b54-485f-4e43-901d-d18d08f0214c" providerId="ADAL" clId="{29DD34B8-463E-481B-8BB8-7C2F32D58337}" dt="2026-01-16T16:51:59.073" v="1539" actId="20577"/>
      <pc:docMkLst>
        <pc:docMk/>
      </pc:docMkLst>
      <pc:sldChg chg="modSp mod">
        <pc:chgData name="Olivier Bergeron" userId="25eb1b54-485f-4e43-901d-d18d08f0214c" providerId="ADAL" clId="{29DD34B8-463E-481B-8BB8-7C2F32D58337}" dt="2026-01-16T16:14:57.476" v="6" actId="20577"/>
        <pc:sldMkLst>
          <pc:docMk/>
          <pc:sldMk cId="0" sldId="302"/>
        </pc:sldMkLst>
        <pc:spChg chg="mod">
          <ac:chgData name="Olivier Bergeron" userId="25eb1b54-485f-4e43-901d-d18d08f0214c" providerId="ADAL" clId="{29DD34B8-463E-481B-8BB8-7C2F32D58337}" dt="2026-01-16T16:14:57.476" v="6" actId="20577"/>
          <ac:spMkLst>
            <pc:docMk/>
            <pc:sldMk cId="0" sldId="302"/>
            <ac:spMk id="99" creationId="{00000000-0000-0000-0000-000000000000}"/>
          </ac:spMkLst>
        </pc:spChg>
      </pc:sldChg>
      <pc:sldChg chg="addSp modSp mod">
        <pc:chgData name="Olivier Bergeron" userId="25eb1b54-485f-4e43-901d-d18d08f0214c" providerId="ADAL" clId="{29DD34B8-463E-481B-8BB8-7C2F32D58337}" dt="2026-01-16T16:51:59.073" v="1539" actId="20577"/>
        <pc:sldMkLst>
          <pc:docMk/>
          <pc:sldMk cId="1414278494" sldId="383"/>
        </pc:sldMkLst>
        <pc:spChg chg="mod">
          <ac:chgData name="Olivier Bergeron" userId="25eb1b54-485f-4e43-901d-d18d08f0214c" providerId="ADAL" clId="{29DD34B8-463E-481B-8BB8-7C2F32D58337}" dt="2026-01-16T16:26:40.064" v="74" actId="20577"/>
          <ac:spMkLst>
            <pc:docMk/>
            <pc:sldMk cId="1414278494" sldId="383"/>
            <ac:spMk id="2" creationId="{18048F7F-64D3-735E-583A-101D87082AD9}"/>
          </ac:spMkLst>
        </pc:spChg>
        <pc:spChg chg="mod">
          <ac:chgData name="Olivier Bergeron" userId="25eb1b54-485f-4e43-901d-d18d08f0214c" providerId="ADAL" clId="{29DD34B8-463E-481B-8BB8-7C2F32D58337}" dt="2026-01-16T16:51:59.073" v="1539" actId="20577"/>
          <ac:spMkLst>
            <pc:docMk/>
            <pc:sldMk cId="1414278494" sldId="383"/>
            <ac:spMk id="3" creationId="{BD037286-E129-6F50-7D39-9643009A53E7}"/>
          </ac:spMkLst>
        </pc:spChg>
        <pc:picChg chg="add mod">
          <ac:chgData name="Olivier Bergeron" userId="25eb1b54-485f-4e43-901d-d18d08f0214c" providerId="ADAL" clId="{29DD34B8-463E-481B-8BB8-7C2F32D58337}" dt="2026-01-16T16:51:46.674" v="1532" actId="1076"/>
          <ac:picMkLst>
            <pc:docMk/>
            <pc:sldMk cId="1414278494" sldId="383"/>
            <ac:picMk id="4" creationId="{AC7216B0-9AE7-386C-8D93-4B0BB56D2CBC}"/>
          </ac:picMkLst>
        </pc:picChg>
      </pc:sldChg>
      <pc:sldChg chg="addSp delSp modSp add mod">
        <pc:chgData name="Olivier Bergeron" userId="25eb1b54-485f-4e43-901d-d18d08f0214c" providerId="ADAL" clId="{29DD34B8-463E-481B-8BB8-7C2F32D58337}" dt="2026-01-16T16:29:01.938" v="119" actId="20577"/>
        <pc:sldMkLst>
          <pc:docMk/>
          <pc:sldMk cId="701593967" sldId="384"/>
        </pc:sldMkLst>
        <pc:spChg chg="mod">
          <ac:chgData name="Olivier Bergeron" userId="25eb1b54-485f-4e43-901d-d18d08f0214c" providerId="ADAL" clId="{29DD34B8-463E-481B-8BB8-7C2F32D58337}" dt="2026-01-16T16:27:24.422" v="104" actId="20577"/>
          <ac:spMkLst>
            <pc:docMk/>
            <pc:sldMk cId="701593967" sldId="384"/>
            <ac:spMk id="2" creationId="{239437D2-8F48-D24E-4F9A-B707DAF56C9F}"/>
          </ac:spMkLst>
        </pc:spChg>
        <pc:spChg chg="del">
          <ac:chgData name="Olivier Bergeron" userId="25eb1b54-485f-4e43-901d-d18d08f0214c" providerId="ADAL" clId="{29DD34B8-463E-481B-8BB8-7C2F32D58337}" dt="2026-01-16T16:26:56.719" v="78" actId="478"/>
          <ac:spMkLst>
            <pc:docMk/>
            <pc:sldMk cId="701593967" sldId="384"/>
            <ac:spMk id="3" creationId="{D32633D5-9915-4DE2-9885-5F60363952B4}"/>
          </ac:spMkLst>
        </pc:spChg>
        <pc:spChg chg="add del mod">
          <ac:chgData name="Olivier Bergeron" userId="25eb1b54-485f-4e43-901d-d18d08f0214c" providerId="ADAL" clId="{29DD34B8-463E-481B-8BB8-7C2F32D58337}" dt="2026-01-16T16:26:58.873" v="79" actId="478"/>
          <ac:spMkLst>
            <pc:docMk/>
            <pc:sldMk cId="701593967" sldId="384"/>
            <ac:spMk id="6" creationId="{1F03F17D-EDE9-F61C-0AF0-4622BA687338}"/>
          </ac:spMkLst>
        </pc:spChg>
        <pc:spChg chg="add mod">
          <ac:chgData name="Olivier Bergeron" userId="25eb1b54-485f-4e43-901d-d18d08f0214c" providerId="ADAL" clId="{29DD34B8-463E-481B-8BB8-7C2F32D58337}" dt="2026-01-16T16:29:01.938" v="119" actId="20577"/>
          <ac:spMkLst>
            <pc:docMk/>
            <pc:sldMk cId="701593967" sldId="384"/>
            <ac:spMk id="8" creationId="{66F50752-5418-BB4D-74E9-97780BD653BD}"/>
          </ac:spMkLst>
        </pc:spChg>
        <pc:picChg chg="del">
          <ac:chgData name="Olivier Bergeron" userId="25eb1b54-485f-4e43-901d-d18d08f0214c" providerId="ADAL" clId="{29DD34B8-463E-481B-8BB8-7C2F32D58337}" dt="2026-01-16T16:26:48.431" v="76" actId="478"/>
          <ac:picMkLst>
            <pc:docMk/>
            <pc:sldMk cId="701593967" sldId="384"/>
            <ac:picMk id="4" creationId="{BFBFDA96-D8CA-3B73-7700-9424055F0BCE}"/>
          </ac:picMkLst>
        </pc:picChg>
      </pc:sldChg>
      <pc:sldChg chg="modSp add mod">
        <pc:chgData name="Olivier Bergeron" userId="25eb1b54-485f-4e43-901d-d18d08f0214c" providerId="ADAL" clId="{29DD34B8-463E-481B-8BB8-7C2F32D58337}" dt="2026-01-16T16:45:28.474" v="1340" actId="33524"/>
        <pc:sldMkLst>
          <pc:docMk/>
          <pc:sldMk cId="2413982282" sldId="385"/>
        </pc:sldMkLst>
        <pc:spChg chg="mod">
          <ac:chgData name="Olivier Bergeron" userId="25eb1b54-485f-4e43-901d-d18d08f0214c" providerId="ADAL" clId="{29DD34B8-463E-481B-8BB8-7C2F32D58337}" dt="2026-01-16T16:45:28.474" v="1340" actId="33524"/>
          <ac:spMkLst>
            <pc:docMk/>
            <pc:sldMk cId="2413982282" sldId="385"/>
            <ac:spMk id="8" creationId="{3F8DF547-3CDB-12E4-E6F9-D2AFB474D912}"/>
          </ac:spMkLst>
        </pc:spChg>
      </pc:sldChg>
      <pc:sldChg chg="modSp add mod">
        <pc:chgData name="Olivier Bergeron" userId="25eb1b54-485f-4e43-901d-d18d08f0214c" providerId="ADAL" clId="{29DD34B8-463E-481B-8BB8-7C2F32D58337}" dt="2026-01-16T16:36:59.340" v="758" actId="20577"/>
        <pc:sldMkLst>
          <pc:docMk/>
          <pc:sldMk cId="1040143459" sldId="386"/>
        </pc:sldMkLst>
        <pc:spChg chg="mod">
          <ac:chgData name="Olivier Bergeron" userId="25eb1b54-485f-4e43-901d-d18d08f0214c" providerId="ADAL" clId="{29DD34B8-463E-481B-8BB8-7C2F32D58337}" dt="2026-01-16T16:36:59.340" v="758" actId="20577"/>
          <ac:spMkLst>
            <pc:docMk/>
            <pc:sldMk cId="1040143459" sldId="386"/>
            <ac:spMk id="8" creationId="{98D3CC0D-C680-4915-49BE-E67754A5E636}"/>
          </ac:spMkLst>
        </pc:spChg>
      </pc:sldChg>
      <pc:sldChg chg="modSp add mod">
        <pc:chgData name="Olivier Bergeron" userId="25eb1b54-485f-4e43-901d-d18d08f0214c" providerId="ADAL" clId="{29DD34B8-463E-481B-8BB8-7C2F32D58337}" dt="2026-01-16T16:38:54.254" v="974" actId="20577"/>
        <pc:sldMkLst>
          <pc:docMk/>
          <pc:sldMk cId="1457539819" sldId="387"/>
        </pc:sldMkLst>
        <pc:spChg chg="mod">
          <ac:chgData name="Olivier Bergeron" userId="25eb1b54-485f-4e43-901d-d18d08f0214c" providerId="ADAL" clId="{29DD34B8-463E-481B-8BB8-7C2F32D58337}" dt="2026-01-16T16:38:54.254" v="974" actId="20577"/>
          <ac:spMkLst>
            <pc:docMk/>
            <pc:sldMk cId="1457539819" sldId="387"/>
            <ac:spMk id="8" creationId="{72506D87-96F0-02BE-6886-EC06A642BDC1}"/>
          </ac:spMkLst>
        </pc:spChg>
        <pc:spChg chg="mod">
          <ac:chgData name="Olivier Bergeron" userId="25eb1b54-485f-4e43-901d-d18d08f0214c" providerId="ADAL" clId="{29DD34B8-463E-481B-8BB8-7C2F32D58337}" dt="2026-01-16T16:37:10.266" v="761" actId="20577"/>
          <ac:spMkLst>
            <pc:docMk/>
            <pc:sldMk cId="1457539819" sldId="387"/>
            <ac:spMk id="117" creationId="{ECDB5815-AF7A-D2CF-C4D0-18FBCF026CD3}"/>
          </ac:spMkLst>
        </pc:spChg>
      </pc:sldChg>
      <pc:sldChg chg="modSp add mod">
        <pc:chgData name="Olivier Bergeron" userId="25eb1b54-485f-4e43-901d-d18d08f0214c" providerId="ADAL" clId="{29DD34B8-463E-481B-8BB8-7C2F32D58337}" dt="2026-01-16T16:42:46.413" v="1197" actId="20577"/>
        <pc:sldMkLst>
          <pc:docMk/>
          <pc:sldMk cId="2162833413" sldId="388"/>
        </pc:sldMkLst>
        <pc:spChg chg="mod">
          <ac:chgData name="Olivier Bergeron" userId="25eb1b54-485f-4e43-901d-d18d08f0214c" providerId="ADAL" clId="{29DD34B8-463E-481B-8BB8-7C2F32D58337}" dt="2026-01-16T16:42:46.413" v="1197" actId="20577"/>
          <ac:spMkLst>
            <pc:docMk/>
            <pc:sldMk cId="2162833413" sldId="388"/>
            <ac:spMk id="8" creationId="{682666D9-B3C7-5EE1-1445-9F423B40D857}"/>
          </ac:spMkLst>
        </pc:spChg>
      </pc:sldChg>
      <pc:sldChg chg="modSp add mod">
        <pc:chgData name="Olivier Bergeron" userId="25eb1b54-485f-4e43-901d-d18d08f0214c" providerId="ADAL" clId="{29DD34B8-463E-481B-8BB8-7C2F32D58337}" dt="2026-01-16T16:43:54.559" v="1295" actId="20577"/>
        <pc:sldMkLst>
          <pc:docMk/>
          <pc:sldMk cId="3982988861" sldId="389"/>
        </pc:sldMkLst>
        <pc:spChg chg="mod">
          <ac:chgData name="Olivier Bergeron" userId="25eb1b54-485f-4e43-901d-d18d08f0214c" providerId="ADAL" clId="{29DD34B8-463E-481B-8BB8-7C2F32D58337}" dt="2026-01-16T16:43:54.559" v="1295" actId="20577"/>
          <ac:spMkLst>
            <pc:docMk/>
            <pc:sldMk cId="3982988861" sldId="389"/>
            <ac:spMk id="8" creationId="{8BA5DA8D-8DD9-B6AF-FA3F-D334BC1A50A9}"/>
          </ac:spMkLst>
        </pc:spChg>
      </pc:sldChg>
      <pc:sldChg chg="modSp add mod">
        <pc:chgData name="Olivier Bergeron" userId="25eb1b54-485f-4e43-901d-d18d08f0214c" providerId="ADAL" clId="{29DD34B8-463E-481B-8BB8-7C2F32D58337}" dt="2026-01-16T16:48:27.506" v="1477" actId="20577"/>
        <pc:sldMkLst>
          <pc:docMk/>
          <pc:sldMk cId="2704275228" sldId="390"/>
        </pc:sldMkLst>
        <pc:spChg chg="mod">
          <ac:chgData name="Olivier Bergeron" userId="25eb1b54-485f-4e43-901d-d18d08f0214c" providerId="ADAL" clId="{29DD34B8-463E-481B-8BB8-7C2F32D58337}" dt="2026-01-16T16:44:15.526" v="1301" actId="20577"/>
          <ac:spMkLst>
            <pc:docMk/>
            <pc:sldMk cId="2704275228" sldId="390"/>
            <ac:spMk id="2" creationId="{47120C1F-7E0C-A17F-9920-9495EE742C64}"/>
          </ac:spMkLst>
        </pc:spChg>
        <pc:spChg chg="mod">
          <ac:chgData name="Olivier Bergeron" userId="25eb1b54-485f-4e43-901d-d18d08f0214c" providerId="ADAL" clId="{29DD34B8-463E-481B-8BB8-7C2F32D58337}" dt="2026-01-16T16:48:27.506" v="1477" actId="20577"/>
          <ac:spMkLst>
            <pc:docMk/>
            <pc:sldMk cId="2704275228" sldId="390"/>
            <ac:spMk id="8" creationId="{7C54790F-ECA6-61C4-731F-5169469CE52E}"/>
          </ac:spMkLst>
        </pc:spChg>
      </pc:sldChg>
      <pc:sldChg chg="addSp delSp modSp add mod">
        <pc:chgData name="Olivier Bergeron" userId="25eb1b54-485f-4e43-901d-d18d08f0214c" providerId="ADAL" clId="{29DD34B8-463E-481B-8BB8-7C2F32D58337}" dt="2026-01-16T16:49:53.757" v="1487" actId="1076"/>
        <pc:sldMkLst>
          <pc:docMk/>
          <pc:sldMk cId="38748697" sldId="391"/>
        </pc:sldMkLst>
        <pc:spChg chg="add del mod">
          <ac:chgData name="Olivier Bergeron" userId="25eb1b54-485f-4e43-901d-d18d08f0214c" providerId="ADAL" clId="{29DD34B8-463E-481B-8BB8-7C2F32D58337}" dt="2026-01-16T16:49:50.883" v="1485" actId="478"/>
          <ac:spMkLst>
            <pc:docMk/>
            <pc:sldMk cId="38748697" sldId="391"/>
            <ac:spMk id="6" creationId="{901A4D41-915E-1AC6-92A6-611D392BD4F4}"/>
          </ac:spMkLst>
        </pc:spChg>
        <pc:spChg chg="del mod">
          <ac:chgData name="Olivier Bergeron" userId="25eb1b54-485f-4e43-901d-d18d08f0214c" providerId="ADAL" clId="{29DD34B8-463E-481B-8BB8-7C2F32D58337}" dt="2026-01-16T16:49:39.055" v="1484" actId="478"/>
          <ac:spMkLst>
            <pc:docMk/>
            <pc:sldMk cId="38748697" sldId="391"/>
            <ac:spMk id="8" creationId="{DE78CEC5-A3F8-E455-6725-3E62D0929C4E}"/>
          </ac:spMkLst>
        </pc:spChg>
        <pc:picChg chg="add mod">
          <ac:chgData name="Olivier Bergeron" userId="25eb1b54-485f-4e43-901d-d18d08f0214c" providerId="ADAL" clId="{29DD34B8-463E-481B-8BB8-7C2F32D58337}" dt="2026-01-16T16:49:53.757" v="1487" actId="1076"/>
          <ac:picMkLst>
            <pc:docMk/>
            <pc:sldMk cId="38748697" sldId="391"/>
            <ac:picMk id="4" creationId="{55AB4B0D-7DD5-B6EB-D903-CD39B30DD213}"/>
          </ac:picMkLst>
        </pc:picChg>
      </pc:sldChg>
      <pc:sldChg chg="add del">
        <pc:chgData name="Olivier Bergeron" userId="25eb1b54-485f-4e43-901d-d18d08f0214c" providerId="ADAL" clId="{29DD34B8-463E-481B-8BB8-7C2F32D58337}" dt="2026-01-16T16:45:43.825" v="1342" actId="47"/>
        <pc:sldMkLst>
          <pc:docMk/>
          <pc:sldMk cId="1664965629" sldId="391"/>
        </pc:sldMkLst>
      </pc:sldChg>
      <pc:sldChg chg="add del">
        <pc:chgData name="Olivier Bergeron" userId="25eb1b54-485f-4e43-901d-d18d08f0214c" providerId="ADAL" clId="{29DD34B8-463E-481B-8BB8-7C2F32D58337}" dt="2026-01-16T16:48:31.070" v="1479"/>
        <pc:sldMkLst>
          <pc:docMk/>
          <pc:sldMk cId="129231508" sldId="39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95FFC8-D122-46F0-98B9-35D09C51C3C4}" type="datetimeFigureOut">
              <a:rPr lang="en-CA" smtClean="0"/>
              <a:t>2026-01-16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F4B2D1-2D8B-48AB-9FFA-BB9831E80B5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392867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63F3E7E7-EC45-0DC8-0221-74FD51D85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>
            <a:extLst>
              <a:ext uri="{FF2B5EF4-FFF2-40B4-BE49-F238E27FC236}">
                <a16:creationId xmlns:a16="http://schemas.microsoft.com/office/drawing/2014/main" id="{DCA1FFC6-AB8C-E728-7AE0-124E45C9A2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3EE8FED7-0ECE-D581-85B1-84F2C3E8DB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4507970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0207C86D-48E6-0EEC-B9A2-BAA6EDA511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>
            <a:extLst>
              <a:ext uri="{FF2B5EF4-FFF2-40B4-BE49-F238E27FC236}">
                <a16:creationId xmlns:a16="http://schemas.microsoft.com/office/drawing/2014/main" id="{88033CEE-1A1F-2F02-064D-3A8026184E7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09AA0B77-FAE5-932B-6E5C-FC0824C8F5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610916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F4E3BC46-F8E5-705E-B1AC-DA9E51E26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>
            <a:extLst>
              <a:ext uri="{FF2B5EF4-FFF2-40B4-BE49-F238E27FC236}">
                <a16:creationId xmlns:a16="http://schemas.microsoft.com/office/drawing/2014/main" id="{0860D738-53C5-85FE-37B1-DC86DF07D5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00AB7CFD-90BF-A63C-7A33-C7A53AB3FC2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601947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02B068A1-38BF-5EA8-5304-EE049099E4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>
            <a:extLst>
              <a:ext uri="{FF2B5EF4-FFF2-40B4-BE49-F238E27FC236}">
                <a16:creationId xmlns:a16="http://schemas.microsoft.com/office/drawing/2014/main" id="{9A7B6687-2F59-2AA2-F9BA-8D68313DE0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7876BB43-3389-D9CA-60DA-454F6431F24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72521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C6BBFBB6-0D12-7D10-BD26-A83C8F920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>
            <a:extLst>
              <a:ext uri="{FF2B5EF4-FFF2-40B4-BE49-F238E27FC236}">
                <a16:creationId xmlns:a16="http://schemas.microsoft.com/office/drawing/2014/main" id="{45B43260-C24F-19F0-1577-9D2C9CD1F8B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89820876-54C1-E41E-30A4-CC21FD8D4C1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155437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D13CF4A4-857D-FC09-95CC-61DC9FFD4A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>
            <a:extLst>
              <a:ext uri="{FF2B5EF4-FFF2-40B4-BE49-F238E27FC236}">
                <a16:creationId xmlns:a16="http://schemas.microsoft.com/office/drawing/2014/main" id="{C11B60A6-9B3C-879D-149B-200FEB477A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FCBAB626-C254-457D-1F76-6D7C4C998FF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9941936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FFAF7358-3D7D-E505-5945-C159133F31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>
            <a:extLst>
              <a:ext uri="{FF2B5EF4-FFF2-40B4-BE49-F238E27FC236}">
                <a16:creationId xmlns:a16="http://schemas.microsoft.com/office/drawing/2014/main" id="{B438F9AC-AFBF-B14A-6E3C-3A788E85CAA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672616B6-AF6F-F0E6-79A6-C3EB481AC3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228904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B2AF8D77-E8ED-AE18-A372-B3FA257C9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>
            <a:extLst>
              <a:ext uri="{FF2B5EF4-FFF2-40B4-BE49-F238E27FC236}">
                <a16:creationId xmlns:a16="http://schemas.microsoft.com/office/drawing/2014/main" id="{020389A8-BEA9-24DD-8556-2D7E34F2DB5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4F296438-022F-6C11-BF53-97578DA6572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8338838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A5E0C820-B34D-491C-7B7C-AC54FE146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>
            <a:extLst>
              <a:ext uri="{FF2B5EF4-FFF2-40B4-BE49-F238E27FC236}">
                <a16:creationId xmlns:a16="http://schemas.microsoft.com/office/drawing/2014/main" id="{CBDED263-9C3E-E5A8-7576-61928A8F25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EF26A5EC-4202-107E-DD49-253A551C422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619658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69146-6582-5C33-8BC9-A5CBB6189B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BE53EF-9130-3BF5-6474-05A0272675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41816D-F85A-FD32-CFFC-0DDF78AA0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7FEF7-F4CB-47C3-A078-A6DFF96AA897}" type="datetimeFigureOut">
              <a:rPr lang="en-CA" smtClean="0"/>
              <a:t>2026-01-16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4B51BE-01F5-C633-0CD2-6BEF25EB6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64BA87-886B-81D8-468F-1BE6653AD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822-D06E-4D2E-B00F-2C7ABF6D991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477828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8DC62-0D8F-92FE-9673-360037E30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093B02-405C-F5CD-AF53-5917A5EEC7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029A2A-FB0F-54AF-D482-875C35FBC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7FEF7-F4CB-47C3-A078-A6DFF96AA897}" type="datetimeFigureOut">
              <a:rPr lang="en-CA" smtClean="0"/>
              <a:t>2026-01-16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C73925-81D4-D2FE-4ACB-DCF10E71D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716561-FECB-43E3-B9E9-D029ECF11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822-D06E-4D2E-B00F-2C7ABF6D991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573037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EBBE0-D503-B72B-17F6-6E8CBFBF0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9467A5-0F51-B742-6E0A-C93F4297E9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BBBAF2-F39A-F3A7-F88C-B2064708C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7FEF7-F4CB-47C3-A078-A6DFF96AA897}" type="datetimeFigureOut">
              <a:rPr lang="en-CA" smtClean="0"/>
              <a:t>2026-01-16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D12887-98D1-08D2-5ED7-9A23E4944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E71AA6-EFEE-2F34-FB24-631C36712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822-D06E-4D2E-B00F-2C7ABF6D991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511803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3E3DD-49F9-48A1-72E6-3EAD5D26C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41C026-F649-B229-46B0-FC63F89C10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0E675E-0EA1-47EE-19F8-28DB412BA5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AFE955-460F-31B7-791C-FE1E2B498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7FEF7-F4CB-47C3-A078-A6DFF96AA897}" type="datetimeFigureOut">
              <a:rPr lang="en-CA" smtClean="0"/>
              <a:t>2026-01-16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6A7F41-E0FF-34B7-0FF3-4EE905505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7804BE-6AAF-02E8-816E-E117C5136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822-D06E-4D2E-B00F-2C7ABF6D991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432885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25C58-F44F-F3CF-212A-54EA2199E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A0ADB2-00DF-8BCD-879A-EC8F9CD42A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94D597-3066-48D8-89FD-31BE0A4F98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EE0E59-34E3-7766-CE55-B8F401B24A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83DC86-2858-16AD-388A-17E41DC077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DDF264-3D71-997D-741F-3CDC2DBC8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7FEF7-F4CB-47C3-A078-A6DFF96AA897}" type="datetimeFigureOut">
              <a:rPr lang="en-CA" smtClean="0"/>
              <a:t>2026-01-16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6F1183-3F56-7135-2461-52D37A7D3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AAD777-0C32-476C-3FF3-E9B1F7394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822-D06E-4D2E-B00F-2C7ABF6D991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480608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4FAF0-6041-15B5-AF1A-99247C517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54F25B-0804-9ACA-C9AB-E23ADCEA1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7FEF7-F4CB-47C3-A078-A6DFF96AA897}" type="datetimeFigureOut">
              <a:rPr lang="en-CA" smtClean="0"/>
              <a:t>2026-01-16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915E15-FD8F-6D3E-E84D-0D7E98F6C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12A7F8-0032-DF0F-0D7B-35A542D00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822-D06E-4D2E-B00F-2C7ABF6D991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714801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A71945-41FC-26D8-7366-06EC92A71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7FEF7-F4CB-47C3-A078-A6DFF96AA897}" type="datetimeFigureOut">
              <a:rPr lang="en-CA" smtClean="0"/>
              <a:t>2026-01-16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BBFD87-89EA-28C4-315A-7EDC88667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CACBBD-DF8F-C090-A1D1-F484B5153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822-D06E-4D2E-B00F-2C7ABF6D991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44270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DC357-D5EC-8FD4-0BAA-2EE1FAEA8C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16A4D8-E1AC-2106-F221-28AADCD2A1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7B7461-8D44-FA59-7AD1-37EAD1B2DC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677B39-A07C-C50E-761C-0E47EA38A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7FEF7-F4CB-47C3-A078-A6DFF96AA897}" type="datetimeFigureOut">
              <a:rPr lang="en-CA" smtClean="0"/>
              <a:t>2026-01-16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D93881-1C02-AC1E-0B7D-BF5A5845E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8170B8-CA5A-126C-947B-3AC69D78F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822-D06E-4D2E-B00F-2C7ABF6D991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574560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F648B-78C8-0CB6-7DBD-380BDAAB1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24AB08-3104-5356-23E7-272E95B34B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8FAA32-B646-065E-C0E6-AEFA9D261A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90BA1B-C0B7-948B-C8F9-EE8259CECF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7FEF7-F4CB-47C3-A078-A6DFF96AA897}" type="datetimeFigureOut">
              <a:rPr lang="en-CA" smtClean="0"/>
              <a:t>2026-01-16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11E513-CA0A-5CEC-5563-167FB9AEE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E56206-140D-DEE2-BE4B-5AED4194E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822-D06E-4D2E-B00F-2C7ABF6D991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624091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71FE6-C35F-B190-E474-F0EF2B46E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472BC4-B9AB-46E7-9BFF-9B960007E3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316619-094A-09F3-F319-974610409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7FEF7-F4CB-47C3-A078-A6DFF96AA897}" type="datetimeFigureOut">
              <a:rPr lang="en-CA" smtClean="0"/>
              <a:t>2026-01-16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A270BC-D21F-038B-B964-61A685EC7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DAAE75-259C-E2A0-1D3D-492CC6B86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822-D06E-4D2E-B00F-2C7ABF6D991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859819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8CE5E6A-062A-29D4-C6F0-DD4278AD81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47E4F2-5EA9-E27C-F06C-A193CCB89A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4EE69F-AF62-3AF4-8A4F-21C6AED94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7FEF7-F4CB-47C3-A078-A6DFF96AA897}" type="datetimeFigureOut">
              <a:rPr lang="en-CA" smtClean="0"/>
              <a:t>2026-01-16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5D3FFD-EDF6-941F-F191-535B70D2C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13E7B6-F111-A562-2990-040471B05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822-D06E-4D2E-B00F-2C7ABF6D991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473284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D037FB-7632-DFAA-9C65-1982E5912B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4C7577-F106-695C-5612-6D55B074A0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595688-1F51-46F6-2FDF-6A97B0999F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47FEF7-F4CB-47C3-A078-A6DFF96AA897}" type="datetimeFigureOut">
              <a:rPr lang="en-CA" smtClean="0"/>
              <a:t>2026-01-16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D75ABB-140C-6C34-F227-C1C1E2917D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7E52AF-6636-9F9B-11F0-BAB379027B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FA8822-D06E-4D2E-B00F-2C7ABF6D991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93365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oogle Shape;88;p1"/>
          <p:cNvGrpSpPr/>
          <p:nvPr/>
        </p:nvGrpSpPr>
        <p:grpSpPr>
          <a:xfrm>
            <a:off x="7424928" y="0"/>
            <a:ext cx="4767667" cy="6858889"/>
            <a:chOff x="7424928" y="0"/>
            <a:chExt cx="4767667" cy="6858889"/>
          </a:xfrm>
        </p:grpSpPr>
        <p:sp>
          <p:nvSpPr>
            <p:cNvPr id="89" name="Google Shape;89;p1"/>
            <p:cNvSpPr/>
            <p:nvPr/>
          </p:nvSpPr>
          <p:spPr>
            <a:xfrm>
              <a:off x="9371076" y="0"/>
              <a:ext cx="1219200" cy="6858000"/>
            </a:xfrm>
            <a:custGeom>
              <a:avLst/>
              <a:gdLst/>
              <a:ahLst/>
              <a:cxnLst/>
              <a:rect l="l" t="t" r="r" b="b"/>
              <a:pathLst>
                <a:path w="1219200" h="6858000" extrusionOk="0">
                  <a:moveTo>
                    <a:pt x="0" y="0"/>
                  </a:moveTo>
                  <a:lnTo>
                    <a:pt x="1219200" y="6857999"/>
                  </a:lnTo>
                </a:path>
              </a:pathLst>
            </a:custGeom>
            <a:noFill/>
            <a:ln w="9525" cap="flat" cmpd="sng">
              <a:solidFill>
                <a:srgbClr val="BEBEB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90;p1"/>
            <p:cNvSpPr/>
            <p:nvPr/>
          </p:nvSpPr>
          <p:spPr>
            <a:xfrm>
              <a:off x="7424928" y="3681984"/>
              <a:ext cx="4763770" cy="3176905"/>
            </a:xfrm>
            <a:custGeom>
              <a:avLst/>
              <a:gdLst/>
              <a:ahLst/>
              <a:cxnLst/>
              <a:rect l="l" t="t" r="r" b="b"/>
              <a:pathLst>
                <a:path w="4763770" h="3176904" extrusionOk="0">
                  <a:moveTo>
                    <a:pt x="4763516" y="0"/>
                  </a:moveTo>
                  <a:lnTo>
                    <a:pt x="0" y="3176586"/>
                  </a:lnTo>
                </a:path>
              </a:pathLst>
            </a:custGeom>
            <a:noFill/>
            <a:ln w="9525" cap="flat" cmpd="sng">
              <a:solidFill>
                <a:srgbClr val="D9D9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91;p1"/>
            <p:cNvSpPr/>
            <p:nvPr/>
          </p:nvSpPr>
          <p:spPr>
            <a:xfrm>
              <a:off x="9182101" y="0"/>
              <a:ext cx="3007360" cy="6858000"/>
            </a:xfrm>
            <a:custGeom>
              <a:avLst/>
              <a:gdLst/>
              <a:ahLst/>
              <a:cxnLst/>
              <a:rect l="l" t="t" r="r" b="b"/>
              <a:pathLst>
                <a:path w="3007359" h="6858000" extrusionOk="0">
                  <a:moveTo>
                    <a:pt x="3006850" y="0"/>
                  </a:moveTo>
                  <a:lnTo>
                    <a:pt x="2042483" y="0"/>
                  </a:lnTo>
                  <a:lnTo>
                    <a:pt x="0" y="6857996"/>
                  </a:lnTo>
                  <a:lnTo>
                    <a:pt x="3006850" y="6857996"/>
                  </a:lnTo>
                  <a:lnTo>
                    <a:pt x="3006850" y="0"/>
                  </a:lnTo>
                  <a:close/>
                </a:path>
              </a:pathLst>
            </a:custGeom>
            <a:solidFill>
              <a:srgbClr val="122C4A">
                <a:alpha val="2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" name="Google Shape;92;p1"/>
            <p:cNvSpPr/>
            <p:nvPr/>
          </p:nvSpPr>
          <p:spPr>
            <a:xfrm>
              <a:off x="9604335" y="0"/>
              <a:ext cx="2588260" cy="6858000"/>
            </a:xfrm>
            <a:custGeom>
              <a:avLst/>
              <a:gdLst/>
              <a:ahLst/>
              <a:cxnLst/>
              <a:rect l="l" t="t" r="r" b="b"/>
              <a:pathLst>
                <a:path w="2588259" h="6858000" extrusionOk="0">
                  <a:moveTo>
                    <a:pt x="2587664" y="0"/>
                  </a:moveTo>
                  <a:lnTo>
                    <a:pt x="0" y="0"/>
                  </a:lnTo>
                  <a:lnTo>
                    <a:pt x="1208190" y="6857996"/>
                  </a:lnTo>
                  <a:lnTo>
                    <a:pt x="2587664" y="6857996"/>
                  </a:lnTo>
                  <a:lnTo>
                    <a:pt x="2587664" y="0"/>
                  </a:lnTo>
                  <a:close/>
                </a:path>
              </a:pathLst>
            </a:custGeom>
            <a:solidFill>
              <a:srgbClr val="122C4A">
                <a:alpha val="1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1"/>
            <p:cNvSpPr/>
            <p:nvPr/>
          </p:nvSpPr>
          <p:spPr>
            <a:xfrm>
              <a:off x="8932164" y="3048000"/>
              <a:ext cx="3260090" cy="3810000"/>
            </a:xfrm>
            <a:custGeom>
              <a:avLst/>
              <a:gdLst/>
              <a:ahLst/>
              <a:cxnLst/>
              <a:rect l="l" t="t" r="r" b="b"/>
              <a:pathLst>
                <a:path w="3260090" h="3810000" extrusionOk="0">
                  <a:moveTo>
                    <a:pt x="3259835" y="0"/>
                  </a:moveTo>
                  <a:lnTo>
                    <a:pt x="0" y="3809999"/>
                  </a:lnTo>
                  <a:lnTo>
                    <a:pt x="3259835" y="3809999"/>
                  </a:lnTo>
                  <a:lnTo>
                    <a:pt x="3259835" y="0"/>
                  </a:lnTo>
                  <a:close/>
                </a:path>
              </a:pathLst>
            </a:custGeom>
            <a:solidFill>
              <a:srgbClr val="F0B952">
                <a:alpha val="7098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94;p1"/>
            <p:cNvSpPr/>
            <p:nvPr/>
          </p:nvSpPr>
          <p:spPr>
            <a:xfrm>
              <a:off x="9337790" y="0"/>
              <a:ext cx="2851785" cy="6858000"/>
            </a:xfrm>
            <a:custGeom>
              <a:avLst/>
              <a:gdLst/>
              <a:ahLst/>
              <a:cxnLst/>
              <a:rect l="l" t="t" r="r" b="b"/>
              <a:pathLst>
                <a:path w="2851784" h="6858000" extrusionOk="0">
                  <a:moveTo>
                    <a:pt x="2851161" y="0"/>
                  </a:moveTo>
                  <a:lnTo>
                    <a:pt x="0" y="0"/>
                  </a:lnTo>
                  <a:lnTo>
                    <a:pt x="2467620" y="6857996"/>
                  </a:lnTo>
                  <a:lnTo>
                    <a:pt x="2851161" y="6857996"/>
                  </a:lnTo>
                  <a:lnTo>
                    <a:pt x="2851161" y="0"/>
                  </a:lnTo>
                  <a:close/>
                </a:path>
              </a:pathLst>
            </a:custGeom>
            <a:solidFill>
              <a:srgbClr val="E09912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1"/>
            <p:cNvSpPr/>
            <p:nvPr/>
          </p:nvSpPr>
          <p:spPr>
            <a:xfrm>
              <a:off x="10898124" y="0"/>
              <a:ext cx="1290955" cy="6858000"/>
            </a:xfrm>
            <a:custGeom>
              <a:avLst/>
              <a:gdLst/>
              <a:ahLst/>
              <a:cxnLst/>
              <a:rect l="l" t="t" r="r" b="b"/>
              <a:pathLst>
                <a:path w="1290954" h="6858000" extrusionOk="0">
                  <a:moveTo>
                    <a:pt x="1290827" y="0"/>
                  </a:moveTo>
                  <a:lnTo>
                    <a:pt x="1018958" y="0"/>
                  </a:lnTo>
                  <a:lnTo>
                    <a:pt x="0" y="6857996"/>
                  </a:lnTo>
                  <a:lnTo>
                    <a:pt x="1290827" y="6857996"/>
                  </a:lnTo>
                  <a:lnTo>
                    <a:pt x="1290827" y="0"/>
                  </a:lnTo>
                  <a:close/>
                </a:path>
              </a:pathLst>
            </a:custGeom>
            <a:solidFill>
              <a:srgbClr val="3879CD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1"/>
            <p:cNvSpPr/>
            <p:nvPr/>
          </p:nvSpPr>
          <p:spPr>
            <a:xfrm>
              <a:off x="10940749" y="0"/>
              <a:ext cx="1248410" cy="6858000"/>
            </a:xfrm>
            <a:custGeom>
              <a:avLst/>
              <a:gdLst/>
              <a:ahLst/>
              <a:cxnLst/>
              <a:rect l="l" t="t" r="r" b="b"/>
              <a:pathLst>
                <a:path w="1248409" h="6858000" extrusionOk="0">
                  <a:moveTo>
                    <a:pt x="1248203" y="0"/>
                  </a:moveTo>
                  <a:lnTo>
                    <a:pt x="0" y="0"/>
                  </a:lnTo>
                  <a:lnTo>
                    <a:pt x="1107740" y="6857996"/>
                  </a:lnTo>
                  <a:lnTo>
                    <a:pt x="1248203" y="6857996"/>
                  </a:lnTo>
                  <a:lnTo>
                    <a:pt x="1248203" y="0"/>
                  </a:lnTo>
                  <a:close/>
                </a:path>
              </a:pathLst>
            </a:custGeom>
            <a:solidFill>
              <a:srgbClr val="122C4A">
                <a:alpha val="63921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97;p1"/>
            <p:cNvSpPr/>
            <p:nvPr/>
          </p:nvSpPr>
          <p:spPr>
            <a:xfrm>
              <a:off x="10372344" y="3590544"/>
              <a:ext cx="1816735" cy="3267710"/>
            </a:xfrm>
            <a:custGeom>
              <a:avLst/>
              <a:gdLst/>
              <a:ahLst/>
              <a:cxnLst/>
              <a:rect l="l" t="t" r="r" b="b"/>
              <a:pathLst>
                <a:path w="1816734" h="3267709" extrusionOk="0">
                  <a:moveTo>
                    <a:pt x="1816607" y="0"/>
                  </a:moveTo>
                  <a:lnTo>
                    <a:pt x="0" y="3267455"/>
                  </a:lnTo>
                  <a:lnTo>
                    <a:pt x="1816607" y="3267455"/>
                  </a:lnTo>
                  <a:lnTo>
                    <a:pt x="1816607" y="0"/>
                  </a:lnTo>
                  <a:close/>
                </a:path>
              </a:pathLst>
            </a:custGeom>
            <a:solidFill>
              <a:srgbClr val="122C4A">
                <a:alpha val="7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8" name="Google Shape;98;p1"/>
          <p:cNvSpPr/>
          <p:nvPr/>
        </p:nvSpPr>
        <p:spPr>
          <a:xfrm>
            <a:off x="0" y="0"/>
            <a:ext cx="843280" cy="5666740"/>
          </a:xfrm>
          <a:custGeom>
            <a:avLst/>
            <a:gdLst/>
            <a:ahLst/>
            <a:cxnLst/>
            <a:rect l="l" t="t" r="r" b="b"/>
            <a:pathLst>
              <a:path w="843280" h="5666740" extrusionOk="0">
                <a:moveTo>
                  <a:pt x="842772" y="0"/>
                </a:moveTo>
                <a:lnTo>
                  <a:pt x="0" y="0"/>
                </a:lnTo>
                <a:lnTo>
                  <a:pt x="0" y="5666232"/>
                </a:lnTo>
                <a:lnTo>
                  <a:pt x="842772" y="0"/>
                </a:lnTo>
                <a:close/>
              </a:path>
            </a:pathLst>
          </a:custGeom>
          <a:solidFill>
            <a:srgbClr val="122C4A">
              <a:alpha val="83921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"/>
          <p:cNvSpPr txBox="1">
            <a:spLocks noGrp="1"/>
          </p:cNvSpPr>
          <p:nvPr>
            <p:ph type="title"/>
          </p:nvPr>
        </p:nvSpPr>
        <p:spPr>
          <a:xfrm>
            <a:off x="1949813" y="2444606"/>
            <a:ext cx="7857000" cy="9262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ctr" anchorCtr="0">
            <a:spAutoFit/>
          </a:bodyPr>
          <a:lstStyle/>
          <a:p>
            <a:pPr algn="ctr">
              <a:buClr>
                <a:srgbClr val="000000"/>
              </a:buClr>
              <a:buSzPts val="1800"/>
              <a:buFont typeface="Arial"/>
            </a:pPr>
            <a:r>
              <a:rPr lang="en-US" sz="6600" dirty="0">
                <a:solidFill>
                  <a:srgbClr val="000000"/>
                </a:solidFill>
                <a:latin typeface="Arial"/>
                <a:ea typeface="Calibri"/>
                <a:cs typeface="Arial"/>
              </a:rPr>
              <a:t>Updates</a:t>
            </a:r>
          </a:p>
        </p:txBody>
      </p:sp>
      <p:pic>
        <p:nvPicPr>
          <p:cNvPr id="101" name="Google Shape;101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488" y="5861303"/>
            <a:ext cx="2351532" cy="9707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91255" y="4661915"/>
            <a:ext cx="4838700" cy="219608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E4E2995-9FD1-2510-FEE6-7E6C9ACF4A27}"/>
              </a:ext>
            </a:extLst>
          </p:cNvPr>
          <p:cNvSpPr txBox="1"/>
          <p:nvPr/>
        </p:nvSpPr>
        <p:spPr>
          <a:xfrm>
            <a:off x="4041058" y="3590544"/>
            <a:ext cx="35789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Olivier Bergeron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484EBC29-F1A1-6D9A-BDC8-9DF0A0FD5E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p2">
            <a:extLst>
              <a:ext uri="{FF2B5EF4-FFF2-40B4-BE49-F238E27FC236}">
                <a16:creationId xmlns:a16="http://schemas.microsoft.com/office/drawing/2014/main" id="{7A64D879-B2AF-9147-23AB-5433FC3F900A}"/>
              </a:ext>
            </a:extLst>
          </p:cNvPr>
          <p:cNvGrpSpPr/>
          <p:nvPr/>
        </p:nvGrpSpPr>
        <p:grpSpPr>
          <a:xfrm>
            <a:off x="7424928" y="0"/>
            <a:ext cx="4767667" cy="6858889"/>
            <a:chOff x="7424928" y="0"/>
            <a:chExt cx="4767667" cy="6858889"/>
          </a:xfrm>
        </p:grpSpPr>
        <p:sp>
          <p:nvSpPr>
            <p:cNvPr id="108" name="Google Shape;108;p2">
              <a:extLst>
                <a:ext uri="{FF2B5EF4-FFF2-40B4-BE49-F238E27FC236}">
                  <a16:creationId xmlns:a16="http://schemas.microsoft.com/office/drawing/2014/main" id="{D4B6F0F9-8D43-4DE1-A037-0A3F3B635C90}"/>
                </a:ext>
              </a:extLst>
            </p:cNvPr>
            <p:cNvSpPr/>
            <p:nvPr/>
          </p:nvSpPr>
          <p:spPr>
            <a:xfrm>
              <a:off x="9371076" y="0"/>
              <a:ext cx="1219200" cy="6858000"/>
            </a:xfrm>
            <a:custGeom>
              <a:avLst/>
              <a:gdLst/>
              <a:ahLst/>
              <a:cxnLst/>
              <a:rect l="l" t="t" r="r" b="b"/>
              <a:pathLst>
                <a:path w="1219200" h="6858000" extrusionOk="0">
                  <a:moveTo>
                    <a:pt x="0" y="0"/>
                  </a:moveTo>
                  <a:lnTo>
                    <a:pt x="1219200" y="6857999"/>
                  </a:lnTo>
                </a:path>
              </a:pathLst>
            </a:custGeom>
            <a:noFill/>
            <a:ln w="9525" cap="flat" cmpd="sng">
              <a:solidFill>
                <a:srgbClr val="BEBEB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F5213BD9-D4FB-059D-D239-0E319F979DF9}"/>
                </a:ext>
              </a:extLst>
            </p:cNvPr>
            <p:cNvSpPr/>
            <p:nvPr/>
          </p:nvSpPr>
          <p:spPr>
            <a:xfrm>
              <a:off x="7424928" y="3681984"/>
              <a:ext cx="4763770" cy="3176905"/>
            </a:xfrm>
            <a:custGeom>
              <a:avLst/>
              <a:gdLst/>
              <a:ahLst/>
              <a:cxnLst/>
              <a:rect l="l" t="t" r="r" b="b"/>
              <a:pathLst>
                <a:path w="4763770" h="3176904" extrusionOk="0">
                  <a:moveTo>
                    <a:pt x="4763516" y="0"/>
                  </a:moveTo>
                  <a:lnTo>
                    <a:pt x="0" y="3176586"/>
                  </a:lnTo>
                </a:path>
              </a:pathLst>
            </a:custGeom>
            <a:noFill/>
            <a:ln w="9525" cap="flat" cmpd="sng">
              <a:solidFill>
                <a:srgbClr val="D9D9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C8520272-CA75-0957-6445-EDC4F4271657}"/>
                </a:ext>
              </a:extLst>
            </p:cNvPr>
            <p:cNvSpPr/>
            <p:nvPr/>
          </p:nvSpPr>
          <p:spPr>
            <a:xfrm>
              <a:off x="9182101" y="0"/>
              <a:ext cx="3007360" cy="6858000"/>
            </a:xfrm>
            <a:custGeom>
              <a:avLst/>
              <a:gdLst/>
              <a:ahLst/>
              <a:cxnLst/>
              <a:rect l="l" t="t" r="r" b="b"/>
              <a:pathLst>
                <a:path w="3007359" h="6858000" extrusionOk="0">
                  <a:moveTo>
                    <a:pt x="3006850" y="0"/>
                  </a:moveTo>
                  <a:lnTo>
                    <a:pt x="2042483" y="0"/>
                  </a:lnTo>
                  <a:lnTo>
                    <a:pt x="0" y="6857996"/>
                  </a:lnTo>
                  <a:lnTo>
                    <a:pt x="3006850" y="6857996"/>
                  </a:lnTo>
                  <a:lnTo>
                    <a:pt x="3006850" y="0"/>
                  </a:lnTo>
                  <a:close/>
                </a:path>
              </a:pathLst>
            </a:custGeom>
            <a:solidFill>
              <a:srgbClr val="122C4A">
                <a:alpha val="2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2">
              <a:extLst>
                <a:ext uri="{FF2B5EF4-FFF2-40B4-BE49-F238E27FC236}">
                  <a16:creationId xmlns:a16="http://schemas.microsoft.com/office/drawing/2014/main" id="{2F09B547-5EA3-6ED0-15E2-64755C737E6C}"/>
                </a:ext>
              </a:extLst>
            </p:cNvPr>
            <p:cNvSpPr/>
            <p:nvPr/>
          </p:nvSpPr>
          <p:spPr>
            <a:xfrm>
              <a:off x="9604335" y="0"/>
              <a:ext cx="2588260" cy="6858000"/>
            </a:xfrm>
            <a:custGeom>
              <a:avLst/>
              <a:gdLst/>
              <a:ahLst/>
              <a:cxnLst/>
              <a:rect l="l" t="t" r="r" b="b"/>
              <a:pathLst>
                <a:path w="2588259" h="6858000" extrusionOk="0">
                  <a:moveTo>
                    <a:pt x="2587664" y="0"/>
                  </a:moveTo>
                  <a:lnTo>
                    <a:pt x="0" y="0"/>
                  </a:lnTo>
                  <a:lnTo>
                    <a:pt x="1208190" y="6857996"/>
                  </a:lnTo>
                  <a:lnTo>
                    <a:pt x="2587664" y="6857996"/>
                  </a:lnTo>
                  <a:lnTo>
                    <a:pt x="2587664" y="0"/>
                  </a:lnTo>
                  <a:close/>
                </a:path>
              </a:pathLst>
            </a:custGeom>
            <a:solidFill>
              <a:srgbClr val="122C4A">
                <a:alpha val="1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2">
              <a:extLst>
                <a:ext uri="{FF2B5EF4-FFF2-40B4-BE49-F238E27FC236}">
                  <a16:creationId xmlns:a16="http://schemas.microsoft.com/office/drawing/2014/main" id="{F44B9D86-B246-DBCD-1FEB-C4CAE4165979}"/>
                </a:ext>
              </a:extLst>
            </p:cNvPr>
            <p:cNvSpPr/>
            <p:nvPr/>
          </p:nvSpPr>
          <p:spPr>
            <a:xfrm>
              <a:off x="8932164" y="3048000"/>
              <a:ext cx="3260090" cy="3810000"/>
            </a:xfrm>
            <a:custGeom>
              <a:avLst/>
              <a:gdLst/>
              <a:ahLst/>
              <a:cxnLst/>
              <a:rect l="l" t="t" r="r" b="b"/>
              <a:pathLst>
                <a:path w="3260090" h="3810000" extrusionOk="0">
                  <a:moveTo>
                    <a:pt x="3259835" y="0"/>
                  </a:moveTo>
                  <a:lnTo>
                    <a:pt x="0" y="3809999"/>
                  </a:lnTo>
                  <a:lnTo>
                    <a:pt x="3259835" y="3809999"/>
                  </a:lnTo>
                  <a:lnTo>
                    <a:pt x="3259835" y="0"/>
                  </a:lnTo>
                  <a:close/>
                </a:path>
              </a:pathLst>
            </a:custGeom>
            <a:solidFill>
              <a:srgbClr val="F0B952">
                <a:alpha val="7098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2">
              <a:extLst>
                <a:ext uri="{FF2B5EF4-FFF2-40B4-BE49-F238E27FC236}">
                  <a16:creationId xmlns:a16="http://schemas.microsoft.com/office/drawing/2014/main" id="{7241DDC3-66D9-EDC2-E90B-CD4951FAC091}"/>
                </a:ext>
              </a:extLst>
            </p:cNvPr>
            <p:cNvSpPr/>
            <p:nvPr/>
          </p:nvSpPr>
          <p:spPr>
            <a:xfrm>
              <a:off x="9337790" y="0"/>
              <a:ext cx="2851785" cy="6858000"/>
            </a:xfrm>
            <a:custGeom>
              <a:avLst/>
              <a:gdLst/>
              <a:ahLst/>
              <a:cxnLst/>
              <a:rect l="l" t="t" r="r" b="b"/>
              <a:pathLst>
                <a:path w="2851784" h="6858000" extrusionOk="0">
                  <a:moveTo>
                    <a:pt x="2851161" y="0"/>
                  </a:moveTo>
                  <a:lnTo>
                    <a:pt x="0" y="0"/>
                  </a:lnTo>
                  <a:lnTo>
                    <a:pt x="2467620" y="6857996"/>
                  </a:lnTo>
                  <a:lnTo>
                    <a:pt x="2851161" y="6857996"/>
                  </a:lnTo>
                  <a:lnTo>
                    <a:pt x="2851161" y="0"/>
                  </a:lnTo>
                  <a:close/>
                </a:path>
              </a:pathLst>
            </a:custGeom>
            <a:solidFill>
              <a:srgbClr val="E09912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2">
              <a:extLst>
                <a:ext uri="{FF2B5EF4-FFF2-40B4-BE49-F238E27FC236}">
                  <a16:creationId xmlns:a16="http://schemas.microsoft.com/office/drawing/2014/main" id="{64AD78F7-BFFD-6AF9-C1BD-179D1D479721}"/>
                </a:ext>
              </a:extLst>
            </p:cNvPr>
            <p:cNvSpPr/>
            <p:nvPr/>
          </p:nvSpPr>
          <p:spPr>
            <a:xfrm>
              <a:off x="10898124" y="0"/>
              <a:ext cx="1290955" cy="6858000"/>
            </a:xfrm>
            <a:custGeom>
              <a:avLst/>
              <a:gdLst/>
              <a:ahLst/>
              <a:cxnLst/>
              <a:rect l="l" t="t" r="r" b="b"/>
              <a:pathLst>
                <a:path w="1290954" h="6858000" extrusionOk="0">
                  <a:moveTo>
                    <a:pt x="1290827" y="0"/>
                  </a:moveTo>
                  <a:lnTo>
                    <a:pt x="1018958" y="0"/>
                  </a:lnTo>
                  <a:lnTo>
                    <a:pt x="0" y="6857996"/>
                  </a:lnTo>
                  <a:lnTo>
                    <a:pt x="1290827" y="6857996"/>
                  </a:lnTo>
                  <a:lnTo>
                    <a:pt x="1290827" y="0"/>
                  </a:lnTo>
                  <a:close/>
                </a:path>
              </a:pathLst>
            </a:custGeom>
            <a:solidFill>
              <a:srgbClr val="3879CD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p2">
              <a:extLst>
                <a:ext uri="{FF2B5EF4-FFF2-40B4-BE49-F238E27FC236}">
                  <a16:creationId xmlns:a16="http://schemas.microsoft.com/office/drawing/2014/main" id="{05A5A468-664B-5915-C631-A7111F730417}"/>
                </a:ext>
              </a:extLst>
            </p:cNvPr>
            <p:cNvSpPr/>
            <p:nvPr/>
          </p:nvSpPr>
          <p:spPr>
            <a:xfrm>
              <a:off x="10940749" y="0"/>
              <a:ext cx="1248410" cy="6858000"/>
            </a:xfrm>
            <a:custGeom>
              <a:avLst/>
              <a:gdLst/>
              <a:ahLst/>
              <a:cxnLst/>
              <a:rect l="l" t="t" r="r" b="b"/>
              <a:pathLst>
                <a:path w="1248409" h="6858000" extrusionOk="0">
                  <a:moveTo>
                    <a:pt x="1248203" y="0"/>
                  </a:moveTo>
                  <a:lnTo>
                    <a:pt x="0" y="0"/>
                  </a:lnTo>
                  <a:lnTo>
                    <a:pt x="1107740" y="6857996"/>
                  </a:lnTo>
                  <a:lnTo>
                    <a:pt x="1248203" y="6857996"/>
                  </a:lnTo>
                  <a:lnTo>
                    <a:pt x="1248203" y="0"/>
                  </a:lnTo>
                  <a:close/>
                </a:path>
              </a:pathLst>
            </a:custGeom>
            <a:solidFill>
              <a:srgbClr val="122C4A">
                <a:alpha val="63921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2">
              <a:extLst>
                <a:ext uri="{FF2B5EF4-FFF2-40B4-BE49-F238E27FC236}">
                  <a16:creationId xmlns:a16="http://schemas.microsoft.com/office/drawing/2014/main" id="{4859E4A0-968B-782C-2930-4151EE32EC9E}"/>
                </a:ext>
              </a:extLst>
            </p:cNvPr>
            <p:cNvSpPr/>
            <p:nvPr/>
          </p:nvSpPr>
          <p:spPr>
            <a:xfrm>
              <a:off x="10372344" y="3590544"/>
              <a:ext cx="1816735" cy="3267710"/>
            </a:xfrm>
            <a:custGeom>
              <a:avLst/>
              <a:gdLst/>
              <a:ahLst/>
              <a:cxnLst/>
              <a:rect l="l" t="t" r="r" b="b"/>
              <a:pathLst>
                <a:path w="1816734" h="3267709" extrusionOk="0">
                  <a:moveTo>
                    <a:pt x="1816607" y="0"/>
                  </a:moveTo>
                  <a:lnTo>
                    <a:pt x="0" y="3267455"/>
                  </a:lnTo>
                  <a:lnTo>
                    <a:pt x="1816607" y="3267455"/>
                  </a:lnTo>
                  <a:lnTo>
                    <a:pt x="1816607" y="0"/>
                  </a:lnTo>
                  <a:close/>
                </a:path>
              </a:pathLst>
            </a:custGeom>
            <a:solidFill>
              <a:srgbClr val="122C4A">
                <a:alpha val="7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7" name="Google Shape;117;p2">
            <a:extLst>
              <a:ext uri="{FF2B5EF4-FFF2-40B4-BE49-F238E27FC236}">
                <a16:creationId xmlns:a16="http://schemas.microsoft.com/office/drawing/2014/main" id="{3E2DC6D7-8BF3-FB45-0B29-7AA4FB6BE7C8}"/>
              </a:ext>
            </a:extLst>
          </p:cNvPr>
          <p:cNvSpPr/>
          <p:nvPr/>
        </p:nvSpPr>
        <p:spPr>
          <a:xfrm>
            <a:off x="0" y="0"/>
            <a:ext cx="843280" cy="5666740"/>
          </a:xfrm>
          <a:custGeom>
            <a:avLst/>
            <a:gdLst/>
            <a:ahLst/>
            <a:cxnLst/>
            <a:rect l="l" t="t" r="r" b="b"/>
            <a:pathLst>
              <a:path w="843280" h="5666740" extrusionOk="0">
                <a:moveTo>
                  <a:pt x="842772" y="0"/>
                </a:moveTo>
                <a:lnTo>
                  <a:pt x="0" y="0"/>
                </a:lnTo>
                <a:lnTo>
                  <a:pt x="0" y="5666232"/>
                </a:lnTo>
                <a:lnTo>
                  <a:pt x="842772" y="0"/>
                </a:lnTo>
                <a:close/>
              </a:path>
            </a:pathLst>
          </a:custGeom>
          <a:solidFill>
            <a:srgbClr val="122C4A">
              <a:alpha val="83921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9" name="Google Shape;119;p2">
            <a:extLst>
              <a:ext uri="{FF2B5EF4-FFF2-40B4-BE49-F238E27FC236}">
                <a16:creationId xmlns:a16="http://schemas.microsoft.com/office/drawing/2014/main" id="{DB4FBA11-B6BA-3F1F-EB7F-B0D8D03758B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4511" y="0"/>
            <a:ext cx="1066800" cy="49377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 2">
            <a:extLst>
              <a:ext uri="{FF2B5EF4-FFF2-40B4-BE49-F238E27FC236}">
                <a16:creationId xmlns:a16="http://schemas.microsoft.com/office/drawing/2014/main" id="{FE073AD9-35A3-37FE-BDAE-6CA3E8CDFDE6}"/>
              </a:ext>
            </a:extLst>
          </p:cNvPr>
          <p:cNvSpPr/>
          <p:nvPr/>
        </p:nvSpPr>
        <p:spPr>
          <a:xfrm>
            <a:off x="828329" y="5376652"/>
            <a:ext cx="7477601" cy="10662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endParaRPr lang="en-US" sz="1750" dirty="0"/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68E7DB96-EC1D-D556-918F-E271A92449EE}"/>
              </a:ext>
            </a:extLst>
          </p:cNvPr>
          <p:cNvSpPr/>
          <p:nvPr/>
        </p:nvSpPr>
        <p:spPr>
          <a:xfrm>
            <a:off x="3198876" y="2734627"/>
            <a:ext cx="5608320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endParaRPr lang="en-US" sz="4374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048F7F-64D3-735E-583A-101D87082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CA" dirty="0"/>
              <a:t>Electrode fabrication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037286-E129-6F50-7D39-9643009A53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2832985" cy="4351338"/>
          </a:xfrm>
        </p:spPr>
        <p:txBody>
          <a:bodyPr/>
          <a:lstStyle/>
          <a:p>
            <a:r>
              <a:rPr lang="en-US" dirty="0"/>
              <a:t>Answer from Ankur: Feasible</a:t>
            </a:r>
          </a:p>
        </p:txBody>
      </p:sp>
      <p:pic>
        <p:nvPicPr>
          <p:cNvPr id="4" name="Content Placeholder 4" descr="A diagram of a process of making a mask&#10;&#10;AI-generated content may be incorrect.">
            <a:extLst>
              <a:ext uri="{FF2B5EF4-FFF2-40B4-BE49-F238E27FC236}">
                <a16:creationId xmlns:a16="http://schemas.microsoft.com/office/drawing/2014/main" id="{AC7216B0-9AE7-386C-8D93-4B0BB56D2C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4046090" y="1688130"/>
            <a:ext cx="7878274" cy="3896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42784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F45D8888-6829-C8E3-BA5E-743862209D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p2">
            <a:extLst>
              <a:ext uri="{FF2B5EF4-FFF2-40B4-BE49-F238E27FC236}">
                <a16:creationId xmlns:a16="http://schemas.microsoft.com/office/drawing/2014/main" id="{903BCBC5-A779-A7E6-A2ED-D0A4B6563411}"/>
              </a:ext>
            </a:extLst>
          </p:cNvPr>
          <p:cNvGrpSpPr/>
          <p:nvPr/>
        </p:nvGrpSpPr>
        <p:grpSpPr>
          <a:xfrm>
            <a:off x="7424928" y="0"/>
            <a:ext cx="4767667" cy="6858889"/>
            <a:chOff x="7424928" y="0"/>
            <a:chExt cx="4767667" cy="6858889"/>
          </a:xfrm>
        </p:grpSpPr>
        <p:sp>
          <p:nvSpPr>
            <p:cNvPr id="108" name="Google Shape;108;p2">
              <a:extLst>
                <a:ext uri="{FF2B5EF4-FFF2-40B4-BE49-F238E27FC236}">
                  <a16:creationId xmlns:a16="http://schemas.microsoft.com/office/drawing/2014/main" id="{DB5EA289-570D-5CF7-222B-41D9BABD8252}"/>
                </a:ext>
              </a:extLst>
            </p:cNvPr>
            <p:cNvSpPr/>
            <p:nvPr/>
          </p:nvSpPr>
          <p:spPr>
            <a:xfrm>
              <a:off x="9371076" y="0"/>
              <a:ext cx="1219200" cy="6858000"/>
            </a:xfrm>
            <a:custGeom>
              <a:avLst/>
              <a:gdLst/>
              <a:ahLst/>
              <a:cxnLst/>
              <a:rect l="l" t="t" r="r" b="b"/>
              <a:pathLst>
                <a:path w="1219200" h="6858000" extrusionOk="0">
                  <a:moveTo>
                    <a:pt x="0" y="0"/>
                  </a:moveTo>
                  <a:lnTo>
                    <a:pt x="1219200" y="6857999"/>
                  </a:lnTo>
                </a:path>
              </a:pathLst>
            </a:custGeom>
            <a:noFill/>
            <a:ln w="9525" cap="flat" cmpd="sng">
              <a:solidFill>
                <a:srgbClr val="BEBEB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78345B1E-C7F2-F088-D320-07DCEB7719A3}"/>
                </a:ext>
              </a:extLst>
            </p:cNvPr>
            <p:cNvSpPr/>
            <p:nvPr/>
          </p:nvSpPr>
          <p:spPr>
            <a:xfrm>
              <a:off x="7424928" y="3681984"/>
              <a:ext cx="4763770" cy="3176905"/>
            </a:xfrm>
            <a:custGeom>
              <a:avLst/>
              <a:gdLst/>
              <a:ahLst/>
              <a:cxnLst/>
              <a:rect l="l" t="t" r="r" b="b"/>
              <a:pathLst>
                <a:path w="4763770" h="3176904" extrusionOk="0">
                  <a:moveTo>
                    <a:pt x="4763516" y="0"/>
                  </a:moveTo>
                  <a:lnTo>
                    <a:pt x="0" y="3176586"/>
                  </a:lnTo>
                </a:path>
              </a:pathLst>
            </a:custGeom>
            <a:noFill/>
            <a:ln w="9525" cap="flat" cmpd="sng">
              <a:solidFill>
                <a:srgbClr val="D9D9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BB3FC091-3A18-549D-FE1F-BFCEBFC14C59}"/>
                </a:ext>
              </a:extLst>
            </p:cNvPr>
            <p:cNvSpPr/>
            <p:nvPr/>
          </p:nvSpPr>
          <p:spPr>
            <a:xfrm>
              <a:off x="9182101" y="0"/>
              <a:ext cx="3007360" cy="6858000"/>
            </a:xfrm>
            <a:custGeom>
              <a:avLst/>
              <a:gdLst/>
              <a:ahLst/>
              <a:cxnLst/>
              <a:rect l="l" t="t" r="r" b="b"/>
              <a:pathLst>
                <a:path w="3007359" h="6858000" extrusionOk="0">
                  <a:moveTo>
                    <a:pt x="3006850" y="0"/>
                  </a:moveTo>
                  <a:lnTo>
                    <a:pt x="2042483" y="0"/>
                  </a:lnTo>
                  <a:lnTo>
                    <a:pt x="0" y="6857996"/>
                  </a:lnTo>
                  <a:lnTo>
                    <a:pt x="3006850" y="6857996"/>
                  </a:lnTo>
                  <a:lnTo>
                    <a:pt x="3006850" y="0"/>
                  </a:lnTo>
                  <a:close/>
                </a:path>
              </a:pathLst>
            </a:custGeom>
            <a:solidFill>
              <a:srgbClr val="122C4A">
                <a:alpha val="2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2">
              <a:extLst>
                <a:ext uri="{FF2B5EF4-FFF2-40B4-BE49-F238E27FC236}">
                  <a16:creationId xmlns:a16="http://schemas.microsoft.com/office/drawing/2014/main" id="{6B85B3EC-285E-4CF4-0B64-29CBD2F74231}"/>
                </a:ext>
              </a:extLst>
            </p:cNvPr>
            <p:cNvSpPr/>
            <p:nvPr/>
          </p:nvSpPr>
          <p:spPr>
            <a:xfrm>
              <a:off x="9604335" y="0"/>
              <a:ext cx="2588260" cy="6858000"/>
            </a:xfrm>
            <a:custGeom>
              <a:avLst/>
              <a:gdLst/>
              <a:ahLst/>
              <a:cxnLst/>
              <a:rect l="l" t="t" r="r" b="b"/>
              <a:pathLst>
                <a:path w="2588259" h="6858000" extrusionOk="0">
                  <a:moveTo>
                    <a:pt x="2587664" y="0"/>
                  </a:moveTo>
                  <a:lnTo>
                    <a:pt x="0" y="0"/>
                  </a:lnTo>
                  <a:lnTo>
                    <a:pt x="1208190" y="6857996"/>
                  </a:lnTo>
                  <a:lnTo>
                    <a:pt x="2587664" y="6857996"/>
                  </a:lnTo>
                  <a:lnTo>
                    <a:pt x="2587664" y="0"/>
                  </a:lnTo>
                  <a:close/>
                </a:path>
              </a:pathLst>
            </a:custGeom>
            <a:solidFill>
              <a:srgbClr val="122C4A">
                <a:alpha val="1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2">
              <a:extLst>
                <a:ext uri="{FF2B5EF4-FFF2-40B4-BE49-F238E27FC236}">
                  <a16:creationId xmlns:a16="http://schemas.microsoft.com/office/drawing/2014/main" id="{F644DF77-4DCC-9043-0FA6-E849719A7371}"/>
                </a:ext>
              </a:extLst>
            </p:cNvPr>
            <p:cNvSpPr/>
            <p:nvPr/>
          </p:nvSpPr>
          <p:spPr>
            <a:xfrm>
              <a:off x="8932164" y="3048000"/>
              <a:ext cx="3260090" cy="3810000"/>
            </a:xfrm>
            <a:custGeom>
              <a:avLst/>
              <a:gdLst/>
              <a:ahLst/>
              <a:cxnLst/>
              <a:rect l="l" t="t" r="r" b="b"/>
              <a:pathLst>
                <a:path w="3260090" h="3810000" extrusionOk="0">
                  <a:moveTo>
                    <a:pt x="3259835" y="0"/>
                  </a:moveTo>
                  <a:lnTo>
                    <a:pt x="0" y="3809999"/>
                  </a:lnTo>
                  <a:lnTo>
                    <a:pt x="3259835" y="3809999"/>
                  </a:lnTo>
                  <a:lnTo>
                    <a:pt x="3259835" y="0"/>
                  </a:lnTo>
                  <a:close/>
                </a:path>
              </a:pathLst>
            </a:custGeom>
            <a:solidFill>
              <a:srgbClr val="F0B952">
                <a:alpha val="7098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2">
              <a:extLst>
                <a:ext uri="{FF2B5EF4-FFF2-40B4-BE49-F238E27FC236}">
                  <a16:creationId xmlns:a16="http://schemas.microsoft.com/office/drawing/2014/main" id="{BE10352E-CF93-325C-434B-76DA7590483C}"/>
                </a:ext>
              </a:extLst>
            </p:cNvPr>
            <p:cNvSpPr/>
            <p:nvPr/>
          </p:nvSpPr>
          <p:spPr>
            <a:xfrm>
              <a:off x="9337790" y="0"/>
              <a:ext cx="2851785" cy="6858000"/>
            </a:xfrm>
            <a:custGeom>
              <a:avLst/>
              <a:gdLst/>
              <a:ahLst/>
              <a:cxnLst/>
              <a:rect l="l" t="t" r="r" b="b"/>
              <a:pathLst>
                <a:path w="2851784" h="6858000" extrusionOk="0">
                  <a:moveTo>
                    <a:pt x="2851161" y="0"/>
                  </a:moveTo>
                  <a:lnTo>
                    <a:pt x="0" y="0"/>
                  </a:lnTo>
                  <a:lnTo>
                    <a:pt x="2467620" y="6857996"/>
                  </a:lnTo>
                  <a:lnTo>
                    <a:pt x="2851161" y="6857996"/>
                  </a:lnTo>
                  <a:lnTo>
                    <a:pt x="2851161" y="0"/>
                  </a:lnTo>
                  <a:close/>
                </a:path>
              </a:pathLst>
            </a:custGeom>
            <a:solidFill>
              <a:srgbClr val="E09912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2">
              <a:extLst>
                <a:ext uri="{FF2B5EF4-FFF2-40B4-BE49-F238E27FC236}">
                  <a16:creationId xmlns:a16="http://schemas.microsoft.com/office/drawing/2014/main" id="{EEA011A2-ED51-313B-4B19-AFB266AF7890}"/>
                </a:ext>
              </a:extLst>
            </p:cNvPr>
            <p:cNvSpPr/>
            <p:nvPr/>
          </p:nvSpPr>
          <p:spPr>
            <a:xfrm>
              <a:off x="10898124" y="0"/>
              <a:ext cx="1290955" cy="6858000"/>
            </a:xfrm>
            <a:custGeom>
              <a:avLst/>
              <a:gdLst/>
              <a:ahLst/>
              <a:cxnLst/>
              <a:rect l="l" t="t" r="r" b="b"/>
              <a:pathLst>
                <a:path w="1290954" h="6858000" extrusionOk="0">
                  <a:moveTo>
                    <a:pt x="1290827" y="0"/>
                  </a:moveTo>
                  <a:lnTo>
                    <a:pt x="1018958" y="0"/>
                  </a:lnTo>
                  <a:lnTo>
                    <a:pt x="0" y="6857996"/>
                  </a:lnTo>
                  <a:lnTo>
                    <a:pt x="1290827" y="6857996"/>
                  </a:lnTo>
                  <a:lnTo>
                    <a:pt x="1290827" y="0"/>
                  </a:lnTo>
                  <a:close/>
                </a:path>
              </a:pathLst>
            </a:custGeom>
            <a:solidFill>
              <a:srgbClr val="3879CD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p2">
              <a:extLst>
                <a:ext uri="{FF2B5EF4-FFF2-40B4-BE49-F238E27FC236}">
                  <a16:creationId xmlns:a16="http://schemas.microsoft.com/office/drawing/2014/main" id="{E4EA54D2-6BE8-3CD6-E6D1-6B177E89858E}"/>
                </a:ext>
              </a:extLst>
            </p:cNvPr>
            <p:cNvSpPr/>
            <p:nvPr/>
          </p:nvSpPr>
          <p:spPr>
            <a:xfrm>
              <a:off x="10940749" y="0"/>
              <a:ext cx="1248410" cy="6858000"/>
            </a:xfrm>
            <a:custGeom>
              <a:avLst/>
              <a:gdLst/>
              <a:ahLst/>
              <a:cxnLst/>
              <a:rect l="l" t="t" r="r" b="b"/>
              <a:pathLst>
                <a:path w="1248409" h="6858000" extrusionOk="0">
                  <a:moveTo>
                    <a:pt x="1248203" y="0"/>
                  </a:moveTo>
                  <a:lnTo>
                    <a:pt x="0" y="0"/>
                  </a:lnTo>
                  <a:lnTo>
                    <a:pt x="1107740" y="6857996"/>
                  </a:lnTo>
                  <a:lnTo>
                    <a:pt x="1248203" y="6857996"/>
                  </a:lnTo>
                  <a:lnTo>
                    <a:pt x="1248203" y="0"/>
                  </a:lnTo>
                  <a:close/>
                </a:path>
              </a:pathLst>
            </a:custGeom>
            <a:solidFill>
              <a:srgbClr val="122C4A">
                <a:alpha val="63921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2">
              <a:extLst>
                <a:ext uri="{FF2B5EF4-FFF2-40B4-BE49-F238E27FC236}">
                  <a16:creationId xmlns:a16="http://schemas.microsoft.com/office/drawing/2014/main" id="{9EC03BD1-C9D9-2BB6-802D-0DBA9FFCF0F3}"/>
                </a:ext>
              </a:extLst>
            </p:cNvPr>
            <p:cNvSpPr/>
            <p:nvPr/>
          </p:nvSpPr>
          <p:spPr>
            <a:xfrm>
              <a:off x="10372344" y="3590544"/>
              <a:ext cx="1816735" cy="3267710"/>
            </a:xfrm>
            <a:custGeom>
              <a:avLst/>
              <a:gdLst/>
              <a:ahLst/>
              <a:cxnLst/>
              <a:rect l="l" t="t" r="r" b="b"/>
              <a:pathLst>
                <a:path w="1816734" h="3267709" extrusionOk="0">
                  <a:moveTo>
                    <a:pt x="1816607" y="0"/>
                  </a:moveTo>
                  <a:lnTo>
                    <a:pt x="0" y="3267455"/>
                  </a:lnTo>
                  <a:lnTo>
                    <a:pt x="1816607" y="3267455"/>
                  </a:lnTo>
                  <a:lnTo>
                    <a:pt x="1816607" y="0"/>
                  </a:lnTo>
                  <a:close/>
                </a:path>
              </a:pathLst>
            </a:custGeom>
            <a:solidFill>
              <a:srgbClr val="122C4A">
                <a:alpha val="7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7" name="Google Shape;117;p2">
            <a:extLst>
              <a:ext uri="{FF2B5EF4-FFF2-40B4-BE49-F238E27FC236}">
                <a16:creationId xmlns:a16="http://schemas.microsoft.com/office/drawing/2014/main" id="{E9A8D7E4-FCF1-C11F-C625-722CDE8E7A15}"/>
              </a:ext>
            </a:extLst>
          </p:cNvPr>
          <p:cNvSpPr/>
          <p:nvPr/>
        </p:nvSpPr>
        <p:spPr>
          <a:xfrm>
            <a:off x="0" y="0"/>
            <a:ext cx="843280" cy="5666740"/>
          </a:xfrm>
          <a:custGeom>
            <a:avLst/>
            <a:gdLst/>
            <a:ahLst/>
            <a:cxnLst/>
            <a:rect l="l" t="t" r="r" b="b"/>
            <a:pathLst>
              <a:path w="843280" h="5666740" extrusionOk="0">
                <a:moveTo>
                  <a:pt x="842772" y="0"/>
                </a:moveTo>
                <a:lnTo>
                  <a:pt x="0" y="0"/>
                </a:lnTo>
                <a:lnTo>
                  <a:pt x="0" y="5666232"/>
                </a:lnTo>
                <a:lnTo>
                  <a:pt x="842772" y="0"/>
                </a:lnTo>
                <a:close/>
              </a:path>
            </a:pathLst>
          </a:custGeom>
          <a:solidFill>
            <a:srgbClr val="122C4A">
              <a:alpha val="83921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9" name="Google Shape;119;p2">
            <a:extLst>
              <a:ext uri="{FF2B5EF4-FFF2-40B4-BE49-F238E27FC236}">
                <a16:creationId xmlns:a16="http://schemas.microsoft.com/office/drawing/2014/main" id="{AF0AFDCB-28D4-A8CD-D34C-82E07AF944C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4511" y="0"/>
            <a:ext cx="1066800" cy="49377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 2">
            <a:extLst>
              <a:ext uri="{FF2B5EF4-FFF2-40B4-BE49-F238E27FC236}">
                <a16:creationId xmlns:a16="http://schemas.microsoft.com/office/drawing/2014/main" id="{30FF2A94-42C0-6718-2BC4-595B8ECBA875}"/>
              </a:ext>
            </a:extLst>
          </p:cNvPr>
          <p:cNvSpPr/>
          <p:nvPr/>
        </p:nvSpPr>
        <p:spPr>
          <a:xfrm>
            <a:off x="828329" y="5376652"/>
            <a:ext cx="7477601" cy="10662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endParaRPr lang="en-US" sz="1750" dirty="0"/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BE3F889D-BD06-24D8-A2C7-B3D2EB66381F}"/>
              </a:ext>
            </a:extLst>
          </p:cNvPr>
          <p:cNvSpPr/>
          <p:nvPr/>
        </p:nvSpPr>
        <p:spPr>
          <a:xfrm>
            <a:off x="3198876" y="2734627"/>
            <a:ext cx="5608320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endParaRPr lang="en-US" sz="4374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9437D2-8F48-D24E-4F9A-B707DAF56C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CA" dirty="0"/>
              <a:t>Interesting articles (#1)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6F50752-5418-BB4D-74E9-97780BD653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M. Chen et P. Zhou, « 2CFastICA: A Novel Method for High Density Surface EMG Decomposition Based on Kernel Constrained </a:t>
            </a:r>
            <a:r>
              <a:rPr lang="en-CA" dirty="0" err="1"/>
              <a:t>FastICA</a:t>
            </a:r>
            <a:r>
              <a:rPr lang="en-CA" dirty="0"/>
              <a:t> and Correlation Constrained </a:t>
            </a:r>
            <a:r>
              <a:rPr lang="en-CA" dirty="0" err="1"/>
              <a:t>FastICA</a:t>
            </a:r>
            <a:r>
              <a:rPr lang="en-CA" dirty="0"/>
              <a:t> », </a:t>
            </a:r>
            <a:r>
              <a:rPr lang="en-CA" i="1" dirty="0"/>
              <a:t>IEEE Trans. Neural Syst. </a:t>
            </a:r>
            <a:r>
              <a:rPr lang="en-CA" i="1" dirty="0" err="1"/>
              <a:t>Rehabil</a:t>
            </a:r>
            <a:r>
              <a:rPr lang="en-CA" i="1" dirty="0"/>
              <a:t>. Eng.</a:t>
            </a:r>
            <a:r>
              <a:rPr lang="en-CA" dirty="0"/>
              <a:t>, vol. 32, p. 2177‑2186, 2024</a:t>
            </a:r>
          </a:p>
        </p:txBody>
      </p:sp>
    </p:spTree>
    <p:extLst>
      <p:ext uri="{BB962C8B-B14F-4D97-AF65-F5344CB8AC3E}">
        <p14:creationId xmlns:p14="http://schemas.microsoft.com/office/powerpoint/2010/main" val="7015939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6CE48BC4-A173-D456-8218-A3A79EA61F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p2">
            <a:extLst>
              <a:ext uri="{FF2B5EF4-FFF2-40B4-BE49-F238E27FC236}">
                <a16:creationId xmlns:a16="http://schemas.microsoft.com/office/drawing/2014/main" id="{D90DA1F4-6F74-82D0-1C79-7B437F3CA530}"/>
              </a:ext>
            </a:extLst>
          </p:cNvPr>
          <p:cNvGrpSpPr/>
          <p:nvPr/>
        </p:nvGrpSpPr>
        <p:grpSpPr>
          <a:xfrm>
            <a:off x="7424928" y="0"/>
            <a:ext cx="4767667" cy="6858889"/>
            <a:chOff x="7424928" y="0"/>
            <a:chExt cx="4767667" cy="6858889"/>
          </a:xfrm>
        </p:grpSpPr>
        <p:sp>
          <p:nvSpPr>
            <p:cNvPr id="108" name="Google Shape;108;p2">
              <a:extLst>
                <a:ext uri="{FF2B5EF4-FFF2-40B4-BE49-F238E27FC236}">
                  <a16:creationId xmlns:a16="http://schemas.microsoft.com/office/drawing/2014/main" id="{4EB49C12-3E1F-DBE9-C2FB-6A3522EB13C8}"/>
                </a:ext>
              </a:extLst>
            </p:cNvPr>
            <p:cNvSpPr/>
            <p:nvPr/>
          </p:nvSpPr>
          <p:spPr>
            <a:xfrm>
              <a:off x="9371076" y="0"/>
              <a:ext cx="1219200" cy="6858000"/>
            </a:xfrm>
            <a:custGeom>
              <a:avLst/>
              <a:gdLst/>
              <a:ahLst/>
              <a:cxnLst/>
              <a:rect l="l" t="t" r="r" b="b"/>
              <a:pathLst>
                <a:path w="1219200" h="6858000" extrusionOk="0">
                  <a:moveTo>
                    <a:pt x="0" y="0"/>
                  </a:moveTo>
                  <a:lnTo>
                    <a:pt x="1219200" y="6857999"/>
                  </a:lnTo>
                </a:path>
              </a:pathLst>
            </a:custGeom>
            <a:noFill/>
            <a:ln w="9525" cap="flat" cmpd="sng">
              <a:solidFill>
                <a:srgbClr val="BEBEB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DF92281D-3E5B-6E53-ABA3-FA679BFF3D11}"/>
                </a:ext>
              </a:extLst>
            </p:cNvPr>
            <p:cNvSpPr/>
            <p:nvPr/>
          </p:nvSpPr>
          <p:spPr>
            <a:xfrm>
              <a:off x="7424928" y="3681984"/>
              <a:ext cx="4763770" cy="3176905"/>
            </a:xfrm>
            <a:custGeom>
              <a:avLst/>
              <a:gdLst/>
              <a:ahLst/>
              <a:cxnLst/>
              <a:rect l="l" t="t" r="r" b="b"/>
              <a:pathLst>
                <a:path w="4763770" h="3176904" extrusionOk="0">
                  <a:moveTo>
                    <a:pt x="4763516" y="0"/>
                  </a:moveTo>
                  <a:lnTo>
                    <a:pt x="0" y="3176586"/>
                  </a:lnTo>
                </a:path>
              </a:pathLst>
            </a:custGeom>
            <a:noFill/>
            <a:ln w="9525" cap="flat" cmpd="sng">
              <a:solidFill>
                <a:srgbClr val="D9D9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AD400144-2759-80A6-45AB-889183F1D8A7}"/>
                </a:ext>
              </a:extLst>
            </p:cNvPr>
            <p:cNvSpPr/>
            <p:nvPr/>
          </p:nvSpPr>
          <p:spPr>
            <a:xfrm>
              <a:off x="9182101" y="0"/>
              <a:ext cx="3007360" cy="6858000"/>
            </a:xfrm>
            <a:custGeom>
              <a:avLst/>
              <a:gdLst/>
              <a:ahLst/>
              <a:cxnLst/>
              <a:rect l="l" t="t" r="r" b="b"/>
              <a:pathLst>
                <a:path w="3007359" h="6858000" extrusionOk="0">
                  <a:moveTo>
                    <a:pt x="3006850" y="0"/>
                  </a:moveTo>
                  <a:lnTo>
                    <a:pt x="2042483" y="0"/>
                  </a:lnTo>
                  <a:lnTo>
                    <a:pt x="0" y="6857996"/>
                  </a:lnTo>
                  <a:lnTo>
                    <a:pt x="3006850" y="6857996"/>
                  </a:lnTo>
                  <a:lnTo>
                    <a:pt x="3006850" y="0"/>
                  </a:lnTo>
                  <a:close/>
                </a:path>
              </a:pathLst>
            </a:custGeom>
            <a:solidFill>
              <a:srgbClr val="122C4A">
                <a:alpha val="2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2">
              <a:extLst>
                <a:ext uri="{FF2B5EF4-FFF2-40B4-BE49-F238E27FC236}">
                  <a16:creationId xmlns:a16="http://schemas.microsoft.com/office/drawing/2014/main" id="{104AD1D2-30AD-C328-B8A0-E4AA753E14FA}"/>
                </a:ext>
              </a:extLst>
            </p:cNvPr>
            <p:cNvSpPr/>
            <p:nvPr/>
          </p:nvSpPr>
          <p:spPr>
            <a:xfrm>
              <a:off x="9604335" y="0"/>
              <a:ext cx="2588260" cy="6858000"/>
            </a:xfrm>
            <a:custGeom>
              <a:avLst/>
              <a:gdLst/>
              <a:ahLst/>
              <a:cxnLst/>
              <a:rect l="l" t="t" r="r" b="b"/>
              <a:pathLst>
                <a:path w="2588259" h="6858000" extrusionOk="0">
                  <a:moveTo>
                    <a:pt x="2587664" y="0"/>
                  </a:moveTo>
                  <a:lnTo>
                    <a:pt x="0" y="0"/>
                  </a:lnTo>
                  <a:lnTo>
                    <a:pt x="1208190" y="6857996"/>
                  </a:lnTo>
                  <a:lnTo>
                    <a:pt x="2587664" y="6857996"/>
                  </a:lnTo>
                  <a:lnTo>
                    <a:pt x="2587664" y="0"/>
                  </a:lnTo>
                  <a:close/>
                </a:path>
              </a:pathLst>
            </a:custGeom>
            <a:solidFill>
              <a:srgbClr val="122C4A">
                <a:alpha val="1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2">
              <a:extLst>
                <a:ext uri="{FF2B5EF4-FFF2-40B4-BE49-F238E27FC236}">
                  <a16:creationId xmlns:a16="http://schemas.microsoft.com/office/drawing/2014/main" id="{5DE002A4-D5A9-757F-3CB0-A430ED1D9A0A}"/>
                </a:ext>
              </a:extLst>
            </p:cNvPr>
            <p:cNvSpPr/>
            <p:nvPr/>
          </p:nvSpPr>
          <p:spPr>
            <a:xfrm>
              <a:off x="8932164" y="3048000"/>
              <a:ext cx="3260090" cy="3810000"/>
            </a:xfrm>
            <a:custGeom>
              <a:avLst/>
              <a:gdLst/>
              <a:ahLst/>
              <a:cxnLst/>
              <a:rect l="l" t="t" r="r" b="b"/>
              <a:pathLst>
                <a:path w="3260090" h="3810000" extrusionOk="0">
                  <a:moveTo>
                    <a:pt x="3259835" y="0"/>
                  </a:moveTo>
                  <a:lnTo>
                    <a:pt x="0" y="3809999"/>
                  </a:lnTo>
                  <a:lnTo>
                    <a:pt x="3259835" y="3809999"/>
                  </a:lnTo>
                  <a:lnTo>
                    <a:pt x="3259835" y="0"/>
                  </a:lnTo>
                  <a:close/>
                </a:path>
              </a:pathLst>
            </a:custGeom>
            <a:solidFill>
              <a:srgbClr val="F0B952">
                <a:alpha val="7098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2">
              <a:extLst>
                <a:ext uri="{FF2B5EF4-FFF2-40B4-BE49-F238E27FC236}">
                  <a16:creationId xmlns:a16="http://schemas.microsoft.com/office/drawing/2014/main" id="{2B05C6DA-1AFF-4946-1D4B-2D4A2FADD65C}"/>
                </a:ext>
              </a:extLst>
            </p:cNvPr>
            <p:cNvSpPr/>
            <p:nvPr/>
          </p:nvSpPr>
          <p:spPr>
            <a:xfrm>
              <a:off x="9337790" y="0"/>
              <a:ext cx="2851785" cy="6858000"/>
            </a:xfrm>
            <a:custGeom>
              <a:avLst/>
              <a:gdLst/>
              <a:ahLst/>
              <a:cxnLst/>
              <a:rect l="l" t="t" r="r" b="b"/>
              <a:pathLst>
                <a:path w="2851784" h="6858000" extrusionOk="0">
                  <a:moveTo>
                    <a:pt x="2851161" y="0"/>
                  </a:moveTo>
                  <a:lnTo>
                    <a:pt x="0" y="0"/>
                  </a:lnTo>
                  <a:lnTo>
                    <a:pt x="2467620" y="6857996"/>
                  </a:lnTo>
                  <a:lnTo>
                    <a:pt x="2851161" y="6857996"/>
                  </a:lnTo>
                  <a:lnTo>
                    <a:pt x="2851161" y="0"/>
                  </a:lnTo>
                  <a:close/>
                </a:path>
              </a:pathLst>
            </a:custGeom>
            <a:solidFill>
              <a:srgbClr val="E09912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2">
              <a:extLst>
                <a:ext uri="{FF2B5EF4-FFF2-40B4-BE49-F238E27FC236}">
                  <a16:creationId xmlns:a16="http://schemas.microsoft.com/office/drawing/2014/main" id="{4C9B1188-6E44-AA01-FC5D-7436C2823082}"/>
                </a:ext>
              </a:extLst>
            </p:cNvPr>
            <p:cNvSpPr/>
            <p:nvPr/>
          </p:nvSpPr>
          <p:spPr>
            <a:xfrm>
              <a:off x="10898124" y="0"/>
              <a:ext cx="1290955" cy="6858000"/>
            </a:xfrm>
            <a:custGeom>
              <a:avLst/>
              <a:gdLst/>
              <a:ahLst/>
              <a:cxnLst/>
              <a:rect l="l" t="t" r="r" b="b"/>
              <a:pathLst>
                <a:path w="1290954" h="6858000" extrusionOk="0">
                  <a:moveTo>
                    <a:pt x="1290827" y="0"/>
                  </a:moveTo>
                  <a:lnTo>
                    <a:pt x="1018958" y="0"/>
                  </a:lnTo>
                  <a:lnTo>
                    <a:pt x="0" y="6857996"/>
                  </a:lnTo>
                  <a:lnTo>
                    <a:pt x="1290827" y="6857996"/>
                  </a:lnTo>
                  <a:lnTo>
                    <a:pt x="1290827" y="0"/>
                  </a:lnTo>
                  <a:close/>
                </a:path>
              </a:pathLst>
            </a:custGeom>
            <a:solidFill>
              <a:srgbClr val="3879CD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p2">
              <a:extLst>
                <a:ext uri="{FF2B5EF4-FFF2-40B4-BE49-F238E27FC236}">
                  <a16:creationId xmlns:a16="http://schemas.microsoft.com/office/drawing/2014/main" id="{A28171E4-7FC5-CD5C-5C9D-1E52AA0F8A64}"/>
                </a:ext>
              </a:extLst>
            </p:cNvPr>
            <p:cNvSpPr/>
            <p:nvPr/>
          </p:nvSpPr>
          <p:spPr>
            <a:xfrm>
              <a:off x="10940749" y="0"/>
              <a:ext cx="1248410" cy="6858000"/>
            </a:xfrm>
            <a:custGeom>
              <a:avLst/>
              <a:gdLst/>
              <a:ahLst/>
              <a:cxnLst/>
              <a:rect l="l" t="t" r="r" b="b"/>
              <a:pathLst>
                <a:path w="1248409" h="6858000" extrusionOk="0">
                  <a:moveTo>
                    <a:pt x="1248203" y="0"/>
                  </a:moveTo>
                  <a:lnTo>
                    <a:pt x="0" y="0"/>
                  </a:lnTo>
                  <a:lnTo>
                    <a:pt x="1107740" y="6857996"/>
                  </a:lnTo>
                  <a:lnTo>
                    <a:pt x="1248203" y="6857996"/>
                  </a:lnTo>
                  <a:lnTo>
                    <a:pt x="1248203" y="0"/>
                  </a:lnTo>
                  <a:close/>
                </a:path>
              </a:pathLst>
            </a:custGeom>
            <a:solidFill>
              <a:srgbClr val="122C4A">
                <a:alpha val="63921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2">
              <a:extLst>
                <a:ext uri="{FF2B5EF4-FFF2-40B4-BE49-F238E27FC236}">
                  <a16:creationId xmlns:a16="http://schemas.microsoft.com/office/drawing/2014/main" id="{5DED1E41-96F6-D158-8EEB-09CECB1E444E}"/>
                </a:ext>
              </a:extLst>
            </p:cNvPr>
            <p:cNvSpPr/>
            <p:nvPr/>
          </p:nvSpPr>
          <p:spPr>
            <a:xfrm>
              <a:off x="10372344" y="3590544"/>
              <a:ext cx="1816735" cy="3267710"/>
            </a:xfrm>
            <a:custGeom>
              <a:avLst/>
              <a:gdLst/>
              <a:ahLst/>
              <a:cxnLst/>
              <a:rect l="l" t="t" r="r" b="b"/>
              <a:pathLst>
                <a:path w="1816734" h="3267709" extrusionOk="0">
                  <a:moveTo>
                    <a:pt x="1816607" y="0"/>
                  </a:moveTo>
                  <a:lnTo>
                    <a:pt x="0" y="3267455"/>
                  </a:lnTo>
                  <a:lnTo>
                    <a:pt x="1816607" y="3267455"/>
                  </a:lnTo>
                  <a:lnTo>
                    <a:pt x="1816607" y="0"/>
                  </a:lnTo>
                  <a:close/>
                </a:path>
              </a:pathLst>
            </a:custGeom>
            <a:solidFill>
              <a:srgbClr val="122C4A">
                <a:alpha val="7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7" name="Google Shape;117;p2">
            <a:extLst>
              <a:ext uri="{FF2B5EF4-FFF2-40B4-BE49-F238E27FC236}">
                <a16:creationId xmlns:a16="http://schemas.microsoft.com/office/drawing/2014/main" id="{17CABBDB-4DCC-50D6-A1BB-78CBB385B19B}"/>
              </a:ext>
            </a:extLst>
          </p:cNvPr>
          <p:cNvSpPr/>
          <p:nvPr/>
        </p:nvSpPr>
        <p:spPr>
          <a:xfrm>
            <a:off x="0" y="0"/>
            <a:ext cx="843280" cy="5666740"/>
          </a:xfrm>
          <a:custGeom>
            <a:avLst/>
            <a:gdLst/>
            <a:ahLst/>
            <a:cxnLst/>
            <a:rect l="l" t="t" r="r" b="b"/>
            <a:pathLst>
              <a:path w="843280" h="5666740" extrusionOk="0">
                <a:moveTo>
                  <a:pt x="842772" y="0"/>
                </a:moveTo>
                <a:lnTo>
                  <a:pt x="0" y="0"/>
                </a:lnTo>
                <a:lnTo>
                  <a:pt x="0" y="5666232"/>
                </a:lnTo>
                <a:lnTo>
                  <a:pt x="842772" y="0"/>
                </a:lnTo>
                <a:close/>
              </a:path>
            </a:pathLst>
          </a:custGeom>
          <a:solidFill>
            <a:srgbClr val="122C4A">
              <a:alpha val="83921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9" name="Google Shape;119;p2">
            <a:extLst>
              <a:ext uri="{FF2B5EF4-FFF2-40B4-BE49-F238E27FC236}">
                <a16:creationId xmlns:a16="http://schemas.microsoft.com/office/drawing/2014/main" id="{898088ED-6580-0FA8-F268-F786DB0DE7D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4511" y="0"/>
            <a:ext cx="1066800" cy="49377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 2">
            <a:extLst>
              <a:ext uri="{FF2B5EF4-FFF2-40B4-BE49-F238E27FC236}">
                <a16:creationId xmlns:a16="http://schemas.microsoft.com/office/drawing/2014/main" id="{2E3DD723-4B4D-022A-3DBC-35A39E75D2D7}"/>
              </a:ext>
            </a:extLst>
          </p:cNvPr>
          <p:cNvSpPr/>
          <p:nvPr/>
        </p:nvSpPr>
        <p:spPr>
          <a:xfrm>
            <a:off x="828329" y="5376652"/>
            <a:ext cx="7477601" cy="10662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endParaRPr lang="en-US" sz="1750" dirty="0"/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ED961E36-C079-E133-0E7B-5D9D566DA9AC}"/>
              </a:ext>
            </a:extLst>
          </p:cNvPr>
          <p:cNvSpPr/>
          <p:nvPr/>
        </p:nvSpPr>
        <p:spPr>
          <a:xfrm>
            <a:off x="3198876" y="2734627"/>
            <a:ext cx="5608320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endParaRPr lang="en-US" sz="4374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114177-39ED-3DC5-458F-0BC7C6AB3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CA" dirty="0"/>
              <a:t>Interesting articles (#1)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F8DF547-3CDB-12E4-E6F9-D2AFB474D9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2CFastICA: Upgrade from </a:t>
            </a:r>
            <a:r>
              <a:rPr lang="en-CA" dirty="0" err="1"/>
              <a:t>FastICA</a:t>
            </a:r>
            <a:endParaRPr lang="en-CA" dirty="0"/>
          </a:p>
          <a:p>
            <a:pPr lvl="1"/>
            <a:r>
              <a:rPr lang="en-CA" dirty="0"/>
              <a:t>Open-source code available</a:t>
            </a:r>
          </a:p>
          <a:p>
            <a:endParaRPr lang="en-CA" dirty="0"/>
          </a:p>
          <a:p>
            <a:r>
              <a:rPr lang="en-CA" dirty="0"/>
              <a:t>Problems withs </a:t>
            </a:r>
            <a:r>
              <a:rPr lang="en-CA" dirty="0" err="1"/>
              <a:t>FastICA</a:t>
            </a:r>
            <a:r>
              <a:rPr lang="en-CA" dirty="0"/>
              <a:t>:</a:t>
            </a:r>
          </a:p>
          <a:p>
            <a:pPr lvl="1"/>
            <a:r>
              <a:rPr lang="en-CA" dirty="0"/>
              <a:t>Cannot differentiate a new motor unit from a time delayed equivalent of the first motor unit –</a:t>
            </a:r>
            <a:r>
              <a:rPr lang="en-US" dirty="0"/>
              <a:t>&gt; local convergence</a:t>
            </a:r>
            <a:endParaRPr lang="en-CA" dirty="0"/>
          </a:p>
          <a:p>
            <a:pPr lvl="1"/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4139822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115A513A-BE7E-61F9-8D65-CFC4E2514C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p2">
            <a:extLst>
              <a:ext uri="{FF2B5EF4-FFF2-40B4-BE49-F238E27FC236}">
                <a16:creationId xmlns:a16="http://schemas.microsoft.com/office/drawing/2014/main" id="{C71E0DD8-77B8-1AA6-1AFF-7F4E62CB0DC5}"/>
              </a:ext>
            </a:extLst>
          </p:cNvPr>
          <p:cNvGrpSpPr/>
          <p:nvPr/>
        </p:nvGrpSpPr>
        <p:grpSpPr>
          <a:xfrm>
            <a:off x="7424928" y="0"/>
            <a:ext cx="4767667" cy="6858889"/>
            <a:chOff x="7424928" y="0"/>
            <a:chExt cx="4767667" cy="6858889"/>
          </a:xfrm>
        </p:grpSpPr>
        <p:sp>
          <p:nvSpPr>
            <p:cNvPr id="108" name="Google Shape;108;p2">
              <a:extLst>
                <a:ext uri="{FF2B5EF4-FFF2-40B4-BE49-F238E27FC236}">
                  <a16:creationId xmlns:a16="http://schemas.microsoft.com/office/drawing/2014/main" id="{3337E283-B0D2-BBF8-1B62-E90AF2C2ED62}"/>
                </a:ext>
              </a:extLst>
            </p:cNvPr>
            <p:cNvSpPr/>
            <p:nvPr/>
          </p:nvSpPr>
          <p:spPr>
            <a:xfrm>
              <a:off x="9371076" y="0"/>
              <a:ext cx="1219200" cy="6858000"/>
            </a:xfrm>
            <a:custGeom>
              <a:avLst/>
              <a:gdLst/>
              <a:ahLst/>
              <a:cxnLst/>
              <a:rect l="l" t="t" r="r" b="b"/>
              <a:pathLst>
                <a:path w="1219200" h="6858000" extrusionOk="0">
                  <a:moveTo>
                    <a:pt x="0" y="0"/>
                  </a:moveTo>
                  <a:lnTo>
                    <a:pt x="1219200" y="6857999"/>
                  </a:lnTo>
                </a:path>
              </a:pathLst>
            </a:custGeom>
            <a:noFill/>
            <a:ln w="9525" cap="flat" cmpd="sng">
              <a:solidFill>
                <a:srgbClr val="BEBEB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AB304B07-B1E7-91FA-3339-1BF401EAD49B}"/>
                </a:ext>
              </a:extLst>
            </p:cNvPr>
            <p:cNvSpPr/>
            <p:nvPr/>
          </p:nvSpPr>
          <p:spPr>
            <a:xfrm>
              <a:off x="7424928" y="3681984"/>
              <a:ext cx="4763770" cy="3176905"/>
            </a:xfrm>
            <a:custGeom>
              <a:avLst/>
              <a:gdLst/>
              <a:ahLst/>
              <a:cxnLst/>
              <a:rect l="l" t="t" r="r" b="b"/>
              <a:pathLst>
                <a:path w="4763770" h="3176904" extrusionOk="0">
                  <a:moveTo>
                    <a:pt x="4763516" y="0"/>
                  </a:moveTo>
                  <a:lnTo>
                    <a:pt x="0" y="3176586"/>
                  </a:lnTo>
                </a:path>
              </a:pathLst>
            </a:custGeom>
            <a:noFill/>
            <a:ln w="9525" cap="flat" cmpd="sng">
              <a:solidFill>
                <a:srgbClr val="D9D9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A07EAC6E-EAF8-A7C9-CFCB-F4191314DA44}"/>
                </a:ext>
              </a:extLst>
            </p:cNvPr>
            <p:cNvSpPr/>
            <p:nvPr/>
          </p:nvSpPr>
          <p:spPr>
            <a:xfrm>
              <a:off x="9182101" y="0"/>
              <a:ext cx="3007360" cy="6858000"/>
            </a:xfrm>
            <a:custGeom>
              <a:avLst/>
              <a:gdLst/>
              <a:ahLst/>
              <a:cxnLst/>
              <a:rect l="l" t="t" r="r" b="b"/>
              <a:pathLst>
                <a:path w="3007359" h="6858000" extrusionOk="0">
                  <a:moveTo>
                    <a:pt x="3006850" y="0"/>
                  </a:moveTo>
                  <a:lnTo>
                    <a:pt x="2042483" y="0"/>
                  </a:lnTo>
                  <a:lnTo>
                    <a:pt x="0" y="6857996"/>
                  </a:lnTo>
                  <a:lnTo>
                    <a:pt x="3006850" y="6857996"/>
                  </a:lnTo>
                  <a:lnTo>
                    <a:pt x="3006850" y="0"/>
                  </a:lnTo>
                  <a:close/>
                </a:path>
              </a:pathLst>
            </a:custGeom>
            <a:solidFill>
              <a:srgbClr val="122C4A">
                <a:alpha val="2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2">
              <a:extLst>
                <a:ext uri="{FF2B5EF4-FFF2-40B4-BE49-F238E27FC236}">
                  <a16:creationId xmlns:a16="http://schemas.microsoft.com/office/drawing/2014/main" id="{9733FC8C-10FA-BEFA-5D26-290F031ED05A}"/>
                </a:ext>
              </a:extLst>
            </p:cNvPr>
            <p:cNvSpPr/>
            <p:nvPr/>
          </p:nvSpPr>
          <p:spPr>
            <a:xfrm>
              <a:off x="9604335" y="0"/>
              <a:ext cx="2588260" cy="6858000"/>
            </a:xfrm>
            <a:custGeom>
              <a:avLst/>
              <a:gdLst/>
              <a:ahLst/>
              <a:cxnLst/>
              <a:rect l="l" t="t" r="r" b="b"/>
              <a:pathLst>
                <a:path w="2588259" h="6858000" extrusionOk="0">
                  <a:moveTo>
                    <a:pt x="2587664" y="0"/>
                  </a:moveTo>
                  <a:lnTo>
                    <a:pt x="0" y="0"/>
                  </a:lnTo>
                  <a:lnTo>
                    <a:pt x="1208190" y="6857996"/>
                  </a:lnTo>
                  <a:lnTo>
                    <a:pt x="2587664" y="6857996"/>
                  </a:lnTo>
                  <a:lnTo>
                    <a:pt x="2587664" y="0"/>
                  </a:lnTo>
                  <a:close/>
                </a:path>
              </a:pathLst>
            </a:custGeom>
            <a:solidFill>
              <a:srgbClr val="122C4A">
                <a:alpha val="1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2">
              <a:extLst>
                <a:ext uri="{FF2B5EF4-FFF2-40B4-BE49-F238E27FC236}">
                  <a16:creationId xmlns:a16="http://schemas.microsoft.com/office/drawing/2014/main" id="{9A8B9186-36FD-5118-588F-681D7D88C183}"/>
                </a:ext>
              </a:extLst>
            </p:cNvPr>
            <p:cNvSpPr/>
            <p:nvPr/>
          </p:nvSpPr>
          <p:spPr>
            <a:xfrm>
              <a:off x="8932164" y="3048000"/>
              <a:ext cx="3260090" cy="3810000"/>
            </a:xfrm>
            <a:custGeom>
              <a:avLst/>
              <a:gdLst/>
              <a:ahLst/>
              <a:cxnLst/>
              <a:rect l="l" t="t" r="r" b="b"/>
              <a:pathLst>
                <a:path w="3260090" h="3810000" extrusionOk="0">
                  <a:moveTo>
                    <a:pt x="3259835" y="0"/>
                  </a:moveTo>
                  <a:lnTo>
                    <a:pt x="0" y="3809999"/>
                  </a:lnTo>
                  <a:lnTo>
                    <a:pt x="3259835" y="3809999"/>
                  </a:lnTo>
                  <a:lnTo>
                    <a:pt x="3259835" y="0"/>
                  </a:lnTo>
                  <a:close/>
                </a:path>
              </a:pathLst>
            </a:custGeom>
            <a:solidFill>
              <a:srgbClr val="F0B952">
                <a:alpha val="7098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2">
              <a:extLst>
                <a:ext uri="{FF2B5EF4-FFF2-40B4-BE49-F238E27FC236}">
                  <a16:creationId xmlns:a16="http://schemas.microsoft.com/office/drawing/2014/main" id="{F5CADA9C-57F7-D4A6-5AC2-10E71C890F9E}"/>
                </a:ext>
              </a:extLst>
            </p:cNvPr>
            <p:cNvSpPr/>
            <p:nvPr/>
          </p:nvSpPr>
          <p:spPr>
            <a:xfrm>
              <a:off x="9337790" y="0"/>
              <a:ext cx="2851785" cy="6858000"/>
            </a:xfrm>
            <a:custGeom>
              <a:avLst/>
              <a:gdLst/>
              <a:ahLst/>
              <a:cxnLst/>
              <a:rect l="l" t="t" r="r" b="b"/>
              <a:pathLst>
                <a:path w="2851784" h="6858000" extrusionOk="0">
                  <a:moveTo>
                    <a:pt x="2851161" y="0"/>
                  </a:moveTo>
                  <a:lnTo>
                    <a:pt x="0" y="0"/>
                  </a:lnTo>
                  <a:lnTo>
                    <a:pt x="2467620" y="6857996"/>
                  </a:lnTo>
                  <a:lnTo>
                    <a:pt x="2851161" y="6857996"/>
                  </a:lnTo>
                  <a:lnTo>
                    <a:pt x="2851161" y="0"/>
                  </a:lnTo>
                  <a:close/>
                </a:path>
              </a:pathLst>
            </a:custGeom>
            <a:solidFill>
              <a:srgbClr val="E09912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2">
              <a:extLst>
                <a:ext uri="{FF2B5EF4-FFF2-40B4-BE49-F238E27FC236}">
                  <a16:creationId xmlns:a16="http://schemas.microsoft.com/office/drawing/2014/main" id="{5C41F955-5C43-B6B8-FEAF-6C2B4BE5809D}"/>
                </a:ext>
              </a:extLst>
            </p:cNvPr>
            <p:cNvSpPr/>
            <p:nvPr/>
          </p:nvSpPr>
          <p:spPr>
            <a:xfrm>
              <a:off x="10898124" y="0"/>
              <a:ext cx="1290955" cy="6858000"/>
            </a:xfrm>
            <a:custGeom>
              <a:avLst/>
              <a:gdLst/>
              <a:ahLst/>
              <a:cxnLst/>
              <a:rect l="l" t="t" r="r" b="b"/>
              <a:pathLst>
                <a:path w="1290954" h="6858000" extrusionOk="0">
                  <a:moveTo>
                    <a:pt x="1290827" y="0"/>
                  </a:moveTo>
                  <a:lnTo>
                    <a:pt x="1018958" y="0"/>
                  </a:lnTo>
                  <a:lnTo>
                    <a:pt x="0" y="6857996"/>
                  </a:lnTo>
                  <a:lnTo>
                    <a:pt x="1290827" y="6857996"/>
                  </a:lnTo>
                  <a:lnTo>
                    <a:pt x="1290827" y="0"/>
                  </a:lnTo>
                  <a:close/>
                </a:path>
              </a:pathLst>
            </a:custGeom>
            <a:solidFill>
              <a:srgbClr val="3879CD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p2">
              <a:extLst>
                <a:ext uri="{FF2B5EF4-FFF2-40B4-BE49-F238E27FC236}">
                  <a16:creationId xmlns:a16="http://schemas.microsoft.com/office/drawing/2014/main" id="{F57EDFD0-6F38-DAFE-4329-B4D0D150DE13}"/>
                </a:ext>
              </a:extLst>
            </p:cNvPr>
            <p:cNvSpPr/>
            <p:nvPr/>
          </p:nvSpPr>
          <p:spPr>
            <a:xfrm>
              <a:off x="10940749" y="0"/>
              <a:ext cx="1248410" cy="6858000"/>
            </a:xfrm>
            <a:custGeom>
              <a:avLst/>
              <a:gdLst/>
              <a:ahLst/>
              <a:cxnLst/>
              <a:rect l="l" t="t" r="r" b="b"/>
              <a:pathLst>
                <a:path w="1248409" h="6858000" extrusionOk="0">
                  <a:moveTo>
                    <a:pt x="1248203" y="0"/>
                  </a:moveTo>
                  <a:lnTo>
                    <a:pt x="0" y="0"/>
                  </a:lnTo>
                  <a:lnTo>
                    <a:pt x="1107740" y="6857996"/>
                  </a:lnTo>
                  <a:lnTo>
                    <a:pt x="1248203" y="6857996"/>
                  </a:lnTo>
                  <a:lnTo>
                    <a:pt x="1248203" y="0"/>
                  </a:lnTo>
                  <a:close/>
                </a:path>
              </a:pathLst>
            </a:custGeom>
            <a:solidFill>
              <a:srgbClr val="122C4A">
                <a:alpha val="63921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2">
              <a:extLst>
                <a:ext uri="{FF2B5EF4-FFF2-40B4-BE49-F238E27FC236}">
                  <a16:creationId xmlns:a16="http://schemas.microsoft.com/office/drawing/2014/main" id="{3B5CA183-6F4E-45D8-2311-4339840BB968}"/>
                </a:ext>
              </a:extLst>
            </p:cNvPr>
            <p:cNvSpPr/>
            <p:nvPr/>
          </p:nvSpPr>
          <p:spPr>
            <a:xfrm>
              <a:off x="10372344" y="3590544"/>
              <a:ext cx="1816735" cy="3267710"/>
            </a:xfrm>
            <a:custGeom>
              <a:avLst/>
              <a:gdLst/>
              <a:ahLst/>
              <a:cxnLst/>
              <a:rect l="l" t="t" r="r" b="b"/>
              <a:pathLst>
                <a:path w="1816734" h="3267709" extrusionOk="0">
                  <a:moveTo>
                    <a:pt x="1816607" y="0"/>
                  </a:moveTo>
                  <a:lnTo>
                    <a:pt x="0" y="3267455"/>
                  </a:lnTo>
                  <a:lnTo>
                    <a:pt x="1816607" y="3267455"/>
                  </a:lnTo>
                  <a:lnTo>
                    <a:pt x="1816607" y="0"/>
                  </a:lnTo>
                  <a:close/>
                </a:path>
              </a:pathLst>
            </a:custGeom>
            <a:solidFill>
              <a:srgbClr val="122C4A">
                <a:alpha val="7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7" name="Google Shape;117;p2">
            <a:extLst>
              <a:ext uri="{FF2B5EF4-FFF2-40B4-BE49-F238E27FC236}">
                <a16:creationId xmlns:a16="http://schemas.microsoft.com/office/drawing/2014/main" id="{E209E03C-D11B-3A8E-DAC5-2DCCA2ECA53D}"/>
              </a:ext>
            </a:extLst>
          </p:cNvPr>
          <p:cNvSpPr/>
          <p:nvPr/>
        </p:nvSpPr>
        <p:spPr>
          <a:xfrm>
            <a:off x="0" y="0"/>
            <a:ext cx="843280" cy="5666740"/>
          </a:xfrm>
          <a:custGeom>
            <a:avLst/>
            <a:gdLst/>
            <a:ahLst/>
            <a:cxnLst/>
            <a:rect l="l" t="t" r="r" b="b"/>
            <a:pathLst>
              <a:path w="843280" h="5666740" extrusionOk="0">
                <a:moveTo>
                  <a:pt x="842772" y="0"/>
                </a:moveTo>
                <a:lnTo>
                  <a:pt x="0" y="0"/>
                </a:lnTo>
                <a:lnTo>
                  <a:pt x="0" y="5666232"/>
                </a:lnTo>
                <a:lnTo>
                  <a:pt x="842772" y="0"/>
                </a:lnTo>
                <a:close/>
              </a:path>
            </a:pathLst>
          </a:custGeom>
          <a:solidFill>
            <a:srgbClr val="122C4A">
              <a:alpha val="83921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9" name="Google Shape;119;p2">
            <a:extLst>
              <a:ext uri="{FF2B5EF4-FFF2-40B4-BE49-F238E27FC236}">
                <a16:creationId xmlns:a16="http://schemas.microsoft.com/office/drawing/2014/main" id="{2C6C60ED-9C4C-504F-CA68-0E7E8EF4623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4511" y="0"/>
            <a:ext cx="1066800" cy="49377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 2">
            <a:extLst>
              <a:ext uri="{FF2B5EF4-FFF2-40B4-BE49-F238E27FC236}">
                <a16:creationId xmlns:a16="http://schemas.microsoft.com/office/drawing/2014/main" id="{4569FEDC-4F5A-35D9-A409-6BDA11E39AD4}"/>
              </a:ext>
            </a:extLst>
          </p:cNvPr>
          <p:cNvSpPr/>
          <p:nvPr/>
        </p:nvSpPr>
        <p:spPr>
          <a:xfrm>
            <a:off x="828329" y="5376652"/>
            <a:ext cx="7477601" cy="10662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endParaRPr lang="en-US" sz="1750" dirty="0"/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2CEFC84D-18AA-0180-DE1B-01BA0531A763}"/>
              </a:ext>
            </a:extLst>
          </p:cNvPr>
          <p:cNvSpPr/>
          <p:nvPr/>
        </p:nvSpPr>
        <p:spPr>
          <a:xfrm>
            <a:off x="3198876" y="2734627"/>
            <a:ext cx="5608320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endParaRPr lang="en-US" sz="4374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E19E39-0921-4972-57F7-A0CC12874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CA" dirty="0"/>
              <a:t>Interesting articles (#1)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8D3CC0D-C680-4915-49BE-E67754A5E6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First solution proposed: Progressive </a:t>
            </a:r>
            <a:r>
              <a:rPr lang="en-US" dirty="0" err="1"/>
              <a:t>FastICA</a:t>
            </a:r>
            <a:r>
              <a:rPr lang="en-US" dirty="0"/>
              <a:t> Peel-Off (PFP)</a:t>
            </a:r>
          </a:p>
          <a:p>
            <a:pPr lvl="1"/>
            <a:r>
              <a:rPr lang="en-US" dirty="0"/>
              <a:t>To avoid rediscovering again the same motor unit, its contribution to the EMG signal is subtracted from the original signal. </a:t>
            </a:r>
            <a:r>
              <a:rPr lang="en-US" dirty="0" err="1"/>
              <a:t>FastICA</a:t>
            </a:r>
            <a:r>
              <a:rPr lang="en-US" dirty="0"/>
              <a:t> is then applied to the residual to find other motor units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Problem with PFP:</a:t>
            </a:r>
          </a:p>
          <a:p>
            <a:pPr lvl="2"/>
            <a:r>
              <a:rPr lang="en-US" dirty="0"/>
              <a:t>Needs accurate MUAP estimation</a:t>
            </a:r>
          </a:p>
          <a:p>
            <a:pPr lvl="2"/>
            <a:r>
              <a:rPr lang="en-US" dirty="0"/>
              <a:t>Accumulation of errors</a:t>
            </a:r>
          </a:p>
          <a:p>
            <a:pPr lvl="2"/>
            <a:r>
              <a:rPr lang="en-US" dirty="0"/>
              <a:t>Computationally expensive</a:t>
            </a:r>
          </a:p>
          <a:p>
            <a:pPr lvl="1"/>
            <a:endParaRPr lang="en-CA" dirty="0"/>
          </a:p>
          <a:p>
            <a:pPr lvl="1"/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0401434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D3B2EE4A-3E3D-AE90-3B8D-C7EE73917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p2">
            <a:extLst>
              <a:ext uri="{FF2B5EF4-FFF2-40B4-BE49-F238E27FC236}">
                <a16:creationId xmlns:a16="http://schemas.microsoft.com/office/drawing/2014/main" id="{4D197501-FE59-1CFF-FF7C-B7652D464E97}"/>
              </a:ext>
            </a:extLst>
          </p:cNvPr>
          <p:cNvGrpSpPr/>
          <p:nvPr/>
        </p:nvGrpSpPr>
        <p:grpSpPr>
          <a:xfrm>
            <a:off x="7424928" y="0"/>
            <a:ext cx="4767667" cy="6858889"/>
            <a:chOff x="7424928" y="0"/>
            <a:chExt cx="4767667" cy="6858889"/>
          </a:xfrm>
        </p:grpSpPr>
        <p:sp>
          <p:nvSpPr>
            <p:cNvPr id="108" name="Google Shape;108;p2">
              <a:extLst>
                <a:ext uri="{FF2B5EF4-FFF2-40B4-BE49-F238E27FC236}">
                  <a16:creationId xmlns:a16="http://schemas.microsoft.com/office/drawing/2014/main" id="{89052A0F-B4A6-D796-1262-D165C41624F0}"/>
                </a:ext>
              </a:extLst>
            </p:cNvPr>
            <p:cNvSpPr/>
            <p:nvPr/>
          </p:nvSpPr>
          <p:spPr>
            <a:xfrm>
              <a:off x="9371076" y="0"/>
              <a:ext cx="1219200" cy="6858000"/>
            </a:xfrm>
            <a:custGeom>
              <a:avLst/>
              <a:gdLst/>
              <a:ahLst/>
              <a:cxnLst/>
              <a:rect l="l" t="t" r="r" b="b"/>
              <a:pathLst>
                <a:path w="1219200" h="6858000" extrusionOk="0">
                  <a:moveTo>
                    <a:pt x="0" y="0"/>
                  </a:moveTo>
                  <a:lnTo>
                    <a:pt x="1219200" y="6857999"/>
                  </a:lnTo>
                </a:path>
              </a:pathLst>
            </a:custGeom>
            <a:noFill/>
            <a:ln w="9525" cap="flat" cmpd="sng">
              <a:solidFill>
                <a:srgbClr val="BEBEB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EBF905DD-6AFC-6263-D289-C80B57E4B514}"/>
                </a:ext>
              </a:extLst>
            </p:cNvPr>
            <p:cNvSpPr/>
            <p:nvPr/>
          </p:nvSpPr>
          <p:spPr>
            <a:xfrm>
              <a:off x="7424928" y="3681984"/>
              <a:ext cx="4763770" cy="3176905"/>
            </a:xfrm>
            <a:custGeom>
              <a:avLst/>
              <a:gdLst/>
              <a:ahLst/>
              <a:cxnLst/>
              <a:rect l="l" t="t" r="r" b="b"/>
              <a:pathLst>
                <a:path w="4763770" h="3176904" extrusionOk="0">
                  <a:moveTo>
                    <a:pt x="4763516" y="0"/>
                  </a:moveTo>
                  <a:lnTo>
                    <a:pt x="0" y="3176586"/>
                  </a:lnTo>
                </a:path>
              </a:pathLst>
            </a:custGeom>
            <a:noFill/>
            <a:ln w="9525" cap="flat" cmpd="sng">
              <a:solidFill>
                <a:srgbClr val="D9D9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8690590E-EA2B-E7B7-393F-4F0DD05C69A3}"/>
                </a:ext>
              </a:extLst>
            </p:cNvPr>
            <p:cNvSpPr/>
            <p:nvPr/>
          </p:nvSpPr>
          <p:spPr>
            <a:xfrm>
              <a:off x="9182101" y="0"/>
              <a:ext cx="3007360" cy="6858000"/>
            </a:xfrm>
            <a:custGeom>
              <a:avLst/>
              <a:gdLst/>
              <a:ahLst/>
              <a:cxnLst/>
              <a:rect l="l" t="t" r="r" b="b"/>
              <a:pathLst>
                <a:path w="3007359" h="6858000" extrusionOk="0">
                  <a:moveTo>
                    <a:pt x="3006850" y="0"/>
                  </a:moveTo>
                  <a:lnTo>
                    <a:pt x="2042483" y="0"/>
                  </a:lnTo>
                  <a:lnTo>
                    <a:pt x="0" y="6857996"/>
                  </a:lnTo>
                  <a:lnTo>
                    <a:pt x="3006850" y="6857996"/>
                  </a:lnTo>
                  <a:lnTo>
                    <a:pt x="3006850" y="0"/>
                  </a:lnTo>
                  <a:close/>
                </a:path>
              </a:pathLst>
            </a:custGeom>
            <a:solidFill>
              <a:srgbClr val="122C4A">
                <a:alpha val="2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2">
              <a:extLst>
                <a:ext uri="{FF2B5EF4-FFF2-40B4-BE49-F238E27FC236}">
                  <a16:creationId xmlns:a16="http://schemas.microsoft.com/office/drawing/2014/main" id="{891A01A1-6D18-50FD-B827-EFB00DB67209}"/>
                </a:ext>
              </a:extLst>
            </p:cNvPr>
            <p:cNvSpPr/>
            <p:nvPr/>
          </p:nvSpPr>
          <p:spPr>
            <a:xfrm>
              <a:off x="9604335" y="0"/>
              <a:ext cx="2588260" cy="6858000"/>
            </a:xfrm>
            <a:custGeom>
              <a:avLst/>
              <a:gdLst/>
              <a:ahLst/>
              <a:cxnLst/>
              <a:rect l="l" t="t" r="r" b="b"/>
              <a:pathLst>
                <a:path w="2588259" h="6858000" extrusionOk="0">
                  <a:moveTo>
                    <a:pt x="2587664" y="0"/>
                  </a:moveTo>
                  <a:lnTo>
                    <a:pt x="0" y="0"/>
                  </a:lnTo>
                  <a:lnTo>
                    <a:pt x="1208190" y="6857996"/>
                  </a:lnTo>
                  <a:lnTo>
                    <a:pt x="2587664" y="6857996"/>
                  </a:lnTo>
                  <a:lnTo>
                    <a:pt x="2587664" y="0"/>
                  </a:lnTo>
                  <a:close/>
                </a:path>
              </a:pathLst>
            </a:custGeom>
            <a:solidFill>
              <a:srgbClr val="122C4A">
                <a:alpha val="1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2">
              <a:extLst>
                <a:ext uri="{FF2B5EF4-FFF2-40B4-BE49-F238E27FC236}">
                  <a16:creationId xmlns:a16="http://schemas.microsoft.com/office/drawing/2014/main" id="{7A7CA257-A817-121A-9223-D1EFEC1EEA86}"/>
                </a:ext>
              </a:extLst>
            </p:cNvPr>
            <p:cNvSpPr/>
            <p:nvPr/>
          </p:nvSpPr>
          <p:spPr>
            <a:xfrm>
              <a:off x="8932164" y="3048000"/>
              <a:ext cx="3260090" cy="3810000"/>
            </a:xfrm>
            <a:custGeom>
              <a:avLst/>
              <a:gdLst/>
              <a:ahLst/>
              <a:cxnLst/>
              <a:rect l="l" t="t" r="r" b="b"/>
              <a:pathLst>
                <a:path w="3260090" h="3810000" extrusionOk="0">
                  <a:moveTo>
                    <a:pt x="3259835" y="0"/>
                  </a:moveTo>
                  <a:lnTo>
                    <a:pt x="0" y="3809999"/>
                  </a:lnTo>
                  <a:lnTo>
                    <a:pt x="3259835" y="3809999"/>
                  </a:lnTo>
                  <a:lnTo>
                    <a:pt x="3259835" y="0"/>
                  </a:lnTo>
                  <a:close/>
                </a:path>
              </a:pathLst>
            </a:custGeom>
            <a:solidFill>
              <a:srgbClr val="F0B952">
                <a:alpha val="7098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2">
              <a:extLst>
                <a:ext uri="{FF2B5EF4-FFF2-40B4-BE49-F238E27FC236}">
                  <a16:creationId xmlns:a16="http://schemas.microsoft.com/office/drawing/2014/main" id="{873AE10B-C4BD-6DA8-37EB-2419749F547A}"/>
                </a:ext>
              </a:extLst>
            </p:cNvPr>
            <p:cNvSpPr/>
            <p:nvPr/>
          </p:nvSpPr>
          <p:spPr>
            <a:xfrm>
              <a:off x="9337790" y="0"/>
              <a:ext cx="2851785" cy="6858000"/>
            </a:xfrm>
            <a:custGeom>
              <a:avLst/>
              <a:gdLst/>
              <a:ahLst/>
              <a:cxnLst/>
              <a:rect l="l" t="t" r="r" b="b"/>
              <a:pathLst>
                <a:path w="2851784" h="6858000" extrusionOk="0">
                  <a:moveTo>
                    <a:pt x="2851161" y="0"/>
                  </a:moveTo>
                  <a:lnTo>
                    <a:pt x="0" y="0"/>
                  </a:lnTo>
                  <a:lnTo>
                    <a:pt x="2467620" y="6857996"/>
                  </a:lnTo>
                  <a:lnTo>
                    <a:pt x="2851161" y="6857996"/>
                  </a:lnTo>
                  <a:lnTo>
                    <a:pt x="2851161" y="0"/>
                  </a:lnTo>
                  <a:close/>
                </a:path>
              </a:pathLst>
            </a:custGeom>
            <a:solidFill>
              <a:srgbClr val="E09912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2">
              <a:extLst>
                <a:ext uri="{FF2B5EF4-FFF2-40B4-BE49-F238E27FC236}">
                  <a16:creationId xmlns:a16="http://schemas.microsoft.com/office/drawing/2014/main" id="{57ACAA2B-CFBD-50BB-B50E-4D39EEB57F92}"/>
                </a:ext>
              </a:extLst>
            </p:cNvPr>
            <p:cNvSpPr/>
            <p:nvPr/>
          </p:nvSpPr>
          <p:spPr>
            <a:xfrm>
              <a:off x="10898124" y="0"/>
              <a:ext cx="1290955" cy="6858000"/>
            </a:xfrm>
            <a:custGeom>
              <a:avLst/>
              <a:gdLst/>
              <a:ahLst/>
              <a:cxnLst/>
              <a:rect l="l" t="t" r="r" b="b"/>
              <a:pathLst>
                <a:path w="1290954" h="6858000" extrusionOk="0">
                  <a:moveTo>
                    <a:pt x="1290827" y="0"/>
                  </a:moveTo>
                  <a:lnTo>
                    <a:pt x="1018958" y="0"/>
                  </a:lnTo>
                  <a:lnTo>
                    <a:pt x="0" y="6857996"/>
                  </a:lnTo>
                  <a:lnTo>
                    <a:pt x="1290827" y="6857996"/>
                  </a:lnTo>
                  <a:lnTo>
                    <a:pt x="1290827" y="0"/>
                  </a:lnTo>
                  <a:close/>
                </a:path>
              </a:pathLst>
            </a:custGeom>
            <a:solidFill>
              <a:srgbClr val="3879CD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p2">
              <a:extLst>
                <a:ext uri="{FF2B5EF4-FFF2-40B4-BE49-F238E27FC236}">
                  <a16:creationId xmlns:a16="http://schemas.microsoft.com/office/drawing/2014/main" id="{D642ECFE-5278-2430-AB33-83A04A4223D3}"/>
                </a:ext>
              </a:extLst>
            </p:cNvPr>
            <p:cNvSpPr/>
            <p:nvPr/>
          </p:nvSpPr>
          <p:spPr>
            <a:xfrm>
              <a:off x="10940749" y="0"/>
              <a:ext cx="1248410" cy="6858000"/>
            </a:xfrm>
            <a:custGeom>
              <a:avLst/>
              <a:gdLst/>
              <a:ahLst/>
              <a:cxnLst/>
              <a:rect l="l" t="t" r="r" b="b"/>
              <a:pathLst>
                <a:path w="1248409" h="6858000" extrusionOk="0">
                  <a:moveTo>
                    <a:pt x="1248203" y="0"/>
                  </a:moveTo>
                  <a:lnTo>
                    <a:pt x="0" y="0"/>
                  </a:lnTo>
                  <a:lnTo>
                    <a:pt x="1107740" y="6857996"/>
                  </a:lnTo>
                  <a:lnTo>
                    <a:pt x="1248203" y="6857996"/>
                  </a:lnTo>
                  <a:lnTo>
                    <a:pt x="1248203" y="0"/>
                  </a:lnTo>
                  <a:close/>
                </a:path>
              </a:pathLst>
            </a:custGeom>
            <a:solidFill>
              <a:srgbClr val="122C4A">
                <a:alpha val="63921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2">
              <a:extLst>
                <a:ext uri="{FF2B5EF4-FFF2-40B4-BE49-F238E27FC236}">
                  <a16:creationId xmlns:a16="http://schemas.microsoft.com/office/drawing/2014/main" id="{AA4ABD1B-6094-4F97-0EDA-29BFDFB19BB4}"/>
                </a:ext>
              </a:extLst>
            </p:cNvPr>
            <p:cNvSpPr/>
            <p:nvPr/>
          </p:nvSpPr>
          <p:spPr>
            <a:xfrm>
              <a:off x="10372344" y="3590544"/>
              <a:ext cx="1816735" cy="3267710"/>
            </a:xfrm>
            <a:custGeom>
              <a:avLst/>
              <a:gdLst/>
              <a:ahLst/>
              <a:cxnLst/>
              <a:rect l="l" t="t" r="r" b="b"/>
              <a:pathLst>
                <a:path w="1816734" h="3267709" extrusionOk="0">
                  <a:moveTo>
                    <a:pt x="1816607" y="0"/>
                  </a:moveTo>
                  <a:lnTo>
                    <a:pt x="0" y="3267455"/>
                  </a:lnTo>
                  <a:lnTo>
                    <a:pt x="1816607" y="3267455"/>
                  </a:lnTo>
                  <a:lnTo>
                    <a:pt x="1816607" y="0"/>
                  </a:lnTo>
                  <a:close/>
                </a:path>
              </a:pathLst>
            </a:custGeom>
            <a:solidFill>
              <a:srgbClr val="122C4A">
                <a:alpha val="7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7" name="Google Shape;117;p2">
            <a:extLst>
              <a:ext uri="{FF2B5EF4-FFF2-40B4-BE49-F238E27FC236}">
                <a16:creationId xmlns:a16="http://schemas.microsoft.com/office/drawing/2014/main" id="{ECDB5815-AF7A-D2CF-C4D0-18FBCF026CD3}"/>
              </a:ext>
            </a:extLst>
          </p:cNvPr>
          <p:cNvSpPr/>
          <p:nvPr/>
        </p:nvSpPr>
        <p:spPr>
          <a:xfrm>
            <a:off x="0" y="0"/>
            <a:ext cx="843280" cy="5666740"/>
          </a:xfrm>
          <a:custGeom>
            <a:avLst/>
            <a:gdLst/>
            <a:ahLst/>
            <a:cxnLst/>
            <a:rect l="l" t="t" r="r" b="b"/>
            <a:pathLst>
              <a:path w="843280" h="5666740" extrusionOk="0">
                <a:moveTo>
                  <a:pt x="842772" y="0"/>
                </a:moveTo>
                <a:lnTo>
                  <a:pt x="0" y="0"/>
                </a:lnTo>
                <a:lnTo>
                  <a:pt x="0" y="5666232"/>
                </a:lnTo>
                <a:lnTo>
                  <a:pt x="842772" y="0"/>
                </a:lnTo>
                <a:close/>
              </a:path>
            </a:pathLst>
          </a:custGeom>
          <a:solidFill>
            <a:srgbClr val="122C4A">
              <a:alpha val="83921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9" name="Google Shape;119;p2">
            <a:extLst>
              <a:ext uri="{FF2B5EF4-FFF2-40B4-BE49-F238E27FC236}">
                <a16:creationId xmlns:a16="http://schemas.microsoft.com/office/drawing/2014/main" id="{623D814A-D02C-BD08-BC0B-0A4D983F501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4511" y="0"/>
            <a:ext cx="1066800" cy="49377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 2">
            <a:extLst>
              <a:ext uri="{FF2B5EF4-FFF2-40B4-BE49-F238E27FC236}">
                <a16:creationId xmlns:a16="http://schemas.microsoft.com/office/drawing/2014/main" id="{5E4176BE-DAF0-9C43-B23B-7147CA04A48D}"/>
              </a:ext>
            </a:extLst>
          </p:cNvPr>
          <p:cNvSpPr/>
          <p:nvPr/>
        </p:nvSpPr>
        <p:spPr>
          <a:xfrm>
            <a:off x="828329" y="5376652"/>
            <a:ext cx="7477601" cy="10662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endParaRPr lang="en-US" sz="1750" dirty="0"/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A31A9E5A-40D8-92EA-AA7A-45857F33D86A}"/>
              </a:ext>
            </a:extLst>
          </p:cNvPr>
          <p:cNvSpPr/>
          <p:nvPr/>
        </p:nvSpPr>
        <p:spPr>
          <a:xfrm>
            <a:off x="3198876" y="2734627"/>
            <a:ext cx="5608320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endParaRPr lang="en-US" sz="4374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04A1C9-AF16-7BFC-4B2A-41C9245257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CA" dirty="0"/>
              <a:t>Interesting articles (#1)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2506D87-96F0-02BE-6886-EC06A642BD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New solution: 2CFastICA</a:t>
            </a:r>
          </a:p>
          <a:p>
            <a:pPr lvl="1"/>
            <a:r>
              <a:rPr lang="en-CA" dirty="0"/>
              <a:t>Instead of removing motor unit from the signal, it</a:t>
            </a:r>
            <a:r>
              <a:rPr lang="en-US" dirty="0"/>
              <a:t>’</a:t>
            </a:r>
            <a:r>
              <a:rPr lang="en-CA" dirty="0"/>
              <a:t>s removed from the </a:t>
            </a:r>
            <a:r>
              <a:rPr lang="en-CA" dirty="0" err="1"/>
              <a:t>FastICA’s</a:t>
            </a:r>
            <a:r>
              <a:rPr lang="en-CA" dirty="0"/>
              <a:t> search space.</a:t>
            </a:r>
          </a:p>
          <a:p>
            <a:pPr lvl="1"/>
            <a:r>
              <a:rPr lang="en-CA" dirty="0"/>
              <a:t>Done mathematically through constraints instead of </a:t>
            </a:r>
            <a:r>
              <a:rPr lang="en-CA" dirty="0" err="1"/>
              <a:t>substraction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4575398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9ED19C90-59C6-D2AC-4F84-881649082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p2">
            <a:extLst>
              <a:ext uri="{FF2B5EF4-FFF2-40B4-BE49-F238E27FC236}">
                <a16:creationId xmlns:a16="http://schemas.microsoft.com/office/drawing/2014/main" id="{0A454F18-CEDC-2340-932A-DABD144A2B30}"/>
              </a:ext>
            </a:extLst>
          </p:cNvPr>
          <p:cNvGrpSpPr/>
          <p:nvPr/>
        </p:nvGrpSpPr>
        <p:grpSpPr>
          <a:xfrm>
            <a:off x="7424928" y="0"/>
            <a:ext cx="4767667" cy="6858889"/>
            <a:chOff x="7424928" y="0"/>
            <a:chExt cx="4767667" cy="6858889"/>
          </a:xfrm>
        </p:grpSpPr>
        <p:sp>
          <p:nvSpPr>
            <p:cNvPr id="108" name="Google Shape;108;p2">
              <a:extLst>
                <a:ext uri="{FF2B5EF4-FFF2-40B4-BE49-F238E27FC236}">
                  <a16:creationId xmlns:a16="http://schemas.microsoft.com/office/drawing/2014/main" id="{631E791E-05C9-2134-AC31-F21794A0024E}"/>
                </a:ext>
              </a:extLst>
            </p:cNvPr>
            <p:cNvSpPr/>
            <p:nvPr/>
          </p:nvSpPr>
          <p:spPr>
            <a:xfrm>
              <a:off x="9371076" y="0"/>
              <a:ext cx="1219200" cy="6858000"/>
            </a:xfrm>
            <a:custGeom>
              <a:avLst/>
              <a:gdLst/>
              <a:ahLst/>
              <a:cxnLst/>
              <a:rect l="l" t="t" r="r" b="b"/>
              <a:pathLst>
                <a:path w="1219200" h="6858000" extrusionOk="0">
                  <a:moveTo>
                    <a:pt x="0" y="0"/>
                  </a:moveTo>
                  <a:lnTo>
                    <a:pt x="1219200" y="6857999"/>
                  </a:lnTo>
                </a:path>
              </a:pathLst>
            </a:custGeom>
            <a:noFill/>
            <a:ln w="9525" cap="flat" cmpd="sng">
              <a:solidFill>
                <a:srgbClr val="BEBEB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14C0C846-0153-9105-75CA-713593F248BE}"/>
                </a:ext>
              </a:extLst>
            </p:cNvPr>
            <p:cNvSpPr/>
            <p:nvPr/>
          </p:nvSpPr>
          <p:spPr>
            <a:xfrm>
              <a:off x="7424928" y="3681984"/>
              <a:ext cx="4763770" cy="3176905"/>
            </a:xfrm>
            <a:custGeom>
              <a:avLst/>
              <a:gdLst/>
              <a:ahLst/>
              <a:cxnLst/>
              <a:rect l="l" t="t" r="r" b="b"/>
              <a:pathLst>
                <a:path w="4763770" h="3176904" extrusionOk="0">
                  <a:moveTo>
                    <a:pt x="4763516" y="0"/>
                  </a:moveTo>
                  <a:lnTo>
                    <a:pt x="0" y="3176586"/>
                  </a:lnTo>
                </a:path>
              </a:pathLst>
            </a:custGeom>
            <a:noFill/>
            <a:ln w="9525" cap="flat" cmpd="sng">
              <a:solidFill>
                <a:srgbClr val="D9D9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2DC399EA-D3A5-28A4-546F-712607A373F3}"/>
                </a:ext>
              </a:extLst>
            </p:cNvPr>
            <p:cNvSpPr/>
            <p:nvPr/>
          </p:nvSpPr>
          <p:spPr>
            <a:xfrm>
              <a:off x="9182101" y="0"/>
              <a:ext cx="3007360" cy="6858000"/>
            </a:xfrm>
            <a:custGeom>
              <a:avLst/>
              <a:gdLst/>
              <a:ahLst/>
              <a:cxnLst/>
              <a:rect l="l" t="t" r="r" b="b"/>
              <a:pathLst>
                <a:path w="3007359" h="6858000" extrusionOk="0">
                  <a:moveTo>
                    <a:pt x="3006850" y="0"/>
                  </a:moveTo>
                  <a:lnTo>
                    <a:pt x="2042483" y="0"/>
                  </a:lnTo>
                  <a:lnTo>
                    <a:pt x="0" y="6857996"/>
                  </a:lnTo>
                  <a:lnTo>
                    <a:pt x="3006850" y="6857996"/>
                  </a:lnTo>
                  <a:lnTo>
                    <a:pt x="3006850" y="0"/>
                  </a:lnTo>
                  <a:close/>
                </a:path>
              </a:pathLst>
            </a:custGeom>
            <a:solidFill>
              <a:srgbClr val="122C4A">
                <a:alpha val="2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2">
              <a:extLst>
                <a:ext uri="{FF2B5EF4-FFF2-40B4-BE49-F238E27FC236}">
                  <a16:creationId xmlns:a16="http://schemas.microsoft.com/office/drawing/2014/main" id="{BB95C635-8D2C-787A-6B6B-836E543E1904}"/>
                </a:ext>
              </a:extLst>
            </p:cNvPr>
            <p:cNvSpPr/>
            <p:nvPr/>
          </p:nvSpPr>
          <p:spPr>
            <a:xfrm>
              <a:off x="9604335" y="0"/>
              <a:ext cx="2588260" cy="6858000"/>
            </a:xfrm>
            <a:custGeom>
              <a:avLst/>
              <a:gdLst/>
              <a:ahLst/>
              <a:cxnLst/>
              <a:rect l="l" t="t" r="r" b="b"/>
              <a:pathLst>
                <a:path w="2588259" h="6858000" extrusionOk="0">
                  <a:moveTo>
                    <a:pt x="2587664" y="0"/>
                  </a:moveTo>
                  <a:lnTo>
                    <a:pt x="0" y="0"/>
                  </a:lnTo>
                  <a:lnTo>
                    <a:pt x="1208190" y="6857996"/>
                  </a:lnTo>
                  <a:lnTo>
                    <a:pt x="2587664" y="6857996"/>
                  </a:lnTo>
                  <a:lnTo>
                    <a:pt x="2587664" y="0"/>
                  </a:lnTo>
                  <a:close/>
                </a:path>
              </a:pathLst>
            </a:custGeom>
            <a:solidFill>
              <a:srgbClr val="122C4A">
                <a:alpha val="1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2">
              <a:extLst>
                <a:ext uri="{FF2B5EF4-FFF2-40B4-BE49-F238E27FC236}">
                  <a16:creationId xmlns:a16="http://schemas.microsoft.com/office/drawing/2014/main" id="{F423CD08-90C4-C27E-FA92-4C7459A550F5}"/>
                </a:ext>
              </a:extLst>
            </p:cNvPr>
            <p:cNvSpPr/>
            <p:nvPr/>
          </p:nvSpPr>
          <p:spPr>
            <a:xfrm>
              <a:off x="8932164" y="3048000"/>
              <a:ext cx="3260090" cy="3810000"/>
            </a:xfrm>
            <a:custGeom>
              <a:avLst/>
              <a:gdLst/>
              <a:ahLst/>
              <a:cxnLst/>
              <a:rect l="l" t="t" r="r" b="b"/>
              <a:pathLst>
                <a:path w="3260090" h="3810000" extrusionOk="0">
                  <a:moveTo>
                    <a:pt x="3259835" y="0"/>
                  </a:moveTo>
                  <a:lnTo>
                    <a:pt x="0" y="3809999"/>
                  </a:lnTo>
                  <a:lnTo>
                    <a:pt x="3259835" y="3809999"/>
                  </a:lnTo>
                  <a:lnTo>
                    <a:pt x="3259835" y="0"/>
                  </a:lnTo>
                  <a:close/>
                </a:path>
              </a:pathLst>
            </a:custGeom>
            <a:solidFill>
              <a:srgbClr val="F0B952">
                <a:alpha val="7098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2">
              <a:extLst>
                <a:ext uri="{FF2B5EF4-FFF2-40B4-BE49-F238E27FC236}">
                  <a16:creationId xmlns:a16="http://schemas.microsoft.com/office/drawing/2014/main" id="{27CAF474-8837-F3FF-BCC7-5CB0C8FF601C}"/>
                </a:ext>
              </a:extLst>
            </p:cNvPr>
            <p:cNvSpPr/>
            <p:nvPr/>
          </p:nvSpPr>
          <p:spPr>
            <a:xfrm>
              <a:off x="9337790" y="0"/>
              <a:ext cx="2851785" cy="6858000"/>
            </a:xfrm>
            <a:custGeom>
              <a:avLst/>
              <a:gdLst/>
              <a:ahLst/>
              <a:cxnLst/>
              <a:rect l="l" t="t" r="r" b="b"/>
              <a:pathLst>
                <a:path w="2851784" h="6858000" extrusionOk="0">
                  <a:moveTo>
                    <a:pt x="2851161" y="0"/>
                  </a:moveTo>
                  <a:lnTo>
                    <a:pt x="0" y="0"/>
                  </a:lnTo>
                  <a:lnTo>
                    <a:pt x="2467620" y="6857996"/>
                  </a:lnTo>
                  <a:lnTo>
                    <a:pt x="2851161" y="6857996"/>
                  </a:lnTo>
                  <a:lnTo>
                    <a:pt x="2851161" y="0"/>
                  </a:lnTo>
                  <a:close/>
                </a:path>
              </a:pathLst>
            </a:custGeom>
            <a:solidFill>
              <a:srgbClr val="E09912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2">
              <a:extLst>
                <a:ext uri="{FF2B5EF4-FFF2-40B4-BE49-F238E27FC236}">
                  <a16:creationId xmlns:a16="http://schemas.microsoft.com/office/drawing/2014/main" id="{4BD3AEB2-D9B7-1D7F-4A8F-63778F232819}"/>
                </a:ext>
              </a:extLst>
            </p:cNvPr>
            <p:cNvSpPr/>
            <p:nvPr/>
          </p:nvSpPr>
          <p:spPr>
            <a:xfrm>
              <a:off x="10898124" y="0"/>
              <a:ext cx="1290955" cy="6858000"/>
            </a:xfrm>
            <a:custGeom>
              <a:avLst/>
              <a:gdLst/>
              <a:ahLst/>
              <a:cxnLst/>
              <a:rect l="l" t="t" r="r" b="b"/>
              <a:pathLst>
                <a:path w="1290954" h="6858000" extrusionOk="0">
                  <a:moveTo>
                    <a:pt x="1290827" y="0"/>
                  </a:moveTo>
                  <a:lnTo>
                    <a:pt x="1018958" y="0"/>
                  </a:lnTo>
                  <a:lnTo>
                    <a:pt x="0" y="6857996"/>
                  </a:lnTo>
                  <a:lnTo>
                    <a:pt x="1290827" y="6857996"/>
                  </a:lnTo>
                  <a:lnTo>
                    <a:pt x="1290827" y="0"/>
                  </a:lnTo>
                  <a:close/>
                </a:path>
              </a:pathLst>
            </a:custGeom>
            <a:solidFill>
              <a:srgbClr val="3879CD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p2">
              <a:extLst>
                <a:ext uri="{FF2B5EF4-FFF2-40B4-BE49-F238E27FC236}">
                  <a16:creationId xmlns:a16="http://schemas.microsoft.com/office/drawing/2014/main" id="{3D8F4DD6-CD04-CA33-CF5E-5821B21C3491}"/>
                </a:ext>
              </a:extLst>
            </p:cNvPr>
            <p:cNvSpPr/>
            <p:nvPr/>
          </p:nvSpPr>
          <p:spPr>
            <a:xfrm>
              <a:off x="10940749" y="0"/>
              <a:ext cx="1248410" cy="6858000"/>
            </a:xfrm>
            <a:custGeom>
              <a:avLst/>
              <a:gdLst/>
              <a:ahLst/>
              <a:cxnLst/>
              <a:rect l="l" t="t" r="r" b="b"/>
              <a:pathLst>
                <a:path w="1248409" h="6858000" extrusionOk="0">
                  <a:moveTo>
                    <a:pt x="1248203" y="0"/>
                  </a:moveTo>
                  <a:lnTo>
                    <a:pt x="0" y="0"/>
                  </a:lnTo>
                  <a:lnTo>
                    <a:pt x="1107740" y="6857996"/>
                  </a:lnTo>
                  <a:lnTo>
                    <a:pt x="1248203" y="6857996"/>
                  </a:lnTo>
                  <a:lnTo>
                    <a:pt x="1248203" y="0"/>
                  </a:lnTo>
                  <a:close/>
                </a:path>
              </a:pathLst>
            </a:custGeom>
            <a:solidFill>
              <a:srgbClr val="122C4A">
                <a:alpha val="63921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2">
              <a:extLst>
                <a:ext uri="{FF2B5EF4-FFF2-40B4-BE49-F238E27FC236}">
                  <a16:creationId xmlns:a16="http://schemas.microsoft.com/office/drawing/2014/main" id="{A5E012D7-DDD3-F4B1-17A1-FECFC3C24EEC}"/>
                </a:ext>
              </a:extLst>
            </p:cNvPr>
            <p:cNvSpPr/>
            <p:nvPr/>
          </p:nvSpPr>
          <p:spPr>
            <a:xfrm>
              <a:off x="10372344" y="3590544"/>
              <a:ext cx="1816735" cy="3267710"/>
            </a:xfrm>
            <a:custGeom>
              <a:avLst/>
              <a:gdLst/>
              <a:ahLst/>
              <a:cxnLst/>
              <a:rect l="l" t="t" r="r" b="b"/>
              <a:pathLst>
                <a:path w="1816734" h="3267709" extrusionOk="0">
                  <a:moveTo>
                    <a:pt x="1816607" y="0"/>
                  </a:moveTo>
                  <a:lnTo>
                    <a:pt x="0" y="3267455"/>
                  </a:lnTo>
                  <a:lnTo>
                    <a:pt x="1816607" y="3267455"/>
                  </a:lnTo>
                  <a:lnTo>
                    <a:pt x="1816607" y="0"/>
                  </a:lnTo>
                  <a:close/>
                </a:path>
              </a:pathLst>
            </a:custGeom>
            <a:solidFill>
              <a:srgbClr val="122C4A">
                <a:alpha val="7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7" name="Google Shape;117;p2">
            <a:extLst>
              <a:ext uri="{FF2B5EF4-FFF2-40B4-BE49-F238E27FC236}">
                <a16:creationId xmlns:a16="http://schemas.microsoft.com/office/drawing/2014/main" id="{918CDB90-3DF3-E45E-0D6E-1EFB0D4442E3}"/>
              </a:ext>
            </a:extLst>
          </p:cNvPr>
          <p:cNvSpPr/>
          <p:nvPr/>
        </p:nvSpPr>
        <p:spPr>
          <a:xfrm>
            <a:off x="0" y="0"/>
            <a:ext cx="843280" cy="5666740"/>
          </a:xfrm>
          <a:custGeom>
            <a:avLst/>
            <a:gdLst/>
            <a:ahLst/>
            <a:cxnLst/>
            <a:rect l="l" t="t" r="r" b="b"/>
            <a:pathLst>
              <a:path w="843280" h="5666740" extrusionOk="0">
                <a:moveTo>
                  <a:pt x="842772" y="0"/>
                </a:moveTo>
                <a:lnTo>
                  <a:pt x="0" y="0"/>
                </a:lnTo>
                <a:lnTo>
                  <a:pt x="0" y="5666232"/>
                </a:lnTo>
                <a:lnTo>
                  <a:pt x="842772" y="0"/>
                </a:lnTo>
                <a:close/>
              </a:path>
            </a:pathLst>
          </a:custGeom>
          <a:solidFill>
            <a:srgbClr val="122C4A">
              <a:alpha val="83921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9" name="Google Shape;119;p2">
            <a:extLst>
              <a:ext uri="{FF2B5EF4-FFF2-40B4-BE49-F238E27FC236}">
                <a16:creationId xmlns:a16="http://schemas.microsoft.com/office/drawing/2014/main" id="{2D3B6446-3D0B-A259-C3B6-12504A0A86A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4511" y="0"/>
            <a:ext cx="1066800" cy="49377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 2">
            <a:extLst>
              <a:ext uri="{FF2B5EF4-FFF2-40B4-BE49-F238E27FC236}">
                <a16:creationId xmlns:a16="http://schemas.microsoft.com/office/drawing/2014/main" id="{54F339E7-B739-13FD-5E6C-4091A7D8905C}"/>
              </a:ext>
            </a:extLst>
          </p:cNvPr>
          <p:cNvSpPr/>
          <p:nvPr/>
        </p:nvSpPr>
        <p:spPr>
          <a:xfrm>
            <a:off x="828329" y="5376652"/>
            <a:ext cx="7477601" cy="10662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endParaRPr lang="en-US" sz="1750" dirty="0"/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7AD90179-6B11-76F1-2974-5000613A2CDA}"/>
              </a:ext>
            </a:extLst>
          </p:cNvPr>
          <p:cNvSpPr/>
          <p:nvPr/>
        </p:nvSpPr>
        <p:spPr>
          <a:xfrm>
            <a:off x="3198876" y="2734627"/>
            <a:ext cx="5608320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endParaRPr lang="en-US" sz="4374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E723AC-BF47-BA22-89D9-A0340FEA3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CA" dirty="0"/>
              <a:t>Interesting articles (#1)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82666D9-B3C7-5EE1-1445-9F423B40D8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Experiments done:</a:t>
            </a:r>
          </a:p>
          <a:p>
            <a:pPr lvl="1"/>
            <a:r>
              <a:rPr lang="en-US" dirty="0"/>
              <a:t>Simulation study</a:t>
            </a:r>
          </a:p>
          <a:p>
            <a:pPr lvl="2"/>
            <a:r>
              <a:rPr lang="en-US" dirty="0"/>
              <a:t>Robust to noise</a:t>
            </a:r>
          </a:p>
          <a:p>
            <a:pPr lvl="2"/>
            <a:r>
              <a:rPr lang="en-US" dirty="0"/>
              <a:t>Comparable to PFP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Two-source validation (intramuscular EMG)</a:t>
            </a:r>
          </a:p>
          <a:p>
            <a:pPr lvl="2"/>
            <a:r>
              <a:rPr lang="en-US" dirty="0"/>
              <a:t>Matching rate of 97%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Two-source validation (ALS surface EMG)</a:t>
            </a:r>
          </a:p>
          <a:p>
            <a:pPr lvl="2"/>
            <a:r>
              <a:rPr lang="en-US" dirty="0"/>
              <a:t>Matching rate of 99%</a:t>
            </a:r>
          </a:p>
        </p:txBody>
      </p:sp>
    </p:spTree>
    <p:extLst>
      <p:ext uri="{BB962C8B-B14F-4D97-AF65-F5344CB8AC3E}">
        <p14:creationId xmlns:p14="http://schemas.microsoft.com/office/powerpoint/2010/main" val="21628334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D839D670-F33A-2B3F-42A4-0C1B4A67FD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p2">
            <a:extLst>
              <a:ext uri="{FF2B5EF4-FFF2-40B4-BE49-F238E27FC236}">
                <a16:creationId xmlns:a16="http://schemas.microsoft.com/office/drawing/2014/main" id="{85C2A14F-FD41-901E-1F68-1B4B1005D659}"/>
              </a:ext>
            </a:extLst>
          </p:cNvPr>
          <p:cNvGrpSpPr/>
          <p:nvPr/>
        </p:nvGrpSpPr>
        <p:grpSpPr>
          <a:xfrm>
            <a:off x="7424928" y="0"/>
            <a:ext cx="4767667" cy="6858889"/>
            <a:chOff x="7424928" y="0"/>
            <a:chExt cx="4767667" cy="6858889"/>
          </a:xfrm>
        </p:grpSpPr>
        <p:sp>
          <p:nvSpPr>
            <p:cNvPr id="108" name="Google Shape;108;p2">
              <a:extLst>
                <a:ext uri="{FF2B5EF4-FFF2-40B4-BE49-F238E27FC236}">
                  <a16:creationId xmlns:a16="http://schemas.microsoft.com/office/drawing/2014/main" id="{4F9E13AA-B5B8-DD35-612E-E8F953B3600D}"/>
                </a:ext>
              </a:extLst>
            </p:cNvPr>
            <p:cNvSpPr/>
            <p:nvPr/>
          </p:nvSpPr>
          <p:spPr>
            <a:xfrm>
              <a:off x="9371076" y="0"/>
              <a:ext cx="1219200" cy="6858000"/>
            </a:xfrm>
            <a:custGeom>
              <a:avLst/>
              <a:gdLst/>
              <a:ahLst/>
              <a:cxnLst/>
              <a:rect l="l" t="t" r="r" b="b"/>
              <a:pathLst>
                <a:path w="1219200" h="6858000" extrusionOk="0">
                  <a:moveTo>
                    <a:pt x="0" y="0"/>
                  </a:moveTo>
                  <a:lnTo>
                    <a:pt x="1219200" y="6857999"/>
                  </a:lnTo>
                </a:path>
              </a:pathLst>
            </a:custGeom>
            <a:noFill/>
            <a:ln w="9525" cap="flat" cmpd="sng">
              <a:solidFill>
                <a:srgbClr val="BEBEB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B00F8E8C-EA6E-0C83-BF4B-73FC35D9BA99}"/>
                </a:ext>
              </a:extLst>
            </p:cNvPr>
            <p:cNvSpPr/>
            <p:nvPr/>
          </p:nvSpPr>
          <p:spPr>
            <a:xfrm>
              <a:off x="7424928" y="3681984"/>
              <a:ext cx="4763770" cy="3176905"/>
            </a:xfrm>
            <a:custGeom>
              <a:avLst/>
              <a:gdLst/>
              <a:ahLst/>
              <a:cxnLst/>
              <a:rect l="l" t="t" r="r" b="b"/>
              <a:pathLst>
                <a:path w="4763770" h="3176904" extrusionOk="0">
                  <a:moveTo>
                    <a:pt x="4763516" y="0"/>
                  </a:moveTo>
                  <a:lnTo>
                    <a:pt x="0" y="3176586"/>
                  </a:lnTo>
                </a:path>
              </a:pathLst>
            </a:custGeom>
            <a:noFill/>
            <a:ln w="9525" cap="flat" cmpd="sng">
              <a:solidFill>
                <a:srgbClr val="D9D9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E202B947-2AE0-07E5-8D1C-9C4DDC0FA5C6}"/>
                </a:ext>
              </a:extLst>
            </p:cNvPr>
            <p:cNvSpPr/>
            <p:nvPr/>
          </p:nvSpPr>
          <p:spPr>
            <a:xfrm>
              <a:off x="9182101" y="0"/>
              <a:ext cx="3007360" cy="6858000"/>
            </a:xfrm>
            <a:custGeom>
              <a:avLst/>
              <a:gdLst/>
              <a:ahLst/>
              <a:cxnLst/>
              <a:rect l="l" t="t" r="r" b="b"/>
              <a:pathLst>
                <a:path w="3007359" h="6858000" extrusionOk="0">
                  <a:moveTo>
                    <a:pt x="3006850" y="0"/>
                  </a:moveTo>
                  <a:lnTo>
                    <a:pt x="2042483" y="0"/>
                  </a:lnTo>
                  <a:lnTo>
                    <a:pt x="0" y="6857996"/>
                  </a:lnTo>
                  <a:lnTo>
                    <a:pt x="3006850" y="6857996"/>
                  </a:lnTo>
                  <a:lnTo>
                    <a:pt x="3006850" y="0"/>
                  </a:lnTo>
                  <a:close/>
                </a:path>
              </a:pathLst>
            </a:custGeom>
            <a:solidFill>
              <a:srgbClr val="122C4A">
                <a:alpha val="2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2">
              <a:extLst>
                <a:ext uri="{FF2B5EF4-FFF2-40B4-BE49-F238E27FC236}">
                  <a16:creationId xmlns:a16="http://schemas.microsoft.com/office/drawing/2014/main" id="{AF637996-1D61-9109-8C28-D750D8CDE5AE}"/>
                </a:ext>
              </a:extLst>
            </p:cNvPr>
            <p:cNvSpPr/>
            <p:nvPr/>
          </p:nvSpPr>
          <p:spPr>
            <a:xfrm>
              <a:off x="9604335" y="0"/>
              <a:ext cx="2588260" cy="6858000"/>
            </a:xfrm>
            <a:custGeom>
              <a:avLst/>
              <a:gdLst/>
              <a:ahLst/>
              <a:cxnLst/>
              <a:rect l="l" t="t" r="r" b="b"/>
              <a:pathLst>
                <a:path w="2588259" h="6858000" extrusionOk="0">
                  <a:moveTo>
                    <a:pt x="2587664" y="0"/>
                  </a:moveTo>
                  <a:lnTo>
                    <a:pt x="0" y="0"/>
                  </a:lnTo>
                  <a:lnTo>
                    <a:pt x="1208190" y="6857996"/>
                  </a:lnTo>
                  <a:lnTo>
                    <a:pt x="2587664" y="6857996"/>
                  </a:lnTo>
                  <a:lnTo>
                    <a:pt x="2587664" y="0"/>
                  </a:lnTo>
                  <a:close/>
                </a:path>
              </a:pathLst>
            </a:custGeom>
            <a:solidFill>
              <a:srgbClr val="122C4A">
                <a:alpha val="1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2">
              <a:extLst>
                <a:ext uri="{FF2B5EF4-FFF2-40B4-BE49-F238E27FC236}">
                  <a16:creationId xmlns:a16="http://schemas.microsoft.com/office/drawing/2014/main" id="{114B8C34-FD99-89E4-8CB3-1F5B7DF7F9F6}"/>
                </a:ext>
              </a:extLst>
            </p:cNvPr>
            <p:cNvSpPr/>
            <p:nvPr/>
          </p:nvSpPr>
          <p:spPr>
            <a:xfrm>
              <a:off x="8932164" y="3048000"/>
              <a:ext cx="3260090" cy="3810000"/>
            </a:xfrm>
            <a:custGeom>
              <a:avLst/>
              <a:gdLst/>
              <a:ahLst/>
              <a:cxnLst/>
              <a:rect l="l" t="t" r="r" b="b"/>
              <a:pathLst>
                <a:path w="3260090" h="3810000" extrusionOk="0">
                  <a:moveTo>
                    <a:pt x="3259835" y="0"/>
                  </a:moveTo>
                  <a:lnTo>
                    <a:pt x="0" y="3809999"/>
                  </a:lnTo>
                  <a:lnTo>
                    <a:pt x="3259835" y="3809999"/>
                  </a:lnTo>
                  <a:lnTo>
                    <a:pt x="3259835" y="0"/>
                  </a:lnTo>
                  <a:close/>
                </a:path>
              </a:pathLst>
            </a:custGeom>
            <a:solidFill>
              <a:srgbClr val="F0B952">
                <a:alpha val="7098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2">
              <a:extLst>
                <a:ext uri="{FF2B5EF4-FFF2-40B4-BE49-F238E27FC236}">
                  <a16:creationId xmlns:a16="http://schemas.microsoft.com/office/drawing/2014/main" id="{5F6C2A97-1D3D-9E6E-31F4-665A9B659816}"/>
                </a:ext>
              </a:extLst>
            </p:cNvPr>
            <p:cNvSpPr/>
            <p:nvPr/>
          </p:nvSpPr>
          <p:spPr>
            <a:xfrm>
              <a:off x="9337790" y="0"/>
              <a:ext cx="2851785" cy="6858000"/>
            </a:xfrm>
            <a:custGeom>
              <a:avLst/>
              <a:gdLst/>
              <a:ahLst/>
              <a:cxnLst/>
              <a:rect l="l" t="t" r="r" b="b"/>
              <a:pathLst>
                <a:path w="2851784" h="6858000" extrusionOk="0">
                  <a:moveTo>
                    <a:pt x="2851161" y="0"/>
                  </a:moveTo>
                  <a:lnTo>
                    <a:pt x="0" y="0"/>
                  </a:lnTo>
                  <a:lnTo>
                    <a:pt x="2467620" y="6857996"/>
                  </a:lnTo>
                  <a:lnTo>
                    <a:pt x="2851161" y="6857996"/>
                  </a:lnTo>
                  <a:lnTo>
                    <a:pt x="2851161" y="0"/>
                  </a:lnTo>
                  <a:close/>
                </a:path>
              </a:pathLst>
            </a:custGeom>
            <a:solidFill>
              <a:srgbClr val="E09912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2">
              <a:extLst>
                <a:ext uri="{FF2B5EF4-FFF2-40B4-BE49-F238E27FC236}">
                  <a16:creationId xmlns:a16="http://schemas.microsoft.com/office/drawing/2014/main" id="{992D33C8-56D2-A994-B170-2F8469AF520B}"/>
                </a:ext>
              </a:extLst>
            </p:cNvPr>
            <p:cNvSpPr/>
            <p:nvPr/>
          </p:nvSpPr>
          <p:spPr>
            <a:xfrm>
              <a:off x="10898124" y="0"/>
              <a:ext cx="1290955" cy="6858000"/>
            </a:xfrm>
            <a:custGeom>
              <a:avLst/>
              <a:gdLst/>
              <a:ahLst/>
              <a:cxnLst/>
              <a:rect l="l" t="t" r="r" b="b"/>
              <a:pathLst>
                <a:path w="1290954" h="6858000" extrusionOk="0">
                  <a:moveTo>
                    <a:pt x="1290827" y="0"/>
                  </a:moveTo>
                  <a:lnTo>
                    <a:pt x="1018958" y="0"/>
                  </a:lnTo>
                  <a:lnTo>
                    <a:pt x="0" y="6857996"/>
                  </a:lnTo>
                  <a:lnTo>
                    <a:pt x="1290827" y="6857996"/>
                  </a:lnTo>
                  <a:lnTo>
                    <a:pt x="1290827" y="0"/>
                  </a:lnTo>
                  <a:close/>
                </a:path>
              </a:pathLst>
            </a:custGeom>
            <a:solidFill>
              <a:srgbClr val="3879CD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p2">
              <a:extLst>
                <a:ext uri="{FF2B5EF4-FFF2-40B4-BE49-F238E27FC236}">
                  <a16:creationId xmlns:a16="http://schemas.microsoft.com/office/drawing/2014/main" id="{774A1380-6039-E53B-F17F-0D9A790155BD}"/>
                </a:ext>
              </a:extLst>
            </p:cNvPr>
            <p:cNvSpPr/>
            <p:nvPr/>
          </p:nvSpPr>
          <p:spPr>
            <a:xfrm>
              <a:off x="10940749" y="0"/>
              <a:ext cx="1248410" cy="6858000"/>
            </a:xfrm>
            <a:custGeom>
              <a:avLst/>
              <a:gdLst/>
              <a:ahLst/>
              <a:cxnLst/>
              <a:rect l="l" t="t" r="r" b="b"/>
              <a:pathLst>
                <a:path w="1248409" h="6858000" extrusionOk="0">
                  <a:moveTo>
                    <a:pt x="1248203" y="0"/>
                  </a:moveTo>
                  <a:lnTo>
                    <a:pt x="0" y="0"/>
                  </a:lnTo>
                  <a:lnTo>
                    <a:pt x="1107740" y="6857996"/>
                  </a:lnTo>
                  <a:lnTo>
                    <a:pt x="1248203" y="6857996"/>
                  </a:lnTo>
                  <a:lnTo>
                    <a:pt x="1248203" y="0"/>
                  </a:lnTo>
                  <a:close/>
                </a:path>
              </a:pathLst>
            </a:custGeom>
            <a:solidFill>
              <a:srgbClr val="122C4A">
                <a:alpha val="63921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2">
              <a:extLst>
                <a:ext uri="{FF2B5EF4-FFF2-40B4-BE49-F238E27FC236}">
                  <a16:creationId xmlns:a16="http://schemas.microsoft.com/office/drawing/2014/main" id="{C65257B8-56CE-D820-367D-F31D843CFC90}"/>
                </a:ext>
              </a:extLst>
            </p:cNvPr>
            <p:cNvSpPr/>
            <p:nvPr/>
          </p:nvSpPr>
          <p:spPr>
            <a:xfrm>
              <a:off x="10372344" y="3590544"/>
              <a:ext cx="1816735" cy="3267710"/>
            </a:xfrm>
            <a:custGeom>
              <a:avLst/>
              <a:gdLst/>
              <a:ahLst/>
              <a:cxnLst/>
              <a:rect l="l" t="t" r="r" b="b"/>
              <a:pathLst>
                <a:path w="1816734" h="3267709" extrusionOk="0">
                  <a:moveTo>
                    <a:pt x="1816607" y="0"/>
                  </a:moveTo>
                  <a:lnTo>
                    <a:pt x="0" y="3267455"/>
                  </a:lnTo>
                  <a:lnTo>
                    <a:pt x="1816607" y="3267455"/>
                  </a:lnTo>
                  <a:lnTo>
                    <a:pt x="1816607" y="0"/>
                  </a:lnTo>
                  <a:close/>
                </a:path>
              </a:pathLst>
            </a:custGeom>
            <a:solidFill>
              <a:srgbClr val="122C4A">
                <a:alpha val="7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7" name="Google Shape;117;p2">
            <a:extLst>
              <a:ext uri="{FF2B5EF4-FFF2-40B4-BE49-F238E27FC236}">
                <a16:creationId xmlns:a16="http://schemas.microsoft.com/office/drawing/2014/main" id="{A4C4BD1A-CEBC-29F1-F145-FA87D1265964}"/>
              </a:ext>
            </a:extLst>
          </p:cNvPr>
          <p:cNvSpPr/>
          <p:nvPr/>
        </p:nvSpPr>
        <p:spPr>
          <a:xfrm>
            <a:off x="0" y="0"/>
            <a:ext cx="843280" cy="5666740"/>
          </a:xfrm>
          <a:custGeom>
            <a:avLst/>
            <a:gdLst/>
            <a:ahLst/>
            <a:cxnLst/>
            <a:rect l="l" t="t" r="r" b="b"/>
            <a:pathLst>
              <a:path w="843280" h="5666740" extrusionOk="0">
                <a:moveTo>
                  <a:pt x="842772" y="0"/>
                </a:moveTo>
                <a:lnTo>
                  <a:pt x="0" y="0"/>
                </a:lnTo>
                <a:lnTo>
                  <a:pt x="0" y="5666232"/>
                </a:lnTo>
                <a:lnTo>
                  <a:pt x="842772" y="0"/>
                </a:lnTo>
                <a:close/>
              </a:path>
            </a:pathLst>
          </a:custGeom>
          <a:solidFill>
            <a:srgbClr val="122C4A">
              <a:alpha val="83921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9" name="Google Shape;119;p2">
            <a:extLst>
              <a:ext uri="{FF2B5EF4-FFF2-40B4-BE49-F238E27FC236}">
                <a16:creationId xmlns:a16="http://schemas.microsoft.com/office/drawing/2014/main" id="{9FD02A19-AFF9-7CF9-9BBF-7CDC3FA1494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4511" y="0"/>
            <a:ext cx="1066800" cy="49377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 2">
            <a:extLst>
              <a:ext uri="{FF2B5EF4-FFF2-40B4-BE49-F238E27FC236}">
                <a16:creationId xmlns:a16="http://schemas.microsoft.com/office/drawing/2014/main" id="{5F2282D1-3C2C-778B-5377-B064808D3BAA}"/>
              </a:ext>
            </a:extLst>
          </p:cNvPr>
          <p:cNvSpPr/>
          <p:nvPr/>
        </p:nvSpPr>
        <p:spPr>
          <a:xfrm>
            <a:off x="828329" y="5376652"/>
            <a:ext cx="7477601" cy="10662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endParaRPr lang="en-US" sz="1750" dirty="0"/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80219E00-3DBE-5C7F-1403-EE93F1117D38}"/>
              </a:ext>
            </a:extLst>
          </p:cNvPr>
          <p:cNvSpPr/>
          <p:nvPr/>
        </p:nvSpPr>
        <p:spPr>
          <a:xfrm>
            <a:off x="3198876" y="2734627"/>
            <a:ext cx="5608320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endParaRPr lang="en-US" sz="4374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87429C-BBB6-64BB-35B8-9E74C6A951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CA" dirty="0"/>
              <a:t>Interesting articles (#1)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5DA8D-8DD9-B6AF-FA3F-D334BC1A50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Advantages for 2CFastICA vs PFP:</a:t>
            </a:r>
          </a:p>
          <a:p>
            <a:pPr lvl="1"/>
            <a:r>
              <a:rPr lang="en-US" dirty="0"/>
              <a:t>Faster</a:t>
            </a:r>
          </a:p>
          <a:p>
            <a:pPr lvl="1"/>
            <a:r>
              <a:rPr lang="en-US" dirty="0"/>
              <a:t>More scalable</a:t>
            </a:r>
          </a:p>
          <a:p>
            <a:pPr lvl="1"/>
            <a:r>
              <a:rPr lang="en-US" dirty="0"/>
              <a:t>Better suited for real-time applications</a:t>
            </a:r>
          </a:p>
        </p:txBody>
      </p:sp>
    </p:spTree>
    <p:extLst>
      <p:ext uri="{BB962C8B-B14F-4D97-AF65-F5344CB8AC3E}">
        <p14:creationId xmlns:p14="http://schemas.microsoft.com/office/powerpoint/2010/main" val="39829888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5BA7328F-6ADF-B007-5956-BB48E6078A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p2">
            <a:extLst>
              <a:ext uri="{FF2B5EF4-FFF2-40B4-BE49-F238E27FC236}">
                <a16:creationId xmlns:a16="http://schemas.microsoft.com/office/drawing/2014/main" id="{52F45DBF-560D-DCB6-53B6-BD8E0E667DC5}"/>
              </a:ext>
            </a:extLst>
          </p:cNvPr>
          <p:cNvGrpSpPr/>
          <p:nvPr/>
        </p:nvGrpSpPr>
        <p:grpSpPr>
          <a:xfrm>
            <a:off x="7424928" y="0"/>
            <a:ext cx="4767667" cy="6858889"/>
            <a:chOff x="7424928" y="0"/>
            <a:chExt cx="4767667" cy="6858889"/>
          </a:xfrm>
        </p:grpSpPr>
        <p:sp>
          <p:nvSpPr>
            <p:cNvPr id="108" name="Google Shape;108;p2">
              <a:extLst>
                <a:ext uri="{FF2B5EF4-FFF2-40B4-BE49-F238E27FC236}">
                  <a16:creationId xmlns:a16="http://schemas.microsoft.com/office/drawing/2014/main" id="{C68C1373-4D27-2782-8D19-179884F22CD9}"/>
                </a:ext>
              </a:extLst>
            </p:cNvPr>
            <p:cNvSpPr/>
            <p:nvPr/>
          </p:nvSpPr>
          <p:spPr>
            <a:xfrm>
              <a:off x="9371076" y="0"/>
              <a:ext cx="1219200" cy="6858000"/>
            </a:xfrm>
            <a:custGeom>
              <a:avLst/>
              <a:gdLst/>
              <a:ahLst/>
              <a:cxnLst/>
              <a:rect l="l" t="t" r="r" b="b"/>
              <a:pathLst>
                <a:path w="1219200" h="6858000" extrusionOk="0">
                  <a:moveTo>
                    <a:pt x="0" y="0"/>
                  </a:moveTo>
                  <a:lnTo>
                    <a:pt x="1219200" y="6857999"/>
                  </a:lnTo>
                </a:path>
              </a:pathLst>
            </a:custGeom>
            <a:noFill/>
            <a:ln w="9525" cap="flat" cmpd="sng">
              <a:solidFill>
                <a:srgbClr val="BEBEB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EB2D467B-381B-2D30-C6B5-D8B3D664CC18}"/>
                </a:ext>
              </a:extLst>
            </p:cNvPr>
            <p:cNvSpPr/>
            <p:nvPr/>
          </p:nvSpPr>
          <p:spPr>
            <a:xfrm>
              <a:off x="7424928" y="3681984"/>
              <a:ext cx="4763770" cy="3176905"/>
            </a:xfrm>
            <a:custGeom>
              <a:avLst/>
              <a:gdLst/>
              <a:ahLst/>
              <a:cxnLst/>
              <a:rect l="l" t="t" r="r" b="b"/>
              <a:pathLst>
                <a:path w="4763770" h="3176904" extrusionOk="0">
                  <a:moveTo>
                    <a:pt x="4763516" y="0"/>
                  </a:moveTo>
                  <a:lnTo>
                    <a:pt x="0" y="3176586"/>
                  </a:lnTo>
                </a:path>
              </a:pathLst>
            </a:custGeom>
            <a:noFill/>
            <a:ln w="9525" cap="flat" cmpd="sng">
              <a:solidFill>
                <a:srgbClr val="D9D9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F1ADF738-E484-46E9-EF83-2379C3CFAA55}"/>
                </a:ext>
              </a:extLst>
            </p:cNvPr>
            <p:cNvSpPr/>
            <p:nvPr/>
          </p:nvSpPr>
          <p:spPr>
            <a:xfrm>
              <a:off x="9182101" y="0"/>
              <a:ext cx="3007360" cy="6858000"/>
            </a:xfrm>
            <a:custGeom>
              <a:avLst/>
              <a:gdLst/>
              <a:ahLst/>
              <a:cxnLst/>
              <a:rect l="l" t="t" r="r" b="b"/>
              <a:pathLst>
                <a:path w="3007359" h="6858000" extrusionOk="0">
                  <a:moveTo>
                    <a:pt x="3006850" y="0"/>
                  </a:moveTo>
                  <a:lnTo>
                    <a:pt x="2042483" y="0"/>
                  </a:lnTo>
                  <a:lnTo>
                    <a:pt x="0" y="6857996"/>
                  </a:lnTo>
                  <a:lnTo>
                    <a:pt x="3006850" y="6857996"/>
                  </a:lnTo>
                  <a:lnTo>
                    <a:pt x="3006850" y="0"/>
                  </a:lnTo>
                  <a:close/>
                </a:path>
              </a:pathLst>
            </a:custGeom>
            <a:solidFill>
              <a:srgbClr val="122C4A">
                <a:alpha val="2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2">
              <a:extLst>
                <a:ext uri="{FF2B5EF4-FFF2-40B4-BE49-F238E27FC236}">
                  <a16:creationId xmlns:a16="http://schemas.microsoft.com/office/drawing/2014/main" id="{450D67CD-F7DF-8963-16B4-559B29560B56}"/>
                </a:ext>
              </a:extLst>
            </p:cNvPr>
            <p:cNvSpPr/>
            <p:nvPr/>
          </p:nvSpPr>
          <p:spPr>
            <a:xfrm>
              <a:off x="9604335" y="0"/>
              <a:ext cx="2588260" cy="6858000"/>
            </a:xfrm>
            <a:custGeom>
              <a:avLst/>
              <a:gdLst/>
              <a:ahLst/>
              <a:cxnLst/>
              <a:rect l="l" t="t" r="r" b="b"/>
              <a:pathLst>
                <a:path w="2588259" h="6858000" extrusionOk="0">
                  <a:moveTo>
                    <a:pt x="2587664" y="0"/>
                  </a:moveTo>
                  <a:lnTo>
                    <a:pt x="0" y="0"/>
                  </a:lnTo>
                  <a:lnTo>
                    <a:pt x="1208190" y="6857996"/>
                  </a:lnTo>
                  <a:lnTo>
                    <a:pt x="2587664" y="6857996"/>
                  </a:lnTo>
                  <a:lnTo>
                    <a:pt x="2587664" y="0"/>
                  </a:lnTo>
                  <a:close/>
                </a:path>
              </a:pathLst>
            </a:custGeom>
            <a:solidFill>
              <a:srgbClr val="122C4A">
                <a:alpha val="1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2">
              <a:extLst>
                <a:ext uri="{FF2B5EF4-FFF2-40B4-BE49-F238E27FC236}">
                  <a16:creationId xmlns:a16="http://schemas.microsoft.com/office/drawing/2014/main" id="{FFB08E48-68FF-6AE3-E870-2BD13FE0ACB0}"/>
                </a:ext>
              </a:extLst>
            </p:cNvPr>
            <p:cNvSpPr/>
            <p:nvPr/>
          </p:nvSpPr>
          <p:spPr>
            <a:xfrm>
              <a:off x="8932164" y="3048000"/>
              <a:ext cx="3260090" cy="3810000"/>
            </a:xfrm>
            <a:custGeom>
              <a:avLst/>
              <a:gdLst/>
              <a:ahLst/>
              <a:cxnLst/>
              <a:rect l="l" t="t" r="r" b="b"/>
              <a:pathLst>
                <a:path w="3260090" h="3810000" extrusionOk="0">
                  <a:moveTo>
                    <a:pt x="3259835" y="0"/>
                  </a:moveTo>
                  <a:lnTo>
                    <a:pt x="0" y="3809999"/>
                  </a:lnTo>
                  <a:lnTo>
                    <a:pt x="3259835" y="3809999"/>
                  </a:lnTo>
                  <a:lnTo>
                    <a:pt x="3259835" y="0"/>
                  </a:lnTo>
                  <a:close/>
                </a:path>
              </a:pathLst>
            </a:custGeom>
            <a:solidFill>
              <a:srgbClr val="F0B952">
                <a:alpha val="7098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2">
              <a:extLst>
                <a:ext uri="{FF2B5EF4-FFF2-40B4-BE49-F238E27FC236}">
                  <a16:creationId xmlns:a16="http://schemas.microsoft.com/office/drawing/2014/main" id="{4BC97F7D-C20C-03AF-D262-487932FA4BD7}"/>
                </a:ext>
              </a:extLst>
            </p:cNvPr>
            <p:cNvSpPr/>
            <p:nvPr/>
          </p:nvSpPr>
          <p:spPr>
            <a:xfrm>
              <a:off x="9337790" y="0"/>
              <a:ext cx="2851785" cy="6858000"/>
            </a:xfrm>
            <a:custGeom>
              <a:avLst/>
              <a:gdLst/>
              <a:ahLst/>
              <a:cxnLst/>
              <a:rect l="l" t="t" r="r" b="b"/>
              <a:pathLst>
                <a:path w="2851784" h="6858000" extrusionOk="0">
                  <a:moveTo>
                    <a:pt x="2851161" y="0"/>
                  </a:moveTo>
                  <a:lnTo>
                    <a:pt x="0" y="0"/>
                  </a:lnTo>
                  <a:lnTo>
                    <a:pt x="2467620" y="6857996"/>
                  </a:lnTo>
                  <a:lnTo>
                    <a:pt x="2851161" y="6857996"/>
                  </a:lnTo>
                  <a:lnTo>
                    <a:pt x="2851161" y="0"/>
                  </a:lnTo>
                  <a:close/>
                </a:path>
              </a:pathLst>
            </a:custGeom>
            <a:solidFill>
              <a:srgbClr val="E09912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2">
              <a:extLst>
                <a:ext uri="{FF2B5EF4-FFF2-40B4-BE49-F238E27FC236}">
                  <a16:creationId xmlns:a16="http://schemas.microsoft.com/office/drawing/2014/main" id="{A558A71B-6C23-A35C-1CBC-E84C34359DBE}"/>
                </a:ext>
              </a:extLst>
            </p:cNvPr>
            <p:cNvSpPr/>
            <p:nvPr/>
          </p:nvSpPr>
          <p:spPr>
            <a:xfrm>
              <a:off x="10898124" y="0"/>
              <a:ext cx="1290955" cy="6858000"/>
            </a:xfrm>
            <a:custGeom>
              <a:avLst/>
              <a:gdLst/>
              <a:ahLst/>
              <a:cxnLst/>
              <a:rect l="l" t="t" r="r" b="b"/>
              <a:pathLst>
                <a:path w="1290954" h="6858000" extrusionOk="0">
                  <a:moveTo>
                    <a:pt x="1290827" y="0"/>
                  </a:moveTo>
                  <a:lnTo>
                    <a:pt x="1018958" y="0"/>
                  </a:lnTo>
                  <a:lnTo>
                    <a:pt x="0" y="6857996"/>
                  </a:lnTo>
                  <a:lnTo>
                    <a:pt x="1290827" y="6857996"/>
                  </a:lnTo>
                  <a:lnTo>
                    <a:pt x="1290827" y="0"/>
                  </a:lnTo>
                  <a:close/>
                </a:path>
              </a:pathLst>
            </a:custGeom>
            <a:solidFill>
              <a:srgbClr val="3879CD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p2">
              <a:extLst>
                <a:ext uri="{FF2B5EF4-FFF2-40B4-BE49-F238E27FC236}">
                  <a16:creationId xmlns:a16="http://schemas.microsoft.com/office/drawing/2014/main" id="{38916CCA-079E-85EC-976E-F23DB363B677}"/>
                </a:ext>
              </a:extLst>
            </p:cNvPr>
            <p:cNvSpPr/>
            <p:nvPr/>
          </p:nvSpPr>
          <p:spPr>
            <a:xfrm>
              <a:off x="10940749" y="0"/>
              <a:ext cx="1248410" cy="6858000"/>
            </a:xfrm>
            <a:custGeom>
              <a:avLst/>
              <a:gdLst/>
              <a:ahLst/>
              <a:cxnLst/>
              <a:rect l="l" t="t" r="r" b="b"/>
              <a:pathLst>
                <a:path w="1248409" h="6858000" extrusionOk="0">
                  <a:moveTo>
                    <a:pt x="1248203" y="0"/>
                  </a:moveTo>
                  <a:lnTo>
                    <a:pt x="0" y="0"/>
                  </a:lnTo>
                  <a:lnTo>
                    <a:pt x="1107740" y="6857996"/>
                  </a:lnTo>
                  <a:lnTo>
                    <a:pt x="1248203" y="6857996"/>
                  </a:lnTo>
                  <a:lnTo>
                    <a:pt x="1248203" y="0"/>
                  </a:lnTo>
                  <a:close/>
                </a:path>
              </a:pathLst>
            </a:custGeom>
            <a:solidFill>
              <a:srgbClr val="122C4A">
                <a:alpha val="63921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2">
              <a:extLst>
                <a:ext uri="{FF2B5EF4-FFF2-40B4-BE49-F238E27FC236}">
                  <a16:creationId xmlns:a16="http://schemas.microsoft.com/office/drawing/2014/main" id="{C9E9CCB9-DCB4-68AA-98F2-333C94CB1660}"/>
                </a:ext>
              </a:extLst>
            </p:cNvPr>
            <p:cNvSpPr/>
            <p:nvPr/>
          </p:nvSpPr>
          <p:spPr>
            <a:xfrm>
              <a:off x="10372344" y="3590544"/>
              <a:ext cx="1816735" cy="3267710"/>
            </a:xfrm>
            <a:custGeom>
              <a:avLst/>
              <a:gdLst/>
              <a:ahLst/>
              <a:cxnLst/>
              <a:rect l="l" t="t" r="r" b="b"/>
              <a:pathLst>
                <a:path w="1816734" h="3267709" extrusionOk="0">
                  <a:moveTo>
                    <a:pt x="1816607" y="0"/>
                  </a:moveTo>
                  <a:lnTo>
                    <a:pt x="0" y="3267455"/>
                  </a:lnTo>
                  <a:lnTo>
                    <a:pt x="1816607" y="3267455"/>
                  </a:lnTo>
                  <a:lnTo>
                    <a:pt x="1816607" y="0"/>
                  </a:lnTo>
                  <a:close/>
                </a:path>
              </a:pathLst>
            </a:custGeom>
            <a:solidFill>
              <a:srgbClr val="122C4A">
                <a:alpha val="7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7" name="Google Shape;117;p2">
            <a:extLst>
              <a:ext uri="{FF2B5EF4-FFF2-40B4-BE49-F238E27FC236}">
                <a16:creationId xmlns:a16="http://schemas.microsoft.com/office/drawing/2014/main" id="{A97E64F4-CE37-A7D3-8381-7883F2D7C51D}"/>
              </a:ext>
            </a:extLst>
          </p:cNvPr>
          <p:cNvSpPr/>
          <p:nvPr/>
        </p:nvSpPr>
        <p:spPr>
          <a:xfrm>
            <a:off x="0" y="0"/>
            <a:ext cx="843280" cy="5666740"/>
          </a:xfrm>
          <a:custGeom>
            <a:avLst/>
            <a:gdLst/>
            <a:ahLst/>
            <a:cxnLst/>
            <a:rect l="l" t="t" r="r" b="b"/>
            <a:pathLst>
              <a:path w="843280" h="5666740" extrusionOk="0">
                <a:moveTo>
                  <a:pt x="842772" y="0"/>
                </a:moveTo>
                <a:lnTo>
                  <a:pt x="0" y="0"/>
                </a:lnTo>
                <a:lnTo>
                  <a:pt x="0" y="5666232"/>
                </a:lnTo>
                <a:lnTo>
                  <a:pt x="842772" y="0"/>
                </a:lnTo>
                <a:close/>
              </a:path>
            </a:pathLst>
          </a:custGeom>
          <a:solidFill>
            <a:srgbClr val="122C4A">
              <a:alpha val="83921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9" name="Google Shape;119;p2">
            <a:extLst>
              <a:ext uri="{FF2B5EF4-FFF2-40B4-BE49-F238E27FC236}">
                <a16:creationId xmlns:a16="http://schemas.microsoft.com/office/drawing/2014/main" id="{F62FDDF7-52DC-1C4D-364B-A1D12F4A118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4511" y="0"/>
            <a:ext cx="1066800" cy="49377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 2">
            <a:extLst>
              <a:ext uri="{FF2B5EF4-FFF2-40B4-BE49-F238E27FC236}">
                <a16:creationId xmlns:a16="http://schemas.microsoft.com/office/drawing/2014/main" id="{64D50677-4A8D-4248-FF7B-6CCBB4F62EB8}"/>
              </a:ext>
            </a:extLst>
          </p:cNvPr>
          <p:cNvSpPr/>
          <p:nvPr/>
        </p:nvSpPr>
        <p:spPr>
          <a:xfrm>
            <a:off x="828329" y="5376652"/>
            <a:ext cx="7477601" cy="10662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endParaRPr lang="en-US" sz="1750" dirty="0"/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1509B89A-8AA2-4F97-5880-9E2538C4A264}"/>
              </a:ext>
            </a:extLst>
          </p:cNvPr>
          <p:cNvSpPr/>
          <p:nvPr/>
        </p:nvSpPr>
        <p:spPr>
          <a:xfrm>
            <a:off x="3198876" y="2734627"/>
            <a:ext cx="5608320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endParaRPr lang="en-US" sz="4374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120C1F-7E0C-A17F-9920-9495EE742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CA" dirty="0"/>
              <a:t>Interesting articles (#2)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C54790F-ECA6-61C4-731F-5169469CE5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A. Ch. </a:t>
            </a:r>
            <a:r>
              <a:rPr lang="en-CA" dirty="0" err="1"/>
              <a:t>Lazanas</a:t>
            </a:r>
            <a:r>
              <a:rPr lang="en-CA" dirty="0"/>
              <a:t> et M. I. </a:t>
            </a:r>
            <a:r>
              <a:rPr lang="en-CA" dirty="0" err="1"/>
              <a:t>Prodromidis</a:t>
            </a:r>
            <a:r>
              <a:rPr lang="en-CA" dirty="0"/>
              <a:t>, « Electrochemical Impedance </a:t>
            </a:r>
            <a:r>
              <a:rPr lang="en-CA" dirty="0" err="1"/>
              <a:t>Spectroscopy─A</a:t>
            </a:r>
            <a:r>
              <a:rPr lang="en-CA" dirty="0"/>
              <a:t> Tutorial », </a:t>
            </a:r>
            <a:r>
              <a:rPr lang="en-CA" i="1" dirty="0"/>
              <a:t>ACS Meas. Sci. Au</a:t>
            </a:r>
            <a:r>
              <a:rPr lang="en-CA" dirty="0"/>
              <a:t>, vol. 3, n</a:t>
            </a:r>
            <a:r>
              <a:rPr lang="en-CA" baseline="30000" dirty="0"/>
              <a:t>o</a:t>
            </a:r>
            <a:r>
              <a:rPr lang="en-CA" dirty="0"/>
              <a:t> 3, p. 162‑193, </a:t>
            </a:r>
            <a:r>
              <a:rPr lang="en-CA" dirty="0" err="1"/>
              <a:t>juin</a:t>
            </a:r>
            <a:r>
              <a:rPr lang="en-CA" dirty="0"/>
              <a:t> 2023[1]</a:t>
            </a:r>
          </a:p>
          <a:p>
            <a:endParaRPr lang="en-CA" dirty="0"/>
          </a:p>
          <a:p>
            <a:r>
              <a:rPr lang="en-CA" dirty="0"/>
              <a:t>Method for measuring electrode impedance: Electrochemical impedance spectroscopy (EIS)</a:t>
            </a:r>
            <a:endParaRPr lang="en-US" dirty="0"/>
          </a:p>
          <a:p>
            <a:endParaRPr lang="en-US" dirty="0"/>
          </a:p>
          <a:p>
            <a:r>
              <a:rPr lang="en-US" dirty="0"/>
              <a:t>Reading in </a:t>
            </a:r>
            <a:r>
              <a:rPr lang="en-US" dirty="0" err="1"/>
              <a:t>progess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7042752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98D1E498-23C9-1440-99BF-26C75ABC2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p2">
            <a:extLst>
              <a:ext uri="{FF2B5EF4-FFF2-40B4-BE49-F238E27FC236}">
                <a16:creationId xmlns:a16="http://schemas.microsoft.com/office/drawing/2014/main" id="{F5CA0F80-D72E-3DCA-B228-1D47C9C7BA40}"/>
              </a:ext>
            </a:extLst>
          </p:cNvPr>
          <p:cNvGrpSpPr/>
          <p:nvPr/>
        </p:nvGrpSpPr>
        <p:grpSpPr>
          <a:xfrm>
            <a:off x="7424928" y="0"/>
            <a:ext cx="4767667" cy="6858889"/>
            <a:chOff x="7424928" y="0"/>
            <a:chExt cx="4767667" cy="6858889"/>
          </a:xfrm>
        </p:grpSpPr>
        <p:sp>
          <p:nvSpPr>
            <p:cNvPr id="108" name="Google Shape;108;p2">
              <a:extLst>
                <a:ext uri="{FF2B5EF4-FFF2-40B4-BE49-F238E27FC236}">
                  <a16:creationId xmlns:a16="http://schemas.microsoft.com/office/drawing/2014/main" id="{5ACAB1C3-7DF1-9CB7-3DA6-25D35DED3B9B}"/>
                </a:ext>
              </a:extLst>
            </p:cNvPr>
            <p:cNvSpPr/>
            <p:nvPr/>
          </p:nvSpPr>
          <p:spPr>
            <a:xfrm>
              <a:off x="9371076" y="0"/>
              <a:ext cx="1219200" cy="6858000"/>
            </a:xfrm>
            <a:custGeom>
              <a:avLst/>
              <a:gdLst/>
              <a:ahLst/>
              <a:cxnLst/>
              <a:rect l="l" t="t" r="r" b="b"/>
              <a:pathLst>
                <a:path w="1219200" h="6858000" extrusionOk="0">
                  <a:moveTo>
                    <a:pt x="0" y="0"/>
                  </a:moveTo>
                  <a:lnTo>
                    <a:pt x="1219200" y="6857999"/>
                  </a:lnTo>
                </a:path>
              </a:pathLst>
            </a:custGeom>
            <a:noFill/>
            <a:ln w="9525" cap="flat" cmpd="sng">
              <a:solidFill>
                <a:srgbClr val="BEBEB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800E5C9E-95CC-4485-FC62-3FB1F56E1E77}"/>
                </a:ext>
              </a:extLst>
            </p:cNvPr>
            <p:cNvSpPr/>
            <p:nvPr/>
          </p:nvSpPr>
          <p:spPr>
            <a:xfrm>
              <a:off x="7424928" y="3681984"/>
              <a:ext cx="4763770" cy="3176905"/>
            </a:xfrm>
            <a:custGeom>
              <a:avLst/>
              <a:gdLst/>
              <a:ahLst/>
              <a:cxnLst/>
              <a:rect l="l" t="t" r="r" b="b"/>
              <a:pathLst>
                <a:path w="4763770" h="3176904" extrusionOk="0">
                  <a:moveTo>
                    <a:pt x="4763516" y="0"/>
                  </a:moveTo>
                  <a:lnTo>
                    <a:pt x="0" y="3176586"/>
                  </a:lnTo>
                </a:path>
              </a:pathLst>
            </a:custGeom>
            <a:noFill/>
            <a:ln w="9525" cap="flat" cmpd="sng">
              <a:solidFill>
                <a:srgbClr val="D9D9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96F69692-67B9-7E29-2B98-FFFBAB616711}"/>
                </a:ext>
              </a:extLst>
            </p:cNvPr>
            <p:cNvSpPr/>
            <p:nvPr/>
          </p:nvSpPr>
          <p:spPr>
            <a:xfrm>
              <a:off x="9182101" y="0"/>
              <a:ext cx="3007360" cy="6858000"/>
            </a:xfrm>
            <a:custGeom>
              <a:avLst/>
              <a:gdLst/>
              <a:ahLst/>
              <a:cxnLst/>
              <a:rect l="l" t="t" r="r" b="b"/>
              <a:pathLst>
                <a:path w="3007359" h="6858000" extrusionOk="0">
                  <a:moveTo>
                    <a:pt x="3006850" y="0"/>
                  </a:moveTo>
                  <a:lnTo>
                    <a:pt x="2042483" y="0"/>
                  </a:lnTo>
                  <a:lnTo>
                    <a:pt x="0" y="6857996"/>
                  </a:lnTo>
                  <a:lnTo>
                    <a:pt x="3006850" y="6857996"/>
                  </a:lnTo>
                  <a:lnTo>
                    <a:pt x="3006850" y="0"/>
                  </a:lnTo>
                  <a:close/>
                </a:path>
              </a:pathLst>
            </a:custGeom>
            <a:solidFill>
              <a:srgbClr val="122C4A">
                <a:alpha val="2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2">
              <a:extLst>
                <a:ext uri="{FF2B5EF4-FFF2-40B4-BE49-F238E27FC236}">
                  <a16:creationId xmlns:a16="http://schemas.microsoft.com/office/drawing/2014/main" id="{10133295-8AAB-FCBE-8B34-AEE8EDB29AB8}"/>
                </a:ext>
              </a:extLst>
            </p:cNvPr>
            <p:cNvSpPr/>
            <p:nvPr/>
          </p:nvSpPr>
          <p:spPr>
            <a:xfrm>
              <a:off x="9604335" y="0"/>
              <a:ext cx="2588260" cy="6858000"/>
            </a:xfrm>
            <a:custGeom>
              <a:avLst/>
              <a:gdLst/>
              <a:ahLst/>
              <a:cxnLst/>
              <a:rect l="l" t="t" r="r" b="b"/>
              <a:pathLst>
                <a:path w="2588259" h="6858000" extrusionOk="0">
                  <a:moveTo>
                    <a:pt x="2587664" y="0"/>
                  </a:moveTo>
                  <a:lnTo>
                    <a:pt x="0" y="0"/>
                  </a:lnTo>
                  <a:lnTo>
                    <a:pt x="1208190" y="6857996"/>
                  </a:lnTo>
                  <a:lnTo>
                    <a:pt x="2587664" y="6857996"/>
                  </a:lnTo>
                  <a:lnTo>
                    <a:pt x="2587664" y="0"/>
                  </a:lnTo>
                  <a:close/>
                </a:path>
              </a:pathLst>
            </a:custGeom>
            <a:solidFill>
              <a:srgbClr val="122C4A">
                <a:alpha val="1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2">
              <a:extLst>
                <a:ext uri="{FF2B5EF4-FFF2-40B4-BE49-F238E27FC236}">
                  <a16:creationId xmlns:a16="http://schemas.microsoft.com/office/drawing/2014/main" id="{F5527D1D-3E7C-DFC5-22D6-0A4074E12C73}"/>
                </a:ext>
              </a:extLst>
            </p:cNvPr>
            <p:cNvSpPr/>
            <p:nvPr/>
          </p:nvSpPr>
          <p:spPr>
            <a:xfrm>
              <a:off x="8932164" y="3048000"/>
              <a:ext cx="3260090" cy="3810000"/>
            </a:xfrm>
            <a:custGeom>
              <a:avLst/>
              <a:gdLst/>
              <a:ahLst/>
              <a:cxnLst/>
              <a:rect l="l" t="t" r="r" b="b"/>
              <a:pathLst>
                <a:path w="3260090" h="3810000" extrusionOk="0">
                  <a:moveTo>
                    <a:pt x="3259835" y="0"/>
                  </a:moveTo>
                  <a:lnTo>
                    <a:pt x="0" y="3809999"/>
                  </a:lnTo>
                  <a:lnTo>
                    <a:pt x="3259835" y="3809999"/>
                  </a:lnTo>
                  <a:lnTo>
                    <a:pt x="3259835" y="0"/>
                  </a:lnTo>
                  <a:close/>
                </a:path>
              </a:pathLst>
            </a:custGeom>
            <a:solidFill>
              <a:srgbClr val="F0B952">
                <a:alpha val="7098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2">
              <a:extLst>
                <a:ext uri="{FF2B5EF4-FFF2-40B4-BE49-F238E27FC236}">
                  <a16:creationId xmlns:a16="http://schemas.microsoft.com/office/drawing/2014/main" id="{7C449AA8-9A99-17DA-DA67-977942859B87}"/>
                </a:ext>
              </a:extLst>
            </p:cNvPr>
            <p:cNvSpPr/>
            <p:nvPr/>
          </p:nvSpPr>
          <p:spPr>
            <a:xfrm>
              <a:off x="9337790" y="0"/>
              <a:ext cx="2851785" cy="6858000"/>
            </a:xfrm>
            <a:custGeom>
              <a:avLst/>
              <a:gdLst/>
              <a:ahLst/>
              <a:cxnLst/>
              <a:rect l="l" t="t" r="r" b="b"/>
              <a:pathLst>
                <a:path w="2851784" h="6858000" extrusionOk="0">
                  <a:moveTo>
                    <a:pt x="2851161" y="0"/>
                  </a:moveTo>
                  <a:lnTo>
                    <a:pt x="0" y="0"/>
                  </a:lnTo>
                  <a:lnTo>
                    <a:pt x="2467620" y="6857996"/>
                  </a:lnTo>
                  <a:lnTo>
                    <a:pt x="2851161" y="6857996"/>
                  </a:lnTo>
                  <a:lnTo>
                    <a:pt x="2851161" y="0"/>
                  </a:lnTo>
                  <a:close/>
                </a:path>
              </a:pathLst>
            </a:custGeom>
            <a:solidFill>
              <a:srgbClr val="E09912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2">
              <a:extLst>
                <a:ext uri="{FF2B5EF4-FFF2-40B4-BE49-F238E27FC236}">
                  <a16:creationId xmlns:a16="http://schemas.microsoft.com/office/drawing/2014/main" id="{15A30BA7-88A0-297E-8434-ECB6631471B5}"/>
                </a:ext>
              </a:extLst>
            </p:cNvPr>
            <p:cNvSpPr/>
            <p:nvPr/>
          </p:nvSpPr>
          <p:spPr>
            <a:xfrm>
              <a:off x="10898124" y="0"/>
              <a:ext cx="1290955" cy="6858000"/>
            </a:xfrm>
            <a:custGeom>
              <a:avLst/>
              <a:gdLst/>
              <a:ahLst/>
              <a:cxnLst/>
              <a:rect l="l" t="t" r="r" b="b"/>
              <a:pathLst>
                <a:path w="1290954" h="6858000" extrusionOk="0">
                  <a:moveTo>
                    <a:pt x="1290827" y="0"/>
                  </a:moveTo>
                  <a:lnTo>
                    <a:pt x="1018958" y="0"/>
                  </a:lnTo>
                  <a:lnTo>
                    <a:pt x="0" y="6857996"/>
                  </a:lnTo>
                  <a:lnTo>
                    <a:pt x="1290827" y="6857996"/>
                  </a:lnTo>
                  <a:lnTo>
                    <a:pt x="1290827" y="0"/>
                  </a:lnTo>
                  <a:close/>
                </a:path>
              </a:pathLst>
            </a:custGeom>
            <a:solidFill>
              <a:srgbClr val="3879CD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p2">
              <a:extLst>
                <a:ext uri="{FF2B5EF4-FFF2-40B4-BE49-F238E27FC236}">
                  <a16:creationId xmlns:a16="http://schemas.microsoft.com/office/drawing/2014/main" id="{55640B7F-AD40-7618-3E72-AA395245ABA9}"/>
                </a:ext>
              </a:extLst>
            </p:cNvPr>
            <p:cNvSpPr/>
            <p:nvPr/>
          </p:nvSpPr>
          <p:spPr>
            <a:xfrm>
              <a:off x="10940749" y="0"/>
              <a:ext cx="1248410" cy="6858000"/>
            </a:xfrm>
            <a:custGeom>
              <a:avLst/>
              <a:gdLst/>
              <a:ahLst/>
              <a:cxnLst/>
              <a:rect l="l" t="t" r="r" b="b"/>
              <a:pathLst>
                <a:path w="1248409" h="6858000" extrusionOk="0">
                  <a:moveTo>
                    <a:pt x="1248203" y="0"/>
                  </a:moveTo>
                  <a:lnTo>
                    <a:pt x="0" y="0"/>
                  </a:lnTo>
                  <a:lnTo>
                    <a:pt x="1107740" y="6857996"/>
                  </a:lnTo>
                  <a:lnTo>
                    <a:pt x="1248203" y="6857996"/>
                  </a:lnTo>
                  <a:lnTo>
                    <a:pt x="1248203" y="0"/>
                  </a:lnTo>
                  <a:close/>
                </a:path>
              </a:pathLst>
            </a:custGeom>
            <a:solidFill>
              <a:srgbClr val="122C4A">
                <a:alpha val="63921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2">
              <a:extLst>
                <a:ext uri="{FF2B5EF4-FFF2-40B4-BE49-F238E27FC236}">
                  <a16:creationId xmlns:a16="http://schemas.microsoft.com/office/drawing/2014/main" id="{968ECC64-6409-B4FA-F3DA-DA697FD15786}"/>
                </a:ext>
              </a:extLst>
            </p:cNvPr>
            <p:cNvSpPr/>
            <p:nvPr/>
          </p:nvSpPr>
          <p:spPr>
            <a:xfrm>
              <a:off x="10372344" y="3590544"/>
              <a:ext cx="1816735" cy="3267710"/>
            </a:xfrm>
            <a:custGeom>
              <a:avLst/>
              <a:gdLst/>
              <a:ahLst/>
              <a:cxnLst/>
              <a:rect l="l" t="t" r="r" b="b"/>
              <a:pathLst>
                <a:path w="1816734" h="3267709" extrusionOk="0">
                  <a:moveTo>
                    <a:pt x="1816607" y="0"/>
                  </a:moveTo>
                  <a:lnTo>
                    <a:pt x="0" y="3267455"/>
                  </a:lnTo>
                  <a:lnTo>
                    <a:pt x="1816607" y="3267455"/>
                  </a:lnTo>
                  <a:lnTo>
                    <a:pt x="1816607" y="0"/>
                  </a:lnTo>
                  <a:close/>
                </a:path>
              </a:pathLst>
            </a:custGeom>
            <a:solidFill>
              <a:srgbClr val="122C4A">
                <a:alpha val="7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7" name="Google Shape;117;p2">
            <a:extLst>
              <a:ext uri="{FF2B5EF4-FFF2-40B4-BE49-F238E27FC236}">
                <a16:creationId xmlns:a16="http://schemas.microsoft.com/office/drawing/2014/main" id="{EE405988-A640-230A-85DC-F41FB346966F}"/>
              </a:ext>
            </a:extLst>
          </p:cNvPr>
          <p:cNvSpPr/>
          <p:nvPr/>
        </p:nvSpPr>
        <p:spPr>
          <a:xfrm>
            <a:off x="0" y="0"/>
            <a:ext cx="843280" cy="5666740"/>
          </a:xfrm>
          <a:custGeom>
            <a:avLst/>
            <a:gdLst/>
            <a:ahLst/>
            <a:cxnLst/>
            <a:rect l="l" t="t" r="r" b="b"/>
            <a:pathLst>
              <a:path w="843280" h="5666740" extrusionOk="0">
                <a:moveTo>
                  <a:pt x="842772" y="0"/>
                </a:moveTo>
                <a:lnTo>
                  <a:pt x="0" y="0"/>
                </a:lnTo>
                <a:lnTo>
                  <a:pt x="0" y="5666232"/>
                </a:lnTo>
                <a:lnTo>
                  <a:pt x="842772" y="0"/>
                </a:lnTo>
                <a:close/>
              </a:path>
            </a:pathLst>
          </a:custGeom>
          <a:solidFill>
            <a:srgbClr val="122C4A">
              <a:alpha val="83921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9" name="Google Shape;119;p2">
            <a:extLst>
              <a:ext uri="{FF2B5EF4-FFF2-40B4-BE49-F238E27FC236}">
                <a16:creationId xmlns:a16="http://schemas.microsoft.com/office/drawing/2014/main" id="{AB59EF71-8D49-7E52-85CD-4095818D2BF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4511" y="0"/>
            <a:ext cx="1066800" cy="49377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 2">
            <a:extLst>
              <a:ext uri="{FF2B5EF4-FFF2-40B4-BE49-F238E27FC236}">
                <a16:creationId xmlns:a16="http://schemas.microsoft.com/office/drawing/2014/main" id="{A6015707-2F3F-10E8-E388-7188D2488D24}"/>
              </a:ext>
            </a:extLst>
          </p:cNvPr>
          <p:cNvSpPr/>
          <p:nvPr/>
        </p:nvSpPr>
        <p:spPr>
          <a:xfrm>
            <a:off x="828329" y="5376652"/>
            <a:ext cx="7477601" cy="10662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endParaRPr lang="en-US" sz="1750" dirty="0"/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3792E309-2339-0CFE-BC57-82FE07A31745}"/>
              </a:ext>
            </a:extLst>
          </p:cNvPr>
          <p:cNvSpPr/>
          <p:nvPr/>
        </p:nvSpPr>
        <p:spPr>
          <a:xfrm>
            <a:off x="3198876" y="2734627"/>
            <a:ext cx="5608320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endParaRPr lang="en-US" sz="4374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B38160-BA95-5262-FAD8-0FF3775E0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CA" dirty="0"/>
              <a:t>Interesting articles (#2)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AB4B0D-7DD5-B6EB-D903-CD39B30DD2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802" y="2268782"/>
            <a:ext cx="9192908" cy="2429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486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37E94E571C96249947AF13F777C3916" ma:contentTypeVersion="11" ma:contentTypeDescription="Create a new document." ma:contentTypeScope="" ma:versionID="32f3e3dbf5c00dd14358b190e05f6610">
  <xsd:schema xmlns:xsd="http://www.w3.org/2001/XMLSchema" xmlns:xs="http://www.w3.org/2001/XMLSchema" xmlns:p="http://schemas.microsoft.com/office/2006/metadata/properties" xmlns:ns2="3606489e-11c3-4fd4-8b0d-38c84dce880a" xmlns:ns3="bea3b32f-3821-4413-abbe-b6b43d475949" targetNamespace="http://schemas.microsoft.com/office/2006/metadata/properties" ma:root="true" ma:fieldsID="ed37537aec0b87aed9704591e269c2a2" ns2:_="" ns3:_="">
    <xsd:import namespace="3606489e-11c3-4fd4-8b0d-38c84dce880a"/>
    <xsd:import namespace="bea3b32f-3821-4413-abbe-b6b43d47594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06489e-11c3-4fd4-8b0d-38c84dce880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9eaa8290-3616-4126-84aa-16f277ca9cc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a3b32f-3821-4413-abbe-b6b43d475949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f9fd0a47-6781-48cf-8e1a-f9c3cc5d7710}" ma:internalName="TaxCatchAll" ma:showField="CatchAllData" ma:web="bea3b32f-3821-4413-abbe-b6b43d47594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47D68A9-96C5-48E1-B021-F48510BDE7B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FCE2D6E-7FC2-495B-9135-41F149EBD8D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606489e-11c3-4fd4-8b0d-38c84dce880a"/>
    <ds:schemaRef ds:uri="bea3b32f-3821-4413-abbe-b6b43d47594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323</Words>
  <Application>Microsoft Office PowerPoint</Application>
  <PresentationFormat>Widescreen</PresentationFormat>
  <Paragraphs>47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Updates</vt:lpstr>
      <vt:lpstr>Electrode fabrication process</vt:lpstr>
      <vt:lpstr>Interesting articles (#1)</vt:lpstr>
      <vt:lpstr>Interesting articles (#1)</vt:lpstr>
      <vt:lpstr>Interesting articles (#1)</vt:lpstr>
      <vt:lpstr>Interesting articles (#1)</vt:lpstr>
      <vt:lpstr>Interesting articles (#1)</vt:lpstr>
      <vt:lpstr>Interesting articles (#1)</vt:lpstr>
      <vt:lpstr>Interesting articles (#2)</vt:lpstr>
      <vt:lpstr>Interesting articles (#2)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Avancements VR</dc:title>
  <dc:creator>Thomas Labbé</dc:creator>
  <cp:lastModifiedBy>Olivier Bergeron</cp:lastModifiedBy>
  <cp:revision>18</cp:revision>
  <dcterms:created xsi:type="dcterms:W3CDTF">2024-02-22T13:11:49Z</dcterms:created>
  <dcterms:modified xsi:type="dcterms:W3CDTF">2026-01-16T16:52:03Z</dcterms:modified>
</cp:coreProperties>
</file>