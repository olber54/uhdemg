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1"/>
  </p:notesMasterIdLst>
  <p:sldIdLst>
    <p:sldId id="302" r:id="rId4"/>
    <p:sldId id="383" r:id="rId5"/>
    <p:sldId id="384" r:id="rId6"/>
    <p:sldId id="385" r:id="rId7"/>
    <p:sldId id="386" r:id="rId8"/>
    <p:sldId id="388" r:id="rId9"/>
    <p:sldId id="3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23360-C73E-40FD-B771-7B7741BE4376}" v="66" dt="2025-12-03T19:03:00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delSld modSld">
      <pc:chgData name="Olivier Bergeron" userId="25eb1b54-485f-4e43-901d-d18d08f0214c" providerId="ADAL" clId="{1C8F5D2F-0B18-4284-BE65-D934514D84A1}" dt="2025-12-03T19:04:37.317" v="1424" actId="1076"/>
      <pc:docMkLst>
        <pc:docMk/>
      </pc:docMkLst>
      <pc:sldChg chg="modSp mod">
        <pc:chgData name="Olivier Bergeron" userId="25eb1b54-485f-4e43-901d-d18d08f0214c" providerId="ADAL" clId="{1C8F5D2F-0B18-4284-BE65-D934514D84A1}" dt="2025-12-03T17:36:57.868" v="44" actId="313"/>
        <pc:sldMkLst>
          <pc:docMk/>
          <pc:sldMk cId="0" sldId="302"/>
        </pc:sldMkLst>
        <pc:spChg chg="mod">
          <ac:chgData name="Olivier Bergeron" userId="25eb1b54-485f-4e43-901d-d18d08f0214c" providerId="ADAL" clId="{1C8F5D2F-0B18-4284-BE65-D934514D84A1}" dt="2025-12-03T17:36:57.868" v="44" actId="313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mod">
        <pc:chgData name="Olivier Bergeron" userId="25eb1b54-485f-4e43-901d-d18d08f0214c" providerId="ADAL" clId="{1C8F5D2F-0B18-4284-BE65-D934514D84A1}" dt="2025-12-03T17:58:03.882" v="150" actId="22"/>
        <pc:sldMkLst>
          <pc:docMk/>
          <pc:sldMk cId="1414278494" sldId="383"/>
        </pc:sldMkLst>
        <pc:spChg chg="mod">
          <ac:chgData name="Olivier Bergeron" userId="25eb1b54-485f-4e43-901d-d18d08f0214c" providerId="ADAL" clId="{1C8F5D2F-0B18-4284-BE65-D934514D84A1}" dt="2025-12-03T17:51:21.170" v="76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1C8F5D2F-0B18-4284-BE65-D934514D84A1}" dt="2025-12-03T17:57:55.920" v="148" actId="20577"/>
          <ac:spMkLst>
            <pc:docMk/>
            <pc:sldMk cId="1414278494" sldId="383"/>
            <ac:spMk id="3" creationId="{BD037286-E129-6F50-7D39-9643009A53E7}"/>
          </ac:spMkLst>
        </pc:spChg>
        <pc:spChg chg="add mod">
          <ac:chgData name="Olivier Bergeron" userId="25eb1b54-485f-4e43-901d-d18d08f0214c" providerId="ADAL" clId="{1C8F5D2F-0B18-4284-BE65-D934514D84A1}" dt="2025-12-03T17:57:01.999" v="123" actId="14100"/>
          <ac:spMkLst>
            <pc:docMk/>
            <pc:sldMk cId="1414278494" sldId="383"/>
            <ac:spMk id="6" creationId="{F7907E14-C033-E97E-16A0-A531947F75AA}"/>
          </ac:spMkLst>
        </pc:spChg>
        <pc:picChg chg="add mod">
          <ac:chgData name="Olivier Bergeron" userId="25eb1b54-485f-4e43-901d-d18d08f0214c" providerId="ADAL" clId="{1C8F5D2F-0B18-4284-BE65-D934514D84A1}" dt="2025-12-03T17:57:40.910" v="128" actId="1076"/>
          <ac:picMkLst>
            <pc:docMk/>
            <pc:sldMk cId="1414278494" sldId="383"/>
            <ac:picMk id="5" creationId="{767AB62E-15D6-0D41-125F-EF39FBB19230}"/>
          </ac:picMkLst>
        </pc:picChg>
        <pc:picChg chg="add mod">
          <ac:chgData name="Olivier Bergeron" userId="25eb1b54-485f-4e43-901d-d18d08f0214c" providerId="ADAL" clId="{1C8F5D2F-0B18-4284-BE65-D934514D84A1}" dt="2025-12-03T17:57:42.593" v="129" actId="1076"/>
          <ac:picMkLst>
            <pc:docMk/>
            <pc:sldMk cId="1414278494" sldId="383"/>
            <ac:picMk id="8" creationId="{011F425F-4E7C-B8AB-B550-93747C4C6AC5}"/>
          </ac:picMkLst>
        </pc:picChg>
        <pc:picChg chg="add del">
          <ac:chgData name="Olivier Bergeron" userId="25eb1b54-485f-4e43-901d-d18d08f0214c" providerId="ADAL" clId="{1C8F5D2F-0B18-4284-BE65-D934514D84A1}" dt="2025-12-03T17:58:03.882" v="150" actId="22"/>
          <ac:picMkLst>
            <pc:docMk/>
            <pc:sldMk cId="1414278494" sldId="383"/>
            <ac:picMk id="11" creationId="{6F188451-4845-0037-60CE-405AF032C554}"/>
          </ac:picMkLst>
        </pc:picChg>
      </pc:sldChg>
      <pc:sldChg chg="addSp delSp modSp add mod">
        <pc:chgData name="Olivier Bergeron" userId="25eb1b54-485f-4e43-901d-d18d08f0214c" providerId="ADAL" clId="{1C8F5D2F-0B18-4284-BE65-D934514D84A1}" dt="2025-12-03T18:04:02.702" v="258" actId="1076"/>
        <pc:sldMkLst>
          <pc:docMk/>
          <pc:sldMk cId="3639300092" sldId="384"/>
        </pc:sldMkLst>
        <pc:spChg chg="mod">
          <ac:chgData name="Olivier Bergeron" userId="25eb1b54-485f-4e43-901d-d18d08f0214c" providerId="ADAL" clId="{1C8F5D2F-0B18-4284-BE65-D934514D84A1}" dt="2025-12-03T18:02:04.912" v="240" actId="14100"/>
          <ac:spMkLst>
            <pc:docMk/>
            <pc:sldMk cId="3639300092" sldId="384"/>
            <ac:spMk id="3" creationId="{D034B6CC-8FF0-3144-D897-F57813D75603}"/>
          </ac:spMkLst>
        </pc:spChg>
        <pc:spChg chg="del">
          <ac:chgData name="Olivier Bergeron" userId="25eb1b54-485f-4e43-901d-d18d08f0214c" providerId="ADAL" clId="{1C8F5D2F-0B18-4284-BE65-D934514D84A1}" dt="2025-12-03T17:58:09.119" v="154" actId="478"/>
          <ac:spMkLst>
            <pc:docMk/>
            <pc:sldMk cId="3639300092" sldId="384"/>
            <ac:spMk id="6" creationId="{9A25D8F8-41A8-56EF-7A77-5B674ED2E426}"/>
          </ac:spMkLst>
        </pc:spChg>
        <pc:spChg chg="mod">
          <ac:chgData name="Olivier Bergeron" userId="25eb1b54-485f-4e43-901d-d18d08f0214c" providerId="ADAL" clId="{1C8F5D2F-0B18-4284-BE65-D934514D84A1}" dt="2025-12-03T18:01:56.739" v="237" actId="1076"/>
          <ac:spMkLst>
            <pc:docMk/>
            <pc:sldMk cId="3639300092" sldId="384"/>
            <ac:spMk id="14" creationId="{7B8575CC-78EA-AA0A-F156-A01AF4821538}"/>
          </ac:spMkLst>
        </pc:spChg>
        <pc:spChg chg="add mod">
          <ac:chgData name="Olivier Bergeron" userId="25eb1b54-485f-4e43-901d-d18d08f0214c" providerId="ADAL" clId="{1C8F5D2F-0B18-4284-BE65-D934514D84A1}" dt="2025-12-03T18:03:54.049" v="257" actId="1076"/>
          <ac:spMkLst>
            <pc:docMk/>
            <pc:sldMk cId="3639300092" sldId="384"/>
            <ac:spMk id="15" creationId="{76643EDC-14AB-6583-2864-AFC5E22F6E22}"/>
          </ac:spMkLst>
        </pc:spChg>
        <pc:picChg chg="del">
          <ac:chgData name="Olivier Bergeron" userId="25eb1b54-485f-4e43-901d-d18d08f0214c" providerId="ADAL" clId="{1C8F5D2F-0B18-4284-BE65-D934514D84A1}" dt="2025-12-03T17:58:07.889" v="152" actId="478"/>
          <ac:picMkLst>
            <pc:docMk/>
            <pc:sldMk cId="3639300092" sldId="384"/>
            <ac:picMk id="5" creationId="{2316B1EB-67B3-6118-DEA2-60D42B484B72}"/>
          </ac:picMkLst>
        </pc:picChg>
        <pc:picChg chg="add del">
          <ac:chgData name="Olivier Bergeron" userId="25eb1b54-485f-4e43-901d-d18d08f0214c" providerId="ADAL" clId="{1C8F5D2F-0B18-4284-BE65-D934514D84A1}" dt="2025-12-03T18:01:38.079" v="235" actId="22"/>
          <ac:picMkLst>
            <pc:docMk/>
            <pc:sldMk cId="3639300092" sldId="384"/>
            <ac:picMk id="7" creationId="{98A8D266-8F67-2BF6-2D1F-CDB56092442E}"/>
          </ac:picMkLst>
        </pc:picChg>
        <pc:picChg chg="del">
          <ac:chgData name="Olivier Bergeron" userId="25eb1b54-485f-4e43-901d-d18d08f0214c" providerId="ADAL" clId="{1C8F5D2F-0B18-4284-BE65-D934514D84A1}" dt="2025-12-03T17:58:08.381" v="153" actId="478"/>
          <ac:picMkLst>
            <pc:docMk/>
            <pc:sldMk cId="3639300092" sldId="384"/>
            <ac:picMk id="8" creationId="{A84C5560-318B-C478-CFB5-7F9E7BA2DA47}"/>
          </ac:picMkLst>
        </pc:picChg>
        <pc:picChg chg="add mod">
          <ac:chgData name="Olivier Bergeron" userId="25eb1b54-485f-4e43-901d-d18d08f0214c" providerId="ADAL" clId="{1C8F5D2F-0B18-4284-BE65-D934514D84A1}" dt="2025-12-03T18:03:14.909" v="247" actId="1076"/>
          <ac:picMkLst>
            <pc:docMk/>
            <pc:sldMk cId="3639300092" sldId="384"/>
            <ac:picMk id="11" creationId="{AE76E140-5558-1B3D-13AF-6E930D1C9006}"/>
          </ac:picMkLst>
        </pc:picChg>
        <pc:picChg chg="add mod">
          <ac:chgData name="Olivier Bergeron" userId="25eb1b54-485f-4e43-901d-d18d08f0214c" providerId="ADAL" clId="{1C8F5D2F-0B18-4284-BE65-D934514D84A1}" dt="2025-12-03T18:04:02.702" v="258" actId="1076"/>
          <ac:picMkLst>
            <pc:docMk/>
            <pc:sldMk cId="3639300092" sldId="384"/>
            <ac:picMk id="13" creationId="{B9EE130F-8F34-43C7-6A8C-353187EA0EE8}"/>
          </ac:picMkLst>
        </pc:picChg>
      </pc:sldChg>
      <pc:sldChg chg="addSp delSp modSp add mod">
        <pc:chgData name="Olivier Bergeron" userId="25eb1b54-485f-4e43-901d-d18d08f0214c" providerId="ADAL" clId="{1C8F5D2F-0B18-4284-BE65-D934514D84A1}" dt="2025-12-03T18:32:40.485" v="1077" actId="20577"/>
        <pc:sldMkLst>
          <pc:docMk/>
          <pc:sldMk cId="483687397" sldId="385"/>
        </pc:sldMkLst>
        <pc:spChg chg="mod">
          <ac:chgData name="Olivier Bergeron" userId="25eb1b54-485f-4e43-901d-d18d08f0214c" providerId="ADAL" clId="{1C8F5D2F-0B18-4284-BE65-D934514D84A1}" dt="2025-12-03T18:14:11.430" v="460" actId="1076"/>
          <ac:spMkLst>
            <pc:docMk/>
            <pc:sldMk cId="483687397" sldId="385"/>
            <ac:spMk id="2" creationId="{05771FA3-1721-5129-9180-EAEFAB928898}"/>
          </ac:spMkLst>
        </pc:spChg>
        <pc:spChg chg="del mod">
          <ac:chgData name="Olivier Bergeron" userId="25eb1b54-485f-4e43-901d-d18d08f0214c" providerId="ADAL" clId="{1C8F5D2F-0B18-4284-BE65-D934514D84A1}" dt="2025-12-03T18:06:04.144" v="270" actId="478"/>
          <ac:spMkLst>
            <pc:docMk/>
            <pc:sldMk cId="483687397" sldId="385"/>
            <ac:spMk id="3" creationId="{499ECEB2-ACB3-D5F3-C3CF-5ADB9BFFC31B}"/>
          </ac:spMkLst>
        </pc:spChg>
        <pc:spChg chg="add mod">
          <ac:chgData name="Olivier Bergeron" userId="25eb1b54-485f-4e43-901d-d18d08f0214c" providerId="ADAL" clId="{1C8F5D2F-0B18-4284-BE65-D934514D84A1}" dt="2025-12-03T18:13:46.799" v="456" actId="1582"/>
          <ac:spMkLst>
            <pc:docMk/>
            <pc:sldMk cId="483687397" sldId="385"/>
            <ac:spMk id="4" creationId="{53E13645-4B15-3B2A-7F82-392B8CABBA4F}"/>
          </ac:spMkLst>
        </pc:spChg>
        <pc:spChg chg="del mod">
          <ac:chgData name="Olivier Bergeron" userId="25eb1b54-485f-4e43-901d-d18d08f0214c" providerId="ADAL" clId="{1C8F5D2F-0B18-4284-BE65-D934514D84A1}" dt="2025-12-03T18:05:37.688" v="266" actId="478"/>
          <ac:spMkLst>
            <pc:docMk/>
            <pc:sldMk cId="483687397" sldId="385"/>
            <ac:spMk id="6" creationId="{D35D4DAC-369A-7ECC-2E70-EBB59854BC51}"/>
          </ac:spMkLst>
        </pc:spChg>
        <pc:spChg chg="add mod">
          <ac:chgData name="Olivier Bergeron" userId="25eb1b54-485f-4e43-901d-d18d08f0214c" providerId="ADAL" clId="{1C8F5D2F-0B18-4284-BE65-D934514D84A1}" dt="2025-12-03T18:07:01.236" v="310" actId="1076"/>
          <ac:spMkLst>
            <pc:docMk/>
            <pc:sldMk cId="483687397" sldId="385"/>
            <ac:spMk id="7" creationId="{50648C23-471C-ADEB-3579-24C4FD12692E}"/>
          </ac:spMkLst>
        </pc:spChg>
        <pc:spChg chg="add mod">
          <ac:chgData name="Olivier Bergeron" userId="25eb1b54-485f-4e43-901d-d18d08f0214c" providerId="ADAL" clId="{1C8F5D2F-0B18-4284-BE65-D934514D84A1}" dt="2025-12-03T18:14:07.437" v="458" actId="1076"/>
          <ac:spMkLst>
            <pc:docMk/>
            <pc:sldMk cId="483687397" sldId="385"/>
            <ac:spMk id="10" creationId="{E814771F-CF48-FC09-6F41-4BB77896E907}"/>
          </ac:spMkLst>
        </pc:spChg>
        <pc:spChg chg="add mod">
          <ac:chgData name="Olivier Bergeron" userId="25eb1b54-485f-4e43-901d-d18d08f0214c" providerId="ADAL" clId="{1C8F5D2F-0B18-4284-BE65-D934514D84A1}" dt="2025-12-03T18:14:22.627" v="461" actId="1076"/>
          <ac:spMkLst>
            <pc:docMk/>
            <pc:sldMk cId="483687397" sldId="385"/>
            <ac:spMk id="11" creationId="{28AC4FD4-F1D2-7017-1E07-60E11A3FEA61}"/>
          </ac:spMkLst>
        </pc:spChg>
        <pc:spChg chg="add mod">
          <ac:chgData name="Olivier Bergeron" userId="25eb1b54-485f-4e43-901d-d18d08f0214c" providerId="ADAL" clId="{1C8F5D2F-0B18-4284-BE65-D934514D84A1}" dt="2025-12-03T18:15:26.107" v="479" actId="1038"/>
          <ac:spMkLst>
            <pc:docMk/>
            <pc:sldMk cId="483687397" sldId="385"/>
            <ac:spMk id="12" creationId="{52CED501-DA83-0681-82B1-7DBB2BDFFD30}"/>
          </ac:spMkLst>
        </pc:spChg>
        <pc:spChg chg="add mod">
          <ac:chgData name="Olivier Bergeron" userId="25eb1b54-485f-4e43-901d-d18d08f0214c" providerId="ADAL" clId="{1C8F5D2F-0B18-4284-BE65-D934514D84A1}" dt="2025-12-03T18:32:40.485" v="1077" actId="20577"/>
          <ac:spMkLst>
            <pc:docMk/>
            <pc:sldMk cId="483687397" sldId="385"/>
            <ac:spMk id="13" creationId="{DB7F6E1F-A750-ECC5-E4BD-55B1B6CC5149}"/>
          </ac:spMkLst>
        </pc:spChg>
        <pc:picChg chg="del">
          <ac:chgData name="Olivier Bergeron" userId="25eb1b54-485f-4e43-901d-d18d08f0214c" providerId="ADAL" clId="{1C8F5D2F-0B18-4284-BE65-D934514D84A1}" dt="2025-12-03T18:05:35.698" v="263" actId="478"/>
          <ac:picMkLst>
            <pc:docMk/>
            <pc:sldMk cId="483687397" sldId="385"/>
            <ac:picMk id="5" creationId="{C047580B-F80A-1BA3-8B1F-479D8CFBD929}"/>
          </ac:picMkLst>
        </pc:picChg>
        <pc:picChg chg="del">
          <ac:chgData name="Olivier Bergeron" userId="25eb1b54-485f-4e43-901d-d18d08f0214c" providerId="ADAL" clId="{1C8F5D2F-0B18-4284-BE65-D934514D84A1}" dt="2025-12-03T18:05:36.169" v="264" actId="478"/>
          <ac:picMkLst>
            <pc:docMk/>
            <pc:sldMk cId="483687397" sldId="385"/>
            <ac:picMk id="8" creationId="{64A1482D-A0A0-6E71-C9C7-579A26C1C4E9}"/>
          </ac:picMkLst>
        </pc:picChg>
        <pc:cxnChg chg="add mod">
          <ac:chgData name="Olivier Bergeron" userId="25eb1b54-485f-4e43-901d-d18d08f0214c" providerId="ADAL" clId="{1C8F5D2F-0B18-4284-BE65-D934514D84A1}" dt="2025-12-03T18:14:37.195" v="464" actId="208"/>
          <ac:cxnSpMkLst>
            <pc:docMk/>
            <pc:sldMk cId="483687397" sldId="385"/>
            <ac:cxnSpMk id="16" creationId="{8981F06D-5CF4-4AF1-21D7-F8065D4E35F4}"/>
          </ac:cxnSpMkLst>
        </pc:cxnChg>
        <pc:cxnChg chg="add mod">
          <ac:chgData name="Olivier Bergeron" userId="25eb1b54-485f-4e43-901d-d18d08f0214c" providerId="ADAL" clId="{1C8F5D2F-0B18-4284-BE65-D934514D84A1}" dt="2025-12-03T18:14:42.778" v="466" actId="1076"/>
          <ac:cxnSpMkLst>
            <pc:docMk/>
            <pc:sldMk cId="483687397" sldId="385"/>
            <ac:cxnSpMk id="17" creationId="{A5E89067-FC4D-7C7A-6655-BDAD741BBEC6}"/>
          </ac:cxnSpMkLst>
        </pc:cxnChg>
        <pc:cxnChg chg="add mod">
          <ac:chgData name="Olivier Bergeron" userId="25eb1b54-485f-4e43-901d-d18d08f0214c" providerId="ADAL" clId="{1C8F5D2F-0B18-4284-BE65-D934514D84A1}" dt="2025-12-03T18:15:26.107" v="479" actId="1038"/>
          <ac:cxnSpMkLst>
            <pc:docMk/>
            <pc:sldMk cId="483687397" sldId="385"/>
            <ac:cxnSpMk id="18" creationId="{220A57AA-F5E4-1655-2F70-1CA34087AAE4}"/>
          </ac:cxnSpMkLst>
        </pc:cxnChg>
        <pc:cxnChg chg="add mod">
          <ac:chgData name="Olivier Bergeron" userId="25eb1b54-485f-4e43-901d-d18d08f0214c" providerId="ADAL" clId="{1C8F5D2F-0B18-4284-BE65-D934514D84A1}" dt="2025-12-03T18:15:26.107" v="479" actId="1038"/>
          <ac:cxnSpMkLst>
            <pc:docMk/>
            <pc:sldMk cId="483687397" sldId="385"/>
            <ac:cxnSpMk id="22" creationId="{B0018886-BB99-F865-FCB3-8909C8A4A33E}"/>
          </ac:cxnSpMkLst>
        </pc:cxnChg>
      </pc:sldChg>
      <pc:sldChg chg="modSp add del mod">
        <pc:chgData name="Olivier Bergeron" userId="25eb1b54-485f-4e43-901d-d18d08f0214c" providerId="ADAL" clId="{1C8F5D2F-0B18-4284-BE65-D934514D84A1}" dt="2025-12-03T18:05:31.661" v="261" actId="47"/>
        <pc:sldMkLst>
          <pc:docMk/>
          <pc:sldMk cId="1424948003" sldId="385"/>
        </pc:sldMkLst>
        <pc:spChg chg="mod">
          <ac:chgData name="Olivier Bergeron" userId="25eb1b54-485f-4e43-901d-d18d08f0214c" providerId="ADAL" clId="{1C8F5D2F-0B18-4284-BE65-D934514D84A1}" dt="2025-12-03T18:05:30.669" v="260" actId="6549"/>
          <ac:spMkLst>
            <pc:docMk/>
            <pc:sldMk cId="1424948003" sldId="385"/>
            <ac:spMk id="3" creationId="{5D99287E-C5DC-B42F-33D0-376527334B2F}"/>
          </ac:spMkLst>
        </pc:spChg>
      </pc:sldChg>
      <pc:sldChg chg="delSp modSp add mod">
        <pc:chgData name="Olivier Bergeron" userId="25eb1b54-485f-4e43-901d-d18d08f0214c" providerId="ADAL" clId="{1C8F5D2F-0B18-4284-BE65-D934514D84A1}" dt="2025-12-03T18:37:18.136" v="1166" actId="14100"/>
        <pc:sldMkLst>
          <pc:docMk/>
          <pc:sldMk cId="755116528" sldId="386"/>
        </pc:sldMkLst>
        <pc:spChg chg="mod">
          <ac:chgData name="Olivier Bergeron" userId="25eb1b54-485f-4e43-901d-d18d08f0214c" providerId="ADAL" clId="{1C8F5D2F-0B18-4284-BE65-D934514D84A1}" dt="2025-12-03T18:37:18.136" v="1166" actId="14100"/>
          <ac:spMkLst>
            <pc:docMk/>
            <pc:sldMk cId="755116528" sldId="386"/>
            <ac:spMk id="3" creationId="{C51AE655-F1BC-2392-CC12-27AA48EBFB88}"/>
          </ac:spMkLst>
        </pc:spChg>
        <pc:spChg chg="del">
          <ac:chgData name="Olivier Bergeron" userId="25eb1b54-485f-4e43-901d-d18d08f0214c" providerId="ADAL" clId="{1C8F5D2F-0B18-4284-BE65-D934514D84A1}" dt="2025-12-03T18:16:07.289" v="489" actId="478"/>
          <ac:spMkLst>
            <pc:docMk/>
            <pc:sldMk cId="755116528" sldId="386"/>
            <ac:spMk id="6" creationId="{2F6A4D8A-8051-3345-63CA-BF8CDCF08D9C}"/>
          </ac:spMkLst>
        </pc:spChg>
        <pc:picChg chg="del">
          <ac:chgData name="Olivier Bergeron" userId="25eb1b54-485f-4e43-901d-d18d08f0214c" providerId="ADAL" clId="{1C8F5D2F-0B18-4284-BE65-D934514D84A1}" dt="2025-12-03T18:16:03.187" v="486" actId="478"/>
          <ac:picMkLst>
            <pc:docMk/>
            <pc:sldMk cId="755116528" sldId="386"/>
            <ac:picMk id="5" creationId="{078FDD50-F3C3-30B9-B95A-6866C7285F95}"/>
          </ac:picMkLst>
        </pc:picChg>
        <pc:picChg chg="del">
          <ac:chgData name="Olivier Bergeron" userId="25eb1b54-485f-4e43-901d-d18d08f0214c" providerId="ADAL" clId="{1C8F5D2F-0B18-4284-BE65-D934514D84A1}" dt="2025-12-03T18:16:03.667" v="487" actId="478"/>
          <ac:picMkLst>
            <pc:docMk/>
            <pc:sldMk cId="755116528" sldId="386"/>
            <ac:picMk id="8" creationId="{A8A4323E-07C5-E203-011F-B2F50747E61C}"/>
          </ac:picMkLst>
        </pc:picChg>
      </pc:sldChg>
      <pc:sldChg chg="delSp modSp add del mod">
        <pc:chgData name="Olivier Bergeron" userId="25eb1b54-485f-4e43-901d-d18d08f0214c" providerId="ADAL" clId="{1C8F5D2F-0B18-4284-BE65-D934514D84A1}" dt="2025-12-03T18:15:59.137" v="484" actId="47"/>
        <pc:sldMkLst>
          <pc:docMk/>
          <pc:sldMk cId="2164625009" sldId="386"/>
        </pc:sldMkLst>
        <pc:spChg chg="del">
          <ac:chgData name="Olivier Bergeron" userId="25eb1b54-485f-4e43-901d-d18d08f0214c" providerId="ADAL" clId="{1C8F5D2F-0B18-4284-BE65-D934514D84A1}" dt="2025-12-03T18:15:56.089" v="481" actId="478"/>
          <ac:spMkLst>
            <pc:docMk/>
            <pc:sldMk cId="2164625009" sldId="386"/>
            <ac:spMk id="4" creationId="{D54DC174-E004-51D1-C1C8-0A6C5A8D2C0E}"/>
          </ac:spMkLst>
        </pc:spChg>
        <pc:spChg chg="del">
          <ac:chgData name="Olivier Bergeron" userId="25eb1b54-485f-4e43-901d-d18d08f0214c" providerId="ADAL" clId="{1C8F5D2F-0B18-4284-BE65-D934514D84A1}" dt="2025-12-03T18:15:57.791" v="483" actId="478"/>
          <ac:spMkLst>
            <pc:docMk/>
            <pc:sldMk cId="2164625009" sldId="386"/>
            <ac:spMk id="10" creationId="{F8007C9E-D601-464F-30A6-1EF3F032754F}"/>
          </ac:spMkLst>
        </pc:spChg>
        <pc:cxnChg chg="del mod">
          <ac:chgData name="Olivier Bergeron" userId="25eb1b54-485f-4e43-901d-d18d08f0214c" providerId="ADAL" clId="{1C8F5D2F-0B18-4284-BE65-D934514D84A1}" dt="2025-12-03T18:15:57.369" v="482" actId="478"/>
          <ac:cxnSpMkLst>
            <pc:docMk/>
            <pc:sldMk cId="2164625009" sldId="386"/>
            <ac:cxnSpMk id="16" creationId="{C8818F34-BA70-2A01-2D82-17168B058022}"/>
          </ac:cxnSpMkLst>
        </pc:cxnChg>
      </pc:sldChg>
      <pc:sldChg chg="modSp add del mod">
        <pc:chgData name="Olivier Bergeron" userId="25eb1b54-485f-4e43-901d-d18d08f0214c" providerId="ADAL" clId="{1C8F5D2F-0B18-4284-BE65-D934514D84A1}" dt="2025-12-03T18:37:20.596" v="1167" actId="47"/>
        <pc:sldMkLst>
          <pc:docMk/>
          <pc:sldMk cId="4147106931" sldId="387"/>
        </pc:sldMkLst>
        <pc:spChg chg="mod">
          <ac:chgData name="Olivier Bergeron" userId="25eb1b54-485f-4e43-901d-d18d08f0214c" providerId="ADAL" clId="{1C8F5D2F-0B18-4284-BE65-D934514D84A1}" dt="2025-12-03T18:37:02.497" v="1155" actId="21"/>
          <ac:spMkLst>
            <pc:docMk/>
            <pc:sldMk cId="4147106931" sldId="387"/>
            <ac:spMk id="3" creationId="{35A35570-6D14-687F-27FA-069352EE92E3}"/>
          </ac:spMkLst>
        </pc:spChg>
      </pc:sldChg>
      <pc:sldChg chg="modSp add mod">
        <pc:chgData name="Olivier Bergeron" userId="25eb1b54-485f-4e43-901d-d18d08f0214c" providerId="ADAL" clId="{1C8F5D2F-0B18-4284-BE65-D934514D84A1}" dt="2025-12-03T19:01:25.097" v="1409" actId="20577"/>
        <pc:sldMkLst>
          <pc:docMk/>
          <pc:sldMk cId="2734056397" sldId="388"/>
        </pc:sldMkLst>
        <pc:spChg chg="mod">
          <ac:chgData name="Olivier Bergeron" userId="25eb1b54-485f-4e43-901d-d18d08f0214c" providerId="ADAL" clId="{1C8F5D2F-0B18-4284-BE65-D934514D84A1}" dt="2025-12-03T18:36:00.322" v="1119" actId="20577"/>
          <ac:spMkLst>
            <pc:docMk/>
            <pc:sldMk cId="2734056397" sldId="388"/>
            <ac:spMk id="2" creationId="{5EA40D72-CDEA-F00F-627E-9552CA2215FD}"/>
          </ac:spMkLst>
        </pc:spChg>
        <pc:spChg chg="mod">
          <ac:chgData name="Olivier Bergeron" userId="25eb1b54-485f-4e43-901d-d18d08f0214c" providerId="ADAL" clId="{1C8F5D2F-0B18-4284-BE65-D934514D84A1}" dt="2025-12-03T19:01:25.097" v="1409" actId="20577"/>
          <ac:spMkLst>
            <pc:docMk/>
            <pc:sldMk cId="2734056397" sldId="388"/>
            <ac:spMk id="3" creationId="{80ECE1CB-9EC4-60D7-9B75-EC853532D210}"/>
          </ac:spMkLst>
        </pc:spChg>
      </pc:sldChg>
      <pc:sldChg chg="delSp modSp add del mod">
        <pc:chgData name="Olivier Bergeron" userId="25eb1b54-485f-4e43-901d-d18d08f0214c" providerId="ADAL" clId="{1C8F5D2F-0B18-4284-BE65-D934514D84A1}" dt="2025-12-03T19:02:54.288" v="1413" actId="47"/>
        <pc:sldMkLst>
          <pc:docMk/>
          <pc:sldMk cId="1633629586" sldId="389"/>
        </pc:sldMkLst>
        <pc:spChg chg="del mod">
          <ac:chgData name="Olivier Bergeron" userId="25eb1b54-485f-4e43-901d-d18d08f0214c" providerId="ADAL" clId="{1C8F5D2F-0B18-4284-BE65-D934514D84A1}" dt="2025-12-03T19:01:42.653" v="1412" actId="478"/>
          <ac:spMkLst>
            <pc:docMk/>
            <pc:sldMk cId="1633629586" sldId="389"/>
            <ac:spMk id="3" creationId="{7B218700-721E-64B6-7118-64D5D8D87920}"/>
          </ac:spMkLst>
        </pc:spChg>
      </pc:sldChg>
      <pc:sldChg chg="addSp delSp modSp add mod">
        <pc:chgData name="Olivier Bergeron" userId="25eb1b54-485f-4e43-901d-d18d08f0214c" providerId="ADAL" clId="{1C8F5D2F-0B18-4284-BE65-D934514D84A1}" dt="2025-12-03T19:04:37.317" v="1424" actId="1076"/>
        <pc:sldMkLst>
          <pc:docMk/>
          <pc:sldMk cId="3643878932" sldId="389"/>
        </pc:sldMkLst>
        <pc:spChg chg="del mod">
          <ac:chgData name="Olivier Bergeron" userId="25eb1b54-485f-4e43-901d-d18d08f0214c" providerId="ADAL" clId="{1C8F5D2F-0B18-4284-BE65-D934514D84A1}" dt="2025-12-03T19:03:57.222" v="1416" actId="478"/>
          <ac:spMkLst>
            <pc:docMk/>
            <pc:sldMk cId="3643878932" sldId="389"/>
            <ac:spMk id="3" creationId="{B0C1C607-99EC-4505-5055-F7DFE2014AB3}"/>
          </ac:spMkLst>
        </pc:spChg>
        <pc:picChg chg="add del mod">
          <ac:chgData name="Olivier Bergeron" userId="25eb1b54-485f-4e43-901d-d18d08f0214c" providerId="ADAL" clId="{1C8F5D2F-0B18-4284-BE65-D934514D84A1}" dt="2025-12-03T19:04:31.434" v="1420" actId="478"/>
          <ac:picMkLst>
            <pc:docMk/>
            <pc:sldMk cId="3643878932" sldId="389"/>
            <ac:picMk id="5" creationId="{7CB6463B-F088-2933-B36E-4B6A583E19C6}"/>
          </ac:picMkLst>
        </pc:picChg>
        <pc:picChg chg="add mod">
          <ac:chgData name="Olivier Bergeron" userId="25eb1b54-485f-4e43-901d-d18d08f0214c" providerId="ADAL" clId="{1C8F5D2F-0B18-4284-BE65-D934514D84A1}" dt="2025-12-03T19:04:37.317" v="1424" actId="1076"/>
          <ac:picMkLst>
            <pc:docMk/>
            <pc:sldMk cId="3643878932" sldId="389"/>
            <ac:picMk id="7" creationId="{28919489-A4D9-C8FA-8802-01E794AA72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E8DD15A-82E6-7B57-6EF5-A464A9318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BB6F0BE-3ABF-8F74-35C3-AB33DA1D2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51BBE77-A5CB-9AD8-0F12-7E00CC236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195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40E0CDC-4E01-C12B-CD6E-66AB7C20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4FAB80F-E034-620F-9002-367FC7616F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906C3E-BD20-3E12-CBFB-BD7F0A818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0217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E107A8E-639D-719E-CF7A-6E690489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733947D-4757-0AFC-87A7-22B8DDECA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C7BBF1D-1B70-E6D8-924C-4B89EFC8D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5864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F56271B-84CE-92A0-1105-50D63642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E1AD9FD-822E-3E59-EA82-EE4EBF21C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48E076B-F849-5BDC-11A9-FBE961B61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9027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032A4E4-AF1B-118E-645C-0F553D38A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996C55B-74EC-3D72-AFF9-04E19D716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132BE4D-5E06-5AEC-E7D3-415E77098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775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2025-12-03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doi.org/10.1109/EMBC40787.2023.10340612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523/ENEURO.0064-23.2023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1841624"/>
            <a:ext cx="7857000" cy="184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Presentation &amp; 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 err="1"/>
              <a:t>EMaGer</a:t>
            </a:r>
            <a:r>
              <a:rPr lang="en-CA" dirty="0"/>
              <a:t>: Spatial EMG activation maps with 64 electrodes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AB62E-15D6-0D41-125F-EF39FBB19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91" y="2548172"/>
            <a:ext cx="6230219" cy="2257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07E14-C033-E97E-16A0-A531947F75AA}"/>
              </a:ext>
            </a:extLst>
          </p:cNvPr>
          <p:cNvSpPr txBox="1"/>
          <p:nvPr/>
        </p:nvSpPr>
        <p:spPr>
          <a:xfrm>
            <a:off x="254551" y="5316135"/>
            <a:ext cx="86737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F. Chamberland </a:t>
            </a:r>
            <a:r>
              <a:rPr lang="en-US" i="1" dirty="0"/>
              <a:t>et al.</a:t>
            </a:r>
            <a:r>
              <a:rPr lang="en-US" dirty="0"/>
              <a:t>, « </a:t>
            </a:r>
            <a:r>
              <a:rPr lang="en-US" dirty="0" err="1"/>
              <a:t>EMaGer</a:t>
            </a:r>
            <a:r>
              <a:rPr lang="en-US" dirty="0"/>
              <a:t>: A Wearable Full-Circumference HD-EMG Sensor and Data Augmentation Method for Robust Hand Gesture Recognition », in </a:t>
            </a:r>
            <a:r>
              <a:rPr lang="en-US" i="1" dirty="0"/>
              <a:t>2023 45th Annual International Conference of the IEEE Engineering in Medicine &amp; Biology Society (EMBC)</a:t>
            </a:r>
            <a:r>
              <a:rPr lang="en-US" dirty="0"/>
              <a:t>, Sydney, Australia: IEEE, </a:t>
            </a:r>
            <a:r>
              <a:rPr lang="en-US" dirty="0" err="1"/>
              <a:t>juill</a:t>
            </a:r>
            <a:r>
              <a:rPr lang="en-US" dirty="0"/>
              <a:t>. 2023, p. 1‑5.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10.1109/EMBC40787.2023.10340612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1F425F-4E7C-B8AB-B550-93747C4C6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221" y="2675011"/>
            <a:ext cx="4156571" cy="200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DB826B6-80B9-978E-6052-D08219C5C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968703EA-41B5-DD55-85D0-75B01FB95D16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D7BEB04-FF0A-DBCE-185A-E8BABDDEBE9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73EC048-D299-5916-26A3-937A584037D5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824C3B3-799E-542F-E0F3-607A1FF2660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00F40578-658A-7632-5570-F9C3E6E44D6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7A87F7A6-6D48-C308-C3D4-A0D600AC2E0F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F833A00-4443-FF61-C9AE-F0105AF1C42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5CE6D79C-04DA-3FD0-F6ED-73D9CA060F3D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1C2F90FB-4796-ABAC-28E2-4C4638C656F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2EED244-0323-5F11-5FB1-34FF30A51BA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80F6F45E-EC9E-1F5C-3A7B-C92D8DAE23A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C955DB7-0511-4CDC-BEF3-54CFD3978E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4D1E8D3-7B33-3BD5-D641-267E5B106C93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B8575CC-78EA-AA0A-F156-A01AF4821538}"/>
              </a:ext>
            </a:extLst>
          </p:cNvPr>
          <p:cNvSpPr/>
          <p:nvPr/>
        </p:nvSpPr>
        <p:spPr>
          <a:xfrm>
            <a:off x="875042" y="231171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01265-98F7-4099-E6B2-C19B3E50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Project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B6CC-8FF0-3144-D897-F57813D7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56176" cy="4351338"/>
          </a:xfrm>
        </p:spPr>
        <p:txBody>
          <a:bodyPr/>
          <a:lstStyle/>
          <a:p>
            <a:r>
              <a:rPr lang="en-CA" dirty="0"/>
              <a:t>Hypothesis: More channels would result more recognisable gestures.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76E140-5558-1B3D-13AF-6E930D1C9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610" y="12975"/>
            <a:ext cx="5725324" cy="60682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EE130F-8F34-43C7-6A8C-353187EA0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353" y="2988233"/>
            <a:ext cx="2341445" cy="30821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643EDC-14AB-6583-2864-AFC5E22F6E22}"/>
              </a:ext>
            </a:extLst>
          </p:cNvPr>
          <p:cNvSpPr txBox="1"/>
          <p:nvPr/>
        </p:nvSpPr>
        <p:spPr>
          <a:xfrm>
            <a:off x="54864" y="6022796"/>
            <a:ext cx="12092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H. Caillet </a:t>
            </a:r>
            <a:r>
              <a:rPr lang="en-US" i="1" dirty="0"/>
              <a:t>et al.</a:t>
            </a:r>
            <a:r>
              <a:rPr lang="en-US" dirty="0"/>
              <a:t>, « Larger and Denser: An Optimal Design for Surface Grids of EMG Electrodes to Identify Greater and More Representative Samples of Motor Units », </a:t>
            </a:r>
            <a:r>
              <a:rPr lang="en-US" i="1" dirty="0" err="1"/>
              <a:t>eNeuro</a:t>
            </a:r>
            <a:r>
              <a:rPr lang="en-US" dirty="0"/>
              <a:t>, vol. 10, n</a:t>
            </a:r>
            <a:r>
              <a:rPr lang="en-US" baseline="30000" dirty="0"/>
              <a:t>o</a:t>
            </a:r>
            <a:r>
              <a:rPr lang="en-US" dirty="0"/>
              <a:t> 9, p. ENEURO.0064-23.2023, sept. 2023, </a:t>
            </a:r>
            <a:r>
              <a:rPr lang="en-US" dirty="0" err="1"/>
              <a:t>doi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10.1523/ENEURO.0064-23.2023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300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C838D6A-4971-2317-112A-9807ABED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EE57A53-F1B8-A77B-CF42-DC99722D1BF2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78F0D278-8145-9189-905A-80D12255175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386C3D2-C5E7-CA9D-4B7B-A9A71424E91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1CC49E7-1CDF-03E9-C3F9-5A76B9CAAA54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5D68B59B-494A-4660-98BD-BCF49C68BBA9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B5F681F3-D845-7F61-3DD8-28EF26F159A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6A78C47-3512-7A57-4617-ECAF8FAE1B06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13B80B0-3FFD-FDD5-CF17-6149475CF3F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8D102688-2BF9-86C8-DF3A-1477080A0073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A3C2E0C3-1540-2A70-3A12-8E55D9DEB8B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BAF6B1E-2D8E-4326-1E9B-B4C3AC80384E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691614B-F732-3FF0-A07D-1080539468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085F5E4-7C07-2E61-2D00-37A368F3217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EE12637-DAEC-5ED7-C8B5-7CE6F40F47B1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71FA3-1721-5129-9180-EAEFAB92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Project Presentation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E13645-4B15-3B2A-7F82-392B8CABBA4F}"/>
              </a:ext>
            </a:extLst>
          </p:cNvPr>
          <p:cNvSpPr/>
          <p:nvPr/>
        </p:nvSpPr>
        <p:spPr>
          <a:xfrm>
            <a:off x="807720" y="1886712"/>
            <a:ext cx="1853184" cy="1703832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>
                <a:solidFill>
                  <a:schemeClr val="tx1"/>
                </a:solidFill>
              </a:rPr>
              <a:t>Electrode</a:t>
            </a:r>
            <a:r>
              <a:rPr lang="fr-CA" dirty="0">
                <a:solidFill>
                  <a:schemeClr val="tx1"/>
                </a:solidFill>
              </a:rPr>
              <a:t> </a:t>
            </a:r>
            <a:r>
              <a:rPr lang="fr-CA" dirty="0" err="1">
                <a:solidFill>
                  <a:schemeClr val="tx1"/>
                </a:solidFill>
              </a:rPr>
              <a:t>Grid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14771F-CF48-FC09-6F41-4BB77896E907}"/>
              </a:ext>
            </a:extLst>
          </p:cNvPr>
          <p:cNvSpPr/>
          <p:nvPr/>
        </p:nvSpPr>
        <p:spPr>
          <a:xfrm>
            <a:off x="4008906" y="1882711"/>
            <a:ext cx="1853184" cy="1703832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>
                <a:solidFill>
                  <a:schemeClr val="tx1"/>
                </a:solidFill>
              </a:rPr>
              <a:t>Analog</a:t>
            </a:r>
            <a:r>
              <a:rPr lang="fr-CA" dirty="0">
                <a:solidFill>
                  <a:schemeClr val="tx1"/>
                </a:solidFill>
              </a:rPr>
              <a:t> Front End (AFE)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AC4FD4-F1D2-7017-1E07-60E11A3FEA61}"/>
              </a:ext>
            </a:extLst>
          </p:cNvPr>
          <p:cNvSpPr/>
          <p:nvPr/>
        </p:nvSpPr>
        <p:spPr>
          <a:xfrm>
            <a:off x="7203949" y="1886712"/>
            <a:ext cx="1853184" cy="1703832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>
                <a:solidFill>
                  <a:schemeClr val="tx1"/>
                </a:solidFill>
              </a:rPr>
              <a:t>Analog</a:t>
            </a:r>
            <a:r>
              <a:rPr lang="fr-CA" dirty="0">
                <a:solidFill>
                  <a:schemeClr val="tx1"/>
                </a:solidFill>
              </a:rPr>
              <a:t> to Digital Converter (ADC)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CED501-DA83-0681-82B1-7DBB2BDFFD30}"/>
              </a:ext>
            </a:extLst>
          </p:cNvPr>
          <p:cNvSpPr/>
          <p:nvPr/>
        </p:nvSpPr>
        <p:spPr>
          <a:xfrm>
            <a:off x="7192820" y="4752614"/>
            <a:ext cx="1853184" cy="1703832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1"/>
                </a:solidFill>
              </a:rPr>
              <a:t>FPGA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7F6E1F-A750-ECC5-E4BD-55B1B6CC5149}"/>
              </a:ext>
            </a:extLst>
          </p:cNvPr>
          <p:cNvSpPr/>
          <p:nvPr/>
        </p:nvSpPr>
        <p:spPr>
          <a:xfrm>
            <a:off x="4008906" y="4752614"/>
            <a:ext cx="1853184" cy="1703832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>
                <a:solidFill>
                  <a:schemeClr val="tx1"/>
                </a:solidFill>
              </a:rPr>
              <a:t>Post-</a:t>
            </a:r>
            <a:r>
              <a:rPr lang="fr-CA" dirty="0" err="1">
                <a:solidFill>
                  <a:schemeClr val="tx1"/>
                </a:solidFill>
              </a:rPr>
              <a:t>processing</a:t>
            </a:r>
            <a:endParaRPr lang="fr-CA" dirty="0">
              <a:solidFill>
                <a:schemeClr val="tx1"/>
              </a:solidFill>
            </a:endParaRPr>
          </a:p>
          <a:p>
            <a:pPr algn="ctr"/>
            <a:r>
              <a:rPr lang="fr-CA" dirty="0">
                <a:solidFill>
                  <a:schemeClr val="tx1"/>
                </a:solidFill>
              </a:rPr>
              <a:t>(MUAP </a:t>
            </a:r>
            <a:r>
              <a:rPr lang="fr-CA" dirty="0" err="1">
                <a:solidFill>
                  <a:schemeClr val="tx1"/>
                </a:solidFill>
              </a:rPr>
              <a:t>Decomposition</a:t>
            </a:r>
            <a:r>
              <a:rPr lang="fr-CA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81F06D-5CF4-4AF1-21D7-F8065D4E35F4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2660904" y="2734627"/>
            <a:ext cx="1348002" cy="40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E89067-FC4D-7C7A-6655-BDAD741BBEC6}"/>
              </a:ext>
            </a:extLst>
          </p:cNvPr>
          <p:cNvCxnSpPr/>
          <p:nvPr/>
        </p:nvCxnSpPr>
        <p:spPr>
          <a:xfrm flipV="1">
            <a:off x="5862090" y="2730626"/>
            <a:ext cx="1348002" cy="40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0A57AA-F5E4-1655-2F70-1CA34087AAE4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>
            <a:off x="5862090" y="5604530"/>
            <a:ext cx="13307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018886-BB99-F865-FCB3-8909C8A4A33E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119412" y="3590544"/>
            <a:ext cx="11129" cy="11620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687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A411EED-CF49-CE6F-A56F-49F6E056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E4A1046-698A-062F-E577-70A3008C38D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AADE6544-2951-66E4-B018-3020F9A89D2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62A3C1B-42EF-761B-421C-83B77AB41A6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DBD2B1A-E51F-0466-EEA8-BE402CE9833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E081B09-9ACA-21B3-7437-68821A9DBC42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A4D664C8-0BED-A0B0-984B-D118F41215FE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1B7B13D-7B43-3F58-AC84-AAD2BB6E881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1C07509-2A3A-801E-1378-30CB13F9992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E0CEB94-FCE3-8400-2B9C-89EC5632E330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D4FF9152-95A4-4EA8-7ED7-D31DA0A59E3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FA43DE75-F686-A733-3B73-DAB2D4D2C4A5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452F3F05-FB6A-4A0D-C6C8-E8FBDB2C61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1E41E2-C80E-FD37-EF64-0D4C7DA55F7D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0055696-1564-4D77-21D7-6115CAAEC1F7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E9C66-9620-B855-E625-BF1E8B3A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Project 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AE655-F1BC-2392-CC12-27AA48EBF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1723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CA" dirty="0"/>
                  <a:t>Electrode grid: Custom made</a:t>
                </a:r>
              </a:p>
              <a:p>
                <a:pPr lvl="1"/>
                <a:r>
                  <a:rPr lang="en-CA" dirty="0"/>
                  <a:t>Grid size: 7 x 51 (357 total)</a:t>
                </a:r>
              </a:p>
              <a:p>
                <a:pPr lvl="1"/>
                <a:r>
                  <a:rPr lang="en-CA" dirty="0"/>
                  <a:t>Electrode dimensions: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~</m:t>
                    </m:r>
                  </m:oMath>
                </a14:m>
                <a:r>
                  <a:rPr lang="en-US" dirty="0"/>
                  <a:t> 2.5 mm</a:t>
                </a:r>
              </a:p>
              <a:p>
                <a:pPr lvl="1"/>
                <a:r>
                  <a:rPr lang="en-CA" dirty="0"/>
                  <a:t>Inter-electrode distance (IED):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5 mm (Circ.)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10 mm (Long.)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AFE &amp; ADC:</a:t>
                </a:r>
              </a:p>
              <a:p>
                <a:pPr lvl="1"/>
                <a:r>
                  <a:rPr lang="en-CA" dirty="0"/>
                  <a:t>High number of channels (448 or 512)</a:t>
                </a:r>
              </a:p>
              <a:p>
                <a:pPr lvl="1"/>
                <a:r>
                  <a:rPr lang="en-CA" dirty="0"/>
                  <a:t>Hardware options: Pre-made (</a:t>
                </a:r>
                <a:r>
                  <a:rPr lang="en-CA" dirty="0" err="1"/>
                  <a:t>TMSi</a:t>
                </a:r>
                <a:r>
                  <a:rPr lang="en-CA" dirty="0"/>
                  <a:t>, OT Bioelettronica, etc.), custom with INTAN or fully custom.</a:t>
                </a:r>
              </a:p>
              <a:p>
                <a:pPr lvl="1"/>
                <a:endParaRPr lang="en-CA" dirty="0"/>
              </a:p>
              <a:p>
                <a:r>
                  <a:rPr lang="en-CA" dirty="0"/>
                  <a:t>Post-processing</a:t>
                </a:r>
              </a:p>
              <a:p>
                <a:pPr lvl="1"/>
                <a:r>
                  <a:rPr lang="en-CA" dirty="0"/>
                  <a:t>Hardware not fully defined but gravitate towards GPU.</a:t>
                </a:r>
              </a:p>
              <a:p>
                <a:pPr lvl="1"/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1AE655-F1BC-2392-CC12-27AA48EBF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17232"/>
              </a:xfrm>
              <a:blipFill>
                <a:blip r:embed="rId4"/>
                <a:stretch>
                  <a:fillRect l="-928"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11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5B7FA7D-C11E-E9BF-7767-2AE9398A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8781CE7-C310-8CA9-B937-77549BD3BEC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5682AAA-AB13-F810-C571-87A746D0ADD1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8E20D54-1DDD-FDE6-2C31-B01F2320C7BF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6BEBE62-0EFC-FE4B-1CD1-1D5B66A39D1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BDB1EDB0-5BFF-9A50-6935-842E703B6890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7487DE2-D1FC-D60B-9034-B1A1023BB92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835D8A0-A457-A57C-3ACA-38A6D8790C4E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06065C0-78B7-23F0-913A-8C6DD1FBA35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4A5C2686-0205-B3C8-C0B1-63E346D56ABD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13E26E4-36CF-7AA5-3BC1-E97EECDA4DBF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F867B048-70B0-E1F4-BD59-9C63E690273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158D419-25E0-5AAF-27D3-7D5F7727D0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257793F-AB30-5605-2F17-FF1C8D090B7B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7651888-1799-B690-55E2-E0056E77DF9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40D72-CDEA-F00F-627E-9552CA22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CE1CB-9EC4-60D7-9B75-EC853532D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PEDOT process:</a:t>
            </a:r>
          </a:p>
          <a:p>
            <a:pPr lvl="1"/>
            <a:r>
              <a:rPr lang="en-CA" dirty="0"/>
              <a:t>Found interesting articles.</a:t>
            </a:r>
          </a:p>
          <a:p>
            <a:pPr lvl="1"/>
            <a:r>
              <a:rPr lang="en-CA" dirty="0"/>
              <a:t>Will send them to Ricardo to review.</a:t>
            </a:r>
          </a:p>
          <a:p>
            <a:pPr lvl="1"/>
            <a:endParaRPr lang="en-CA" dirty="0"/>
          </a:p>
          <a:p>
            <a:r>
              <a:rPr lang="en-CA" dirty="0"/>
              <a:t>Prototype quotes:</a:t>
            </a:r>
          </a:p>
          <a:p>
            <a:pPr lvl="1"/>
            <a:r>
              <a:rPr lang="en-CA" dirty="0" err="1"/>
              <a:t>TMSi</a:t>
            </a:r>
            <a:r>
              <a:rPr lang="en-CA" dirty="0"/>
              <a:t>: Want to set up a meeting to discuss.</a:t>
            </a:r>
          </a:p>
          <a:p>
            <a:pPr lvl="1"/>
            <a:r>
              <a:rPr lang="en-CA" dirty="0"/>
              <a:t>OT Bioelettronica: Affordable grid, but not the acquisition module</a:t>
            </a:r>
          </a:p>
        </p:txBody>
      </p:sp>
    </p:spTree>
    <p:extLst>
      <p:ext uri="{BB962C8B-B14F-4D97-AF65-F5344CB8AC3E}">
        <p14:creationId xmlns:p14="http://schemas.microsoft.com/office/powerpoint/2010/main" val="273405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6EF64C9-A489-48BF-B948-287D274F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4EAAA09C-C56F-309A-8C04-EE6BC6DE406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B25252D4-C8D9-80C5-E6C6-41B4C68D97B3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6D7C73F-FC18-1F1F-0418-C650E8F01CB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85CBB0E-AACC-4A27-5187-9A16B677EDC5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DE93B5EF-43BA-3218-37A7-F0971B856058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30D5DD3-24F5-58BF-91DA-CE94197DA918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346E2272-80CD-8EE8-6392-3116EF3FCD7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40D8AAC-2FBD-EB82-E465-A70980B8ACA4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F82568A-12E3-BB18-3A58-D52CAA6BED12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3DA4D39-26B1-D241-48D3-7212CCE10924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7AA556F-6F82-60F4-3973-3A69FB99EFF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ADA4964-74B5-6864-8596-0FE077CCC4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CD09AE0-46C3-69E4-6969-1712F1C40E2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8B79F45-00CC-D8F6-28D3-FF3C2F56AB6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D9019-9875-D836-A8F7-4DAAECC8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Updates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19489-A4D9-C8FA-8802-01E794AA7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00" y="1680294"/>
            <a:ext cx="10286111" cy="47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7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298</Words>
  <Application>Microsoft Office PowerPoint</Application>
  <PresentationFormat>Widescreen</PresentationFormat>
  <Paragraphs>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Presentation &amp; Updates</vt:lpstr>
      <vt:lpstr>Project Presentation</vt:lpstr>
      <vt:lpstr>Project Presentation</vt:lpstr>
      <vt:lpstr>Project Presentation</vt:lpstr>
      <vt:lpstr>Project Presentation</vt:lpstr>
      <vt:lpstr>Updates</vt:lpstr>
      <vt:lpstr>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2025-12-03T19:04:42Z</dcterms:modified>
</cp:coreProperties>
</file>