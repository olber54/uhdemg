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63" r:id="rId5"/>
    <p:sldId id="264" r:id="rId6"/>
    <p:sldId id="259" r:id="rId7"/>
    <p:sldId id="261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E4A"/>
    <a:srgbClr val="F1B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A523EE-1AE1-411E-9B35-160C8FFBEB7E}" v="8" dt="2026-08-07T14:28:48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6554" autoAdjust="0"/>
  </p:normalViewPr>
  <p:slideViewPr>
    <p:cSldViewPr snapToGrid="0">
      <p:cViewPr varScale="1">
        <p:scale>
          <a:sx n="96" d="100"/>
          <a:sy n="96" d="100"/>
        </p:scale>
        <p:origin x="1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er Bergeron" userId="25eb1b54-485f-4e43-901d-d18d08f0214c" providerId="ADAL" clId="{1C8F5D2F-0B18-4284-BE65-D934514D84A1}"/>
    <pc:docChg chg="undo redo custSel addSld modSld sldOrd">
      <pc:chgData name="Olivier Bergeron" userId="25eb1b54-485f-4e43-901d-d18d08f0214c" providerId="ADAL" clId="{1C8F5D2F-0B18-4284-BE65-D934514D84A1}" dt="2026-08-07T14:28:55.015" v="633" actId="1037"/>
      <pc:docMkLst>
        <pc:docMk/>
      </pc:docMkLst>
      <pc:sldChg chg="modSp mod">
        <pc:chgData name="Olivier Bergeron" userId="25eb1b54-485f-4e43-901d-d18d08f0214c" providerId="ADAL" clId="{1C8F5D2F-0B18-4284-BE65-D934514D84A1}" dt="2026-08-07T14:05:15.227" v="26" actId="20577"/>
        <pc:sldMkLst>
          <pc:docMk/>
          <pc:sldMk cId="447853837" sldId="256"/>
        </pc:sldMkLst>
        <pc:spChg chg="mod">
          <ac:chgData name="Olivier Bergeron" userId="25eb1b54-485f-4e43-901d-d18d08f0214c" providerId="ADAL" clId="{1C8F5D2F-0B18-4284-BE65-D934514D84A1}" dt="2026-08-07T14:05:11.872" v="16" actId="20577"/>
          <ac:spMkLst>
            <pc:docMk/>
            <pc:sldMk cId="447853837" sldId="256"/>
            <ac:spMk id="2" creationId="{83B78DA0-819E-AB54-1E7C-6E0A421AA59C}"/>
          </ac:spMkLst>
        </pc:spChg>
        <pc:spChg chg="mod">
          <ac:chgData name="Olivier Bergeron" userId="25eb1b54-485f-4e43-901d-d18d08f0214c" providerId="ADAL" clId="{1C8F5D2F-0B18-4284-BE65-D934514D84A1}" dt="2026-08-07T14:05:15.227" v="26" actId="20577"/>
          <ac:spMkLst>
            <pc:docMk/>
            <pc:sldMk cId="447853837" sldId="256"/>
            <ac:spMk id="3" creationId="{3EEFD950-FE96-2C25-4CDC-D891EFCFA396}"/>
          </ac:spMkLst>
        </pc:spChg>
      </pc:sldChg>
      <pc:sldChg chg="addSp delSp modSp new mod">
        <pc:chgData name="Olivier Bergeron" userId="25eb1b54-485f-4e43-901d-d18d08f0214c" providerId="ADAL" clId="{1C8F5D2F-0B18-4284-BE65-D934514D84A1}" dt="2026-08-07T14:16:54.027" v="166" actId="20577"/>
        <pc:sldMkLst>
          <pc:docMk/>
          <pc:sldMk cId="345276485" sldId="257"/>
        </pc:sldMkLst>
        <pc:spChg chg="mod">
          <ac:chgData name="Olivier Bergeron" userId="25eb1b54-485f-4e43-901d-d18d08f0214c" providerId="ADAL" clId="{1C8F5D2F-0B18-4284-BE65-D934514D84A1}" dt="2026-08-07T14:16:54.027" v="166" actId="20577"/>
          <ac:spMkLst>
            <pc:docMk/>
            <pc:sldMk cId="345276485" sldId="257"/>
            <ac:spMk id="2" creationId="{EC9C5D25-BDF4-9A39-4643-9F043EC7225A}"/>
          </ac:spMkLst>
        </pc:spChg>
        <pc:spChg chg="del">
          <ac:chgData name="Olivier Bergeron" userId="25eb1b54-485f-4e43-901d-d18d08f0214c" providerId="ADAL" clId="{1C8F5D2F-0B18-4284-BE65-D934514D84A1}" dt="2026-08-07T14:01:16.024" v="1" actId="478"/>
          <ac:spMkLst>
            <pc:docMk/>
            <pc:sldMk cId="345276485" sldId="257"/>
            <ac:spMk id="3" creationId="{439EA938-1D73-4F27-3AC1-F745062842C1}"/>
          </ac:spMkLst>
        </pc:spChg>
        <pc:picChg chg="add mod">
          <ac:chgData name="Olivier Bergeron" userId="25eb1b54-485f-4e43-901d-d18d08f0214c" providerId="ADAL" clId="{1C8F5D2F-0B18-4284-BE65-D934514D84A1}" dt="2026-08-07T14:01:24.506" v="7" actId="1076"/>
          <ac:picMkLst>
            <pc:docMk/>
            <pc:sldMk cId="345276485" sldId="257"/>
            <ac:picMk id="6" creationId="{E539BFEE-B86B-EBAC-6C71-18EF7B13318C}"/>
          </ac:picMkLst>
        </pc:picChg>
      </pc:sldChg>
      <pc:sldChg chg="addSp delSp modSp new mod">
        <pc:chgData name="Olivier Bergeron" userId="25eb1b54-485f-4e43-901d-d18d08f0214c" providerId="ADAL" clId="{1C8F5D2F-0B18-4284-BE65-D934514D84A1}" dt="2026-08-07T14:17:00.257" v="184" actId="20577"/>
        <pc:sldMkLst>
          <pc:docMk/>
          <pc:sldMk cId="1623574599" sldId="258"/>
        </pc:sldMkLst>
        <pc:spChg chg="mod">
          <ac:chgData name="Olivier Bergeron" userId="25eb1b54-485f-4e43-901d-d18d08f0214c" providerId="ADAL" clId="{1C8F5D2F-0B18-4284-BE65-D934514D84A1}" dt="2026-08-07T14:17:00.257" v="184" actId="20577"/>
          <ac:spMkLst>
            <pc:docMk/>
            <pc:sldMk cId="1623574599" sldId="258"/>
            <ac:spMk id="2" creationId="{B101F83B-B685-CB3B-C0CB-3E45F0757320}"/>
          </ac:spMkLst>
        </pc:spChg>
        <pc:spChg chg="del">
          <ac:chgData name="Olivier Bergeron" userId="25eb1b54-485f-4e43-901d-d18d08f0214c" providerId="ADAL" clId="{1C8F5D2F-0B18-4284-BE65-D934514D84A1}" dt="2026-08-07T14:01:30.123" v="9" actId="478"/>
          <ac:spMkLst>
            <pc:docMk/>
            <pc:sldMk cId="1623574599" sldId="258"/>
            <ac:spMk id="3" creationId="{F4CFBCD4-50C7-7162-952C-EDB73C2A2035}"/>
          </ac:spMkLst>
        </pc:spChg>
        <pc:picChg chg="add mod">
          <ac:chgData name="Olivier Bergeron" userId="25eb1b54-485f-4e43-901d-d18d08f0214c" providerId="ADAL" clId="{1C8F5D2F-0B18-4284-BE65-D934514D84A1}" dt="2026-08-07T14:08:06.902" v="33" actId="1076"/>
          <ac:picMkLst>
            <pc:docMk/>
            <pc:sldMk cId="1623574599" sldId="258"/>
            <ac:picMk id="6" creationId="{C6C810B2-4411-E834-B9FC-6C8434AD5C11}"/>
          </ac:picMkLst>
        </pc:picChg>
      </pc:sldChg>
      <pc:sldChg chg="addSp delSp modSp new mod">
        <pc:chgData name="Olivier Bergeron" userId="25eb1b54-485f-4e43-901d-d18d08f0214c" providerId="ADAL" clId="{1C8F5D2F-0B18-4284-BE65-D934514D84A1}" dt="2026-08-07T14:18:11.072" v="369" actId="20577"/>
        <pc:sldMkLst>
          <pc:docMk/>
          <pc:sldMk cId="2110021895" sldId="259"/>
        </pc:sldMkLst>
        <pc:spChg chg="mod">
          <ac:chgData name="Olivier Bergeron" userId="25eb1b54-485f-4e43-901d-d18d08f0214c" providerId="ADAL" clId="{1C8F5D2F-0B18-4284-BE65-D934514D84A1}" dt="2026-08-07T14:18:11.072" v="369" actId="20577"/>
          <ac:spMkLst>
            <pc:docMk/>
            <pc:sldMk cId="2110021895" sldId="259"/>
            <ac:spMk id="2" creationId="{4255081B-F6E0-259B-3E4B-4F174A054EEB}"/>
          </ac:spMkLst>
        </pc:spChg>
        <pc:spChg chg="del">
          <ac:chgData name="Olivier Bergeron" userId="25eb1b54-485f-4e43-901d-d18d08f0214c" providerId="ADAL" clId="{1C8F5D2F-0B18-4284-BE65-D934514D84A1}" dt="2026-08-07T14:08:38.080" v="34" actId="478"/>
          <ac:spMkLst>
            <pc:docMk/>
            <pc:sldMk cId="2110021895" sldId="259"/>
            <ac:spMk id="3" creationId="{5A19AE33-639F-EAEF-3E08-CEE520117016}"/>
          </ac:spMkLst>
        </pc:spChg>
        <pc:picChg chg="add mod">
          <ac:chgData name="Olivier Bergeron" userId="25eb1b54-485f-4e43-901d-d18d08f0214c" providerId="ADAL" clId="{1C8F5D2F-0B18-4284-BE65-D934514D84A1}" dt="2026-08-07T14:17:57.376" v="347" actId="1076"/>
          <ac:picMkLst>
            <pc:docMk/>
            <pc:sldMk cId="2110021895" sldId="259"/>
            <ac:picMk id="6" creationId="{5E9B458F-4665-3A29-1649-3378D96144A9}"/>
          </ac:picMkLst>
        </pc:picChg>
      </pc:sldChg>
      <pc:sldChg chg="addSp delSp modSp new mod">
        <pc:chgData name="Olivier Bergeron" userId="25eb1b54-485f-4e43-901d-d18d08f0214c" providerId="ADAL" clId="{1C8F5D2F-0B18-4284-BE65-D934514D84A1}" dt="2026-08-07T14:19:03.604" v="457" actId="20577"/>
        <pc:sldMkLst>
          <pc:docMk/>
          <pc:sldMk cId="1154849404" sldId="260"/>
        </pc:sldMkLst>
        <pc:spChg chg="mod">
          <ac:chgData name="Olivier Bergeron" userId="25eb1b54-485f-4e43-901d-d18d08f0214c" providerId="ADAL" clId="{1C8F5D2F-0B18-4284-BE65-D934514D84A1}" dt="2026-08-07T14:19:03.604" v="457" actId="20577"/>
          <ac:spMkLst>
            <pc:docMk/>
            <pc:sldMk cId="1154849404" sldId="260"/>
            <ac:spMk id="2" creationId="{D87B872B-281A-F1AB-0354-33FB2C3BA83E}"/>
          </ac:spMkLst>
        </pc:spChg>
        <pc:spChg chg="del">
          <ac:chgData name="Olivier Bergeron" userId="25eb1b54-485f-4e43-901d-d18d08f0214c" providerId="ADAL" clId="{1C8F5D2F-0B18-4284-BE65-D934514D84A1}" dt="2026-08-07T14:09:28.605" v="39" actId="478"/>
          <ac:spMkLst>
            <pc:docMk/>
            <pc:sldMk cId="1154849404" sldId="260"/>
            <ac:spMk id="3" creationId="{B63D7852-4B5F-DECB-9D12-AB9D690219F0}"/>
          </ac:spMkLst>
        </pc:spChg>
        <pc:picChg chg="add del mod">
          <ac:chgData name="Olivier Bergeron" userId="25eb1b54-485f-4e43-901d-d18d08f0214c" providerId="ADAL" clId="{1C8F5D2F-0B18-4284-BE65-D934514D84A1}" dt="2026-08-07T14:09:35.856" v="44" actId="478"/>
          <ac:picMkLst>
            <pc:docMk/>
            <pc:sldMk cId="1154849404" sldId="260"/>
            <ac:picMk id="6" creationId="{35D48F14-2A1F-D8DA-9692-D323ADCA045D}"/>
          </ac:picMkLst>
        </pc:picChg>
        <pc:picChg chg="add mod">
          <ac:chgData name="Olivier Bergeron" userId="25eb1b54-485f-4e43-901d-d18d08f0214c" providerId="ADAL" clId="{1C8F5D2F-0B18-4284-BE65-D934514D84A1}" dt="2026-08-07T14:11:04.597" v="47" actId="1076"/>
          <ac:picMkLst>
            <pc:docMk/>
            <pc:sldMk cId="1154849404" sldId="260"/>
            <ac:picMk id="8" creationId="{DE11CFEA-A499-2858-C4E6-581BCEFBA6BC}"/>
          </ac:picMkLst>
        </pc:picChg>
      </pc:sldChg>
      <pc:sldChg chg="addSp delSp modSp new mod ord">
        <pc:chgData name="Olivier Bergeron" userId="25eb1b54-485f-4e43-901d-d18d08f0214c" providerId="ADAL" clId="{1C8F5D2F-0B18-4284-BE65-D934514D84A1}" dt="2026-08-07T14:28:55.015" v="633" actId="1037"/>
        <pc:sldMkLst>
          <pc:docMk/>
          <pc:sldMk cId="350735324" sldId="261"/>
        </pc:sldMkLst>
        <pc:spChg chg="mod">
          <ac:chgData name="Olivier Bergeron" userId="25eb1b54-485f-4e43-901d-d18d08f0214c" providerId="ADAL" clId="{1C8F5D2F-0B18-4284-BE65-D934514D84A1}" dt="2026-08-07T14:18:38.052" v="414" actId="20577"/>
          <ac:spMkLst>
            <pc:docMk/>
            <pc:sldMk cId="350735324" sldId="261"/>
            <ac:spMk id="2" creationId="{51207F16-924B-B994-0937-6AA3CCE86368}"/>
          </ac:spMkLst>
        </pc:spChg>
        <pc:spChg chg="del">
          <ac:chgData name="Olivier Bergeron" userId="25eb1b54-485f-4e43-901d-d18d08f0214c" providerId="ADAL" clId="{1C8F5D2F-0B18-4284-BE65-D934514D84A1}" dt="2026-08-07T14:13:04.260" v="57" actId="478"/>
          <ac:spMkLst>
            <pc:docMk/>
            <pc:sldMk cId="350735324" sldId="261"/>
            <ac:spMk id="3" creationId="{1C5C8239-24D4-F2B4-1916-2E54EB3700D3}"/>
          </ac:spMkLst>
        </pc:spChg>
        <pc:grpChg chg="add mod">
          <ac:chgData name="Olivier Bergeron" userId="25eb1b54-485f-4e43-901d-d18d08f0214c" providerId="ADAL" clId="{1C8F5D2F-0B18-4284-BE65-D934514D84A1}" dt="2026-08-07T14:11:46.538" v="51" actId="164"/>
          <ac:grpSpMkLst>
            <pc:docMk/>
            <pc:sldMk cId="350735324" sldId="261"/>
            <ac:grpSpMk id="9" creationId="{5BD8ECF0-9454-491A-9F69-9CC5A9435AB1}"/>
          </ac:grpSpMkLst>
        </pc:grpChg>
        <pc:grpChg chg="add del mod">
          <ac:chgData name="Olivier Bergeron" userId="25eb1b54-485f-4e43-901d-d18d08f0214c" providerId="ADAL" clId="{1C8F5D2F-0B18-4284-BE65-D934514D84A1}" dt="2026-08-07T14:28:48.206" v="622" actId="165"/>
          <ac:grpSpMkLst>
            <pc:docMk/>
            <pc:sldMk cId="350735324" sldId="261"/>
            <ac:grpSpMk id="10" creationId="{05C42282-45DA-5D44-634D-8BE2A3E3FAC2}"/>
          </ac:grpSpMkLst>
        </pc:grpChg>
        <pc:picChg chg="add del mod">
          <ac:chgData name="Olivier Bergeron" userId="25eb1b54-485f-4e43-901d-d18d08f0214c" providerId="ADAL" clId="{1C8F5D2F-0B18-4284-BE65-D934514D84A1}" dt="2026-08-07T14:11:47.639" v="52" actId="22"/>
          <ac:picMkLst>
            <pc:docMk/>
            <pc:sldMk cId="350735324" sldId="261"/>
            <ac:picMk id="6" creationId="{CB50773E-C8FA-586D-3DDD-EEB039C03846}"/>
          </ac:picMkLst>
        </pc:picChg>
        <pc:picChg chg="add del mod">
          <ac:chgData name="Olivier Bergeron" userId="25eb1b54-485f-4e43-901d-d18d08f0214c" providerId="ADAL" clId="{1C8F5D2F-0B18-4284-BE65-D934514D84A1}" dt="2026-08-07T14:11:47.639" v="52" actId="22"/>
          <ac:picMkLst>
            <pc:docMk/>
            <pc:sldMk cId="350735324" sldId="261"/>
            <ac:picMk id="8" creationId="{76532A24-A673-CB56-22EE-DA9D9FCAC775}"/>
          </ac:picMkLst>
        </pc:picChg>
        <pc:picChg chg="mod topLvl">
          <ac:chgData name="Olivier Bergeron" userId="25eb1b54-485f-4e43-901d-d18d08f0214c" providerId="ADAL" clId="{1C8F5D2F-0B18-4284-BE65-D934514D84A1}" dt="2026-08-07T14:28:48.206" v="622" actId="165"/>
          <ac:picMkLst>
            <pc:docMk/>
            <pc:sldMk cId="350735324" sldId="261"/>
            <ac:picMk id="11" creationId="{0B36DE88-9D2F-CB3D-24B5-C78E58B0C4DC}"/>
          </ac:picMkLst>
        </pc:picChg>
        <pc:picChg chg="add del mod topLvl">
          <ac:chgData name="Olivier Bergeron" userId="25eb1b54-485f-4e43-901d-d18d08f0214c" providerId="ADAL" clId="{1C8F5D2F-0B18-4284-BE65-D934514D84A1}" dt="2026-08-07T14:28:48.206" v="622" actId="165"/>
          <ac:picMkLst>
            <pc:docMk/>
            <pc:sldMk cId="350735324" sldId="261"/>
            <ac:picMk id="12" creationId="{E5B2D003-DED0-A9BD-FE83-65250EA8C8BF}"/>
          </ac:picMkLst>
        </pc:picChg>
        <pc:picChg chg="mod topLvl">
          <ac:chgData name="Olivier Bergeron" userId="25eb1b54-485f-4e43-901d-d18d08f0214c" providerId="ADAL" clId="{1C8F5D2F-0B18-4284-BE65-D934514D84A1}" dt="2026-08-07T14:28:55.015" v="633" actId="1037"/>
          <ac:picMkLst>
            <pc:docMk/>
            <pc:sldMk cId="350735324" sldId="261"/>
            <ac:picMk id="13" creationId="{93947103-9DEB-4937-8EE6-AC9918105CE9}"/>
          </ac:picMkLst>
        </pc:picChg>
      </pc:sldChg>
      <pc:sldChg chg="modSp new mod">
        <pc:chgData name="Olivier Bergeron" userId="25eb1b54-485f-4e43-901d-d18d08f0214c" providerId="ADAL" clId="{1C8F5D2F-0B18-4284-BE65-D934514D84A1}" dt="2026-08-07T14:28:36.699" v="621" actId="20577"/>
        <pc:sldMkLst>
          <pc:docMk/>
          <pc:sldMk cId="1802606232" sldId="262"/>
        </pc:sldMkLst>
        <pc:spChg chg="mod">
          <ac:chgData name="Olivier Bergeron" userId="25eb1b54-485f-4e43-901d-d18d08f0214c" providerId="ADAL" clId="{1C8F5D2F-0B18-4284-BE65-D934514D84A1}" dt="2026-08-07T14:19:17.507" v="466" actId="20577"/>
          <ac:spMkLst>
            <pc:docMk/>
            <pc:sldMk cId="1802606232" sldId="262"/>
            <ac:spMk id="2" creationId="{0C812C65-E073-B686-4ABF-7C6A5221C6C2}"/>
          </ac:spMkLst>
        </pc:spChg>
        <pc:spChg chg="mod">
          <ac:chgData name="Olivier Bergeron" userId="25eb1b54-485f-4e43-901d-d18d08f0214c" providerId="ADAL" clId="{1C8F5D2F-0B18-4284-BE65-D934514D84A1}" dt="2026-08-07T14:28:36.699" v="621" actId="20577"/>
          <ac:spMkLst>
            <pc:docMk/>
            <pc:sldMk cId="1802606232" sldId="262"/>
            <ac:spMk id="3" creationId="{7639DE39-BC5B-971F-760F-68400C3574F5}"/>
          </ac:spMkLst>
        </pc:spChg>
      </pc:sldChg>
      <pc:sldChg chg="addSp delSp modSp new mod ord">
        <pc:chgData name="Olivier Bergeron" userId="25eb1b54-485f-4e43-901d-d18d08f0214c" providerId="ADAL" clId="{1C8F5D2F-0B18-4284-BE65-D934514D84A1}" dt="2026-08-07T14:17:10.257" v="205" actId="20577"/>
        <pc:sldMkLst>
          <pc:docMk/>
          <pc:sldMk cId="1860117117" sldId="263"/>
        </pc:sldMkLst>
        <pc:spChg chg="mod">
          <ac:chgData name="Olivier Bergeron" userId="25eb1b54-485f-4e43-901d-d18d08f0214c" providerId="ADAL" clId="{1C8F5D2F-0B18-4284-BE65-D934514D84A1}" dt="2026-08-07T14:17:10.257" v="205" actId="20577"/>
          <ac:spMkLst>
            <pc:docMk/>
            <pc:sldMk cId="1860117117" sldId="263"/>
            <ac:spMk id="2" creationId="{4A9CC1F3-A518-3E06-2792-9648EEE2F116}"/>
          </ac:spMkLst>
        </pc:spChg>
        <pc:spChg chg="del">
          <ac:chgData name="Olivier Bergeron" userId="25eb1b54-485f-4e43-901d-d18d08f0214c" providerId="ADAL" clId="{1C8F5D2F-0B18-4284-BE65-D934514D84A1}" dt="2026-08-07T14:16:31.371" v="144" actId="478"/>
          <ac:spMkLst>
            <pc:docMk/>
            <pc:sldMk cId="1860117117" sldId="263"/>
            <ac:spMk id="3" creationId="{30E374C6-0A84-D2B4-2B5E-CFE65E8FDBB5}"/>
          </ac:spMkLst>
        </pc:spChg>
        <pc:picChg chg="add mod">
          <ac:chgData name="Olivier Bergeron" userId="25eb1b54-485f-4e43-901d-d18d08f0214c" providerId="ADAL" clId="{1C8F5D2F-0B18-4284-BE65-D934514D84A1}" dt="2026-08-07T14:16:33.835" v="146" actId="1076"/>
          <ac:picMkLst>
            <pc:docMk/>
            <pc:sldMk cId="1860117117" sldId="263"/>
            <ac:picMk id="6" creationId="{F4D56CF5-8577-90D5-DFD2-981E8605C0F1}"/>
          </ac:picMkLst>
        </pc:picChg>
      </pc:sldChg>
      <pc:sldChg chg="modSp new mod">
        <pc:chgData name="Olivier Bergeron" userId="25eb1b54-485f-4e43-901d-d18d08f0214c" providerId="ADAL" clId="{1C8F5D2F-0B18-4284-BE65-D934514D84A1}" dt="2026-08-07T14:17:51.194" v="346" actId="20577"/>
        <pc:sldMkLst>
          <pc:docMk/>
          <pc:sldMk cId="1272051907" sldId="264"/>
        </pc:sldMkLst>
        <pc:spChg chg="mod">
          <ac:chgData name="Olivier Bergeron" userId="25eb1b54-485f-4e43-901d-d18d08f0214c" providerId="ADAL" clId="{1C8F5D2F-0B18-4284-BE65-D934514D84A1}" dt="2026-08-07T14:17:23.735" v="251" actId="20577"/>
          <ac:spMkLst>
            <pc:docMk/>
            <pc:sldMk cId="1272051907" sldId="264"/>
            <ac:spMk id="2" creationId="{9DCC2BA4-7BD5-B809-0700-53607C015900}"/>
          </ac:spMkLst>
        </pc:spChg>
        <pc:spChg chg="mod">
          <ac:chgData name="Olivier Bergeron" userId="25eb1b54-485f-4e43-901d-d18d08f0214c" providerId="ADAL" clId="{1C8F5D2F-0B18-4284-BE65-D934514D84A1}" dt="2026-08-07T14:17:51.194" v="346" actId="20577"/>
          <ac:spMkLst>
            <pc:docMk/>
            <pc:sldMk cId="1272051907" sldId="264"/>
            <ac:spMk id="3" creationId="{A4018DD5-E311-D2B6-356F-76E1A426407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28BFA5-E1F9-A514-0FA3-E163CF57BE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F8AB8-DE20-2994-D5EB-1B2F83E81E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2C08-F31F-417E-9DA2-FB0A727E2763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96DF5-3CFF-DFE4-CDCA-7568D5EE99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68DA0-8184-965C-17A5-6C0DD4CB40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85C08-6D5C-49F4-9A24-317952984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823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027B-B5CA-43FE-83BF-6327550A03F7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C02A-94A9-4E52-835F-B6DB969C9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E065A-5675-FC91-3F31-AAD14B5B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086600" cy="297518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FD5DB-1B71-6B4E-C597-6E58C76C4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086601" cy="63835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28D7F17-E7CA-D342-ADB0-716D14ABF95E}"/>
              </a:ext>
            </a:extLst>
          </p:cNvPr>
          <p:cNvSpPr/>
          <p:nvPr userDrawn="1"/>
        </p:nvSpPr>
        <p:spPr>
          <a:xfrm rot="13500000">
            <a:off x="-2256760" y="1067661"/>
            <a:ext cx="4495933" cy="4495933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" name="Google Shape;102;p1">
            <a:extLst>
              <a:ext uri="{FF2B5EF4-FFF2-40B4-BE49-F238E27FC236}">
                <a16:creationId xmlns:a16="http://schemas.microsoft.com/office/drawing/2014/main" id="{7736259A-2155-3A05-E879-8E5D8769598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1;p1">
            <a:extLst>
              <a:ext uri="{FF2B5EF4-FFF2-40B4-BE49-F238E27FC236}">
                <a16:creationId xmlns:a16="http://schemas.microsoft.com/office/drawing/2014/main" id="{14E29151-F5AC-D6F0-5348-2DDDDEE15171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7723FEE-7BEA-EA6E-D5EC-F81D7D5A1E24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011481-34B9-F126-1BA7-0476936B3687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263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m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925614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5ACFC950-D753-DFB9-9779-ECAC1683F41F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0C92444-EC3B-3CE5-6871-D8969E2A06F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4FDB794-04A0-CC33-A618-F40C2D4A7192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Google Shape;102;p1">
            <a:extLst>
              <a:ext uri="{FF2B5EF4-FFF2-40B4-BE49-F238E27FC236}">
                <a16:creationId xmlns:a16="http://schemas.microsoft.com/office/drawing/2014/main" id="{C6F84729-8C7B-256A-74AA-272229A8701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1;p1">
            <a:extLst>
              <a:ext uri="{FF2B5EF4-FFF2-40B4-BE49-F238E27FC236}">
                <a16:creationId xmlns:a16="http://schemas.microsoft.com/office/drawing/2014/main" id="{C4A09761-B03F-554A-348A-463573F24C3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35A5-A0D5-F2C9-C2C5-CDF31FC0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017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2BD2FEA-4227-0367-3F81-6F16D3F2A15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1397479" y="1915065"/>
            <a:ext cx="9256144" cy="391582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DC68526F-3176-767D-0C3F-589AA2C268B6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30476C-19AD-149E-AE8D-FF5A90C650B7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604135-A875-835C-5E0B-64FF791CAC0B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4" name="Google Shape;102;p1">
            <a:extLst>
              <a:ext uri="{FF2B5EF4-FFF2-40B4-BE49-F238E27FC236}">
                <a16:creationId xmlns:a16="http://schemas.microsoft.com/office/drawing/2014/main" id="{983F88DD-28C9-3900-4B71-A8132135C9D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01;p1">
            <a:extLst>
              <a:ext uri="{FF2B5EF4-FFF2-40B4-BE49-F238E27FC236}">
                <a16:creationId xmlns:a16="http://schemas.microsoft.com/office/drawing/2014/main" id="{6486F39D-62A5-D23A-B340-FCEF768AB5F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EB6439-0330-F6FA-A92A-852E017E3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47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52A4DD-2602-4C1C-4E3E-F02623B24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49860" y="1825625"/>
            <a:ext cx="4703763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C62A165-EF7E-BC34-05B2-D9C5F885A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76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8265-D6DC-BF6D-85FA-E42E03077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479" y="1825625"/>
            <a:ext cx="439947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47D5D0E-4D44-71C0-9400-8932F2943CBC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C7620-FB18-019D-B041-286087248A4F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A3ED5-2D1D-E90E-819C-BE5119DA2180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oogle Shape;102;p1">
            <a:extLst>
              <a:ext uri="{FF2B5EF4-FFF2-40B4-BE49-F238E27FC236}">
                <a16:creationId xmlns:a16="http://schemas.microsoft.com/office/drawing/2014/main" id="{AD986B78-4053-997D-B7A3-7EB96B0ACD8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1;p1">
            <a:extLst>
              <a:ext uri="{FF2B5EF4-FFF2-40B4-BE49-F238E27FC236}">
                <a16:creationId xmlns:a16="http://schemas.microsoft.com/office/drawing/2014/main" id="{F5AF544C-F08B-CEC0-A5E3-62DBFDC6226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F740FA-5F11-150D-EDEE-3508AC2C583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46510" y="1825625"/>
            <a:ext cx="440711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18AF2DC-85AC-CDC8-148D-0790E83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4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190D-F682-511E-AB2C-E56E8201F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479" y="365125"/>
            <a:ext cx="9256144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56CCD09-8C97-80F4-3A87-B748C2C53E43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D575C9-2B3D-0A7C-1E6A-F930BC8B3D68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40511BE-0747-29E6-ACE5-CB4A28D146D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0BB4A561-3E81-67FA-0556-A0C00AFF606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67AF2E16-3B87-74F4-56AD-A3900BC733F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AF17C0-5FA7-2F33-8298-CA149EFA9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>
            <a:extLst>
              <a:ext uri="{FF2B5EF4-FFF2-40B4-BE49-F238E27FC236}">
                <a16:creationId xmlns:a16="http://schemas.microsoft.com/office/drawing/2014/main" id="{87B7ED9D-ADC4-9DE6-902B-C33C0CD5244A}"/>
              </a:ext>
            </a:extLst>
          </p:cNvPr>
          <p:cNvSpPr/>
          <p:nvPr userDrawn="1"/>
        </p:nvSpPr>
        <p:spPr>
          <a:xfrm rot="5400000">
            <a:off x="-12791" y="-6742"/>
            <a:ext cx="1684730" cy="1684730"/>
          </a:xfrm>
          <a:prstGeom prst="rtTriangle">
            <a:avLst/>
          </a:pr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0D1A08-3C4E-621B-9834-396DEFDEFA71}"/>
              </a:ext>
            </a:extLst>
          </p:cNvPr>
          <p:cNvSpPr/>
          <p:nvPr userDrawn="1"/>
        </p:nvSpPr>
        <p:spPr>
          <a:xfrm>
            <a:off x="10440882" y="-270"/>
            <a:ext cx="1759744" cy="1114425"/>
          </a:xfrm>
          <a:custGeom>
            <a:avLst/>
            <a:gdLst>
              <a:gd name="csX0" fmla="*/ 0 w 1759744"/>
              <a:gd name="csY0" fmla="*/ 0 h 1114425"/>
              <a:gd name="csX1" fmla="*/ 1114425 w 1759744"/>
              <a:gd name="csY1" fmla="*/ 1114425 h 1114425"/>
              <a:gd name="csX2" fmla="*/ 1759744 w 1759744"/>
              <a:gd name="csY2" fmla="*/ 469106 h 1114425"/>
              <a:gd name="csX3" fmla="*/ 1759744 w 1759744"/>
              <a:gd name="csY3" fmla="*/ 2381 h 1114425"/>
              <a:gd name="csX4" fmla="*/ 0 w 1759744"/>
              <a:gd name="csY4" fmla="*/ 0 h 11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59744" h="1114425">
                <a:moveTo>
                  <a:pt x="0" y="0"/>
                </a:moveTo>
                <a:lnTo>
                  <a:pt x="1114425" y="1114425"/>
                </a:lnTo>
                <a:lnTo>
                  <a:pt x="1759744" y="469106"/>
                </a:lnTo>
                <a:lnTo>
                  <a:pt x="1759744" y="2381"/>
                </a:lnTo>
                <a:lnTo>
                  <a:pt x="0" y="0"/>
                </a:lnTo>
                <a:close/>
              </a:path>
            </a:pathLst>
          </a:custGeom>
          <a:solidFill>
            <a:srgbClr val="F1B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1D6C17-0689-F85E-5E97-AC72F7789216}"/>
              </a:ext>
            </a:extLst>
          </p:cNvPr>
          <p:cNvSpPr/>
          <p:nvPr userDrawn="1"/>
        </p:nvSpPr>
        <p:spPr>
          <a:xfrm>
            <a:off x="10100364" y="5063707"/>
            <a:ext cx="2100262" cy="1809750"/>
          </a:xfrm>
          <a:custGeom>
            <a:avLst/>
            <a:gdLst>
              <a:gd name="csX0" fmla="*/ 0 w 2100262"/>
              <a:gd name="csY0" fmla="*/ 1809750 h 1809750"/>
              <a:gd name="csX1" fmla="*/ 1809750 w 2100262"/>
              <a:gd name="csY1" fmla="*/ 0 h 1809750"/>
              <a:gd name="csX2" fmla="*/ 2100262 w 2100262"/>
              <a:gd name="csY2" fmla="*/ 290512 h 1809750"/>
              <a:gd name="csX3" fmla="*/ 2100262 w 2100262"/>
              <a:gd name="csY3" fmla="*/ 1804987 h 1809750"/>
              <a:gd name="csX4" fmla="*/ 14287 w 2100262"/>
              <a:gd name="csY4" fmla="*/ 1804987 h 1809750"/>
              <a:gd name="csX5" fmla="*/ 1809750 w 2100262"/>
              <a:gd name="csY5" fmla="*/ 9524 h 1809750"/>
              <a:gd name="csX6" fmla="*/ 1809750 w 2100262"/>
              <a:gd name="csY6" fmla="*/ 9524 h 1809750"/>
              <a:gd name="csX7" fmla="*/ 0 w 2100262"/>
              <a:gd name="csY7" fmla="*/ 1809750 h 1809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100262" h="1809750">
                <a:moveTo>
                  <a:pt x="0" y="1809750"/>
                </a:moveTo>
                <a:lnTo>
                  <a:pt x="1809750" y="0"/>
                </a:lnTo>
                <a:lnTo>
                  <a:pt x="2100262" y="290512"/>
                </a:lnTo>
                <a:lnTo>
                  <a:pt x="2100262" y="1804987"/>
                </a:lnTo>
                <a:lnTo>
                  <a:pt x="14287" y="1804987"/>
                </a:lnTo>
                <a:lnTo>
                  <a:pt x="1809750" y="9524"/>
                </a:lnTo>
                <a:lnTo>
                  <a:pt x="1809750" y="9524"/>
                </a:lnTo>
                <a:lnTo>
                  <a:pt x="0" y="1809750"/>
                </a:lnTo>
                <a:close/>
              </a:path>
            </a:pathLst>
          </a:custGeom>
          <a:solidFill>
            <a:srgbClr val="102E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2" name="Google Shape;102;p1">
            <a:extLst>
              <a:ext uri="{FF2B5EF4-FFF2-40B4-BE49-F238E27FC236}">
                <a16:creationId xmlns:a16="http://schemas.microsoft.com/office/drawing/2014/main" id="{E9841F40-2EEF-5061-BEFF-DD39CD26149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144545" y="6131419"/>
            <a:ext cx="1300096" cy="5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1;p1">
            <a:extLst>
              <a:ext uri="{FF2B5EF4-FFF2-40B4-BE49-F238E27FC236}">
                <a16:creationId xmlns:a16="http://schemas.microsoft.com/office/drawing/2014/main" id="{FAD21B16-1D07-A325-1339-9E91223DDD1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52082" y="6199703"/>
            <a:ext cx="1429300" cy="5900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1B4779-5B8A-6D8E-3A62-249106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DE7A7E6-4794-48E8-A5E1-2E8F8499B315}" type="slidenum">
              <a:rPr lang="en-CA" smtClean="0"/>
              <a:pPr/>
              <a:t>‹#›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8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17B0A9-3C94-3B32-9486-075DA69C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2A749-D7E4-884C-A159-BC8ECE477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9EC9-0BEC-D76D-DB70-0F08AE69A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58180-9FEA-000D-6CCA-C5E2ADD9B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66671-0617-A66C-4498-98ED656BE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7A7E6-4794-48E8-A5E1-2E8F8499B3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85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1" r:id="rId3"/>
    <p:sldLayoutId id="2147483698" r:id="rId4"/>
    <p:sldLayoutId id="2147483702" r:id="rId5"/>
    <p:sldLayoutId id="2147483700" r:id="rId6"/>
    <p:sldLayoutId id="214748369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8DA0-819E-AB54-1E7C-6E0A421A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1122363"/>
            <a:ext cx="7452360" cy="2975184"/>
          </a:xfrm>
        </p:spPr>
        <p:txBody>
          <a:bodyPr>
            <a:normAutofit/>
          </a:bodyPr>
          <a:lstStyle/>
          <a:p>
            <a:r>
              <a:rPr lang="en-US" noProof="0" dirty="0"/>
              <a:t>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FD950-FE96-2C25-4CDC-D891EFCFA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398" y="4261450"/>
            <a:ext cx="7452360" cy="638354"/>
          </a:xfrm>
        </p:spPr>
        <p:txBody>
          <a:bodyPr/>
          <a:lstStyle/>
          <a:p>
            <a:r>
              <a:rPr lang="en-US" noProof="0" dirty="0"/>
              <a:t>2026-08-07</a:t>
            </a:r>
          </a:p>
        </p:txBody>
      </p:sp>
    </p:spTree>
    <p:extLst>
      <p:ext uri="{BB962C8B-B14F-4D97-AF65-F5344CB8AC3E}">
        <p14:creationId xmlns:p14="http://schemas.microsoft.com/office/powerpoint/2010/main" val="447853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5D25-BDF4-9A39-4643-9F043EC72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Patch #1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20206-7840-3B67-F83B-7D4A06DB3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2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9BFEE-B86B-EBAC-6C71-18EF7B133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43593" y="-566063"/>
            <a:ext cx="3504814" cy="911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6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F83B-B685-CB3B-C0CB-3E45F075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Patch #2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7FB5F-C7EE-2988-2237-43FD2C236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3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810B2-4411-E834-B9FC-6C8434AD5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80992" y="-731971"/>
            <a:ext cx="3689117" cy="914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57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C1F3-A518-3E06-2792-9648EEE2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Microneedle 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6A3FC-5063-57D2-C6CB-72DB0665B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4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56CF5-8577-90D5-DFD2-981E8605C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597" y="2308779"/>
            <a:ext cx="9011908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1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C2BA4-7BD5-B809-0700-53607C015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Microneedle Electrode Patches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18DD5-E311-D2B6-356F-76E1A4264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Reviews made by Kazim (Calgary University)</a:t>
            </a:r>
          </a:p>
          <a:p>
            <a:pPr lvl="1"/>
            <a:r>
              <a:rPr lang="en-US" dirty="0"/>
              <a:t>All good from his end</a:t>
            </a:r>
          </a:p>
          <a:p>
            <a:pPr lvl="1"/>
            <a:r>
              <a:rPr lang="en-US" dirty="0"/>
              <a:t>Compatible with his setup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CD3E5-1563-CCD5-5B2E-6715954FC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5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05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5081B-F6E0-259B-3E4B-4F174A054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INTAN Electrode to USB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7130C-98F0-4B58-D70F-28D35CC2E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6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9B458F-4665-3A29-1649-3378D9614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739232" y="1081920"/>
            <a:ext cx="4572638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2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7F16-924B-B994-0937-6AA3CCE86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 Visual of Setup (Old pictures)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23591-4561-C1A9-ACE6-F504C227D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7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36DE88-9D2F-CB3D-24B5-C78E58B0C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610451" y="1132413"/>
            <a:ext cx="3535312" cy="51079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B2D003-DED0-A9BD-FE83-65250EA8C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460866" y="1898312"/>
            <a:ext cx="2880625" cy="41620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947103-9DEB-4937-8EE6-AC9918105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 flipV="1">
            <a:off x="2513233" y="1731656"/>
            <a:ext cx="3728120" cy="506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5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B872B-281A-F1AB-0354-33FB2C3BA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Electrode to Header Adapter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C4EEC-4516-8527-10D6-F3235E448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8</a:t>
            </a:fld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11CFEA-A499-2858-C4E6-581BCEFBA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834" y="2077278"/>
            <a:ext cx="4636331" cy="410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4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2C65-E073-B686-4ABF-7C6A5221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9DE39-BC5B-971F-760F-68400C357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priority</a:t>
            </a:r>
          </a:p>
          <a:p>
            <a:pPr lvl="1"/>
            <a:r>
              <a:rPr lang="en-US" dirty="0"/>
              <a:t>Order everything (PCB, FPC and components)</a:t>
            </a:r>
          </a:p>
          <a:p>
            <a:endParaRPr lang="en-US" dirty="0"/>
          </a:p>
          <a:p>
            <a:r>
              <a:rPr lang="en-US" dirty="0"/>
              <a:t>Low priority </a:t>
            </a:r>
          </a:p>
          <a:p>
            <a:pPr lvl="1"/>
            <a:r>
              <a:rPr lang="en-US" dirty="0"/>
              <a:t>Prepare test plans and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01ADE-6004-52FE-4615-688729560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DE7A7E6-4794-48E8-A5E1-2E8F8499B315}" type="slidenum">
              <a:rPr lang="en-CA" smtClean="0"/>
              <a:pPr/>
              <a:t>9</a:t>
            </a:fld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60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76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Updates</vt:lpstr>
      <vt:lpstr>Electrode Patch #1</vt:lpstr>
      <vt:lpstr>Electrode Patch #2</vt:lpstr>
      <vt:lpstr>Microneedle View</vt:lpstr>
      <vt:lpstr>Microneedle Electrode Patches</vt:lpstr>
      <vt:lpstr>INTAN Electrode to USB</vt:lpstr>
      <vt:lpstr>Little Visual of Setup (Old pictures)</vt:lpstr>
      <vt:lpstr>Electrode to Header Adapter</vt:lpstr>
      <vt:lpstr>What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Bergeron</dc:creator>
  <cp:lastModifiedBy>Olivier Bergeron</cp:lastModifiedBy>
  <cp:revision>7</cp:revision>
  <dcterms:created xsi:type="dcterms:W3CDTF">2026-04-09T21:18:57Z</dcterms:created>
  <dcterms:modified xsi:type="dcterms:W3CDTF">2026-08-07T14:28:57Z</dcterms:modified>
</cp:coreProperties>
</file>