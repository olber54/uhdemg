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13"/>
  </p:notesMasterIdLst>
  <p:sldIdLst>
    <p:sldId id="302" r:id="rId4"/>
    <p:sldId id="384" r:id="rId5"/>
    <p:sldId id="385" r:id="rId6"/>
    <p:sldId id="394" r:id="rId7"/>
    <p:sldId id="397" r:id="rId8"/>
    <p:sldId id="383" r:id="rId9"/>
    <p:sldId id="386" r:id="rId10"/>
    <p:sldId id="395" r:id="rId11"/>
    <p:sldId id="39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FF00"/>
    <a:srgbClr val="0652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F19924-3757-47A5-A843-B8532E4EA787}" v="24" dt="2026-01-30T14:33:38.1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Bergeron" userId="25eb1b54-485f-4e43-901d-d18d08f0214c" providerId="ADAL" clId="{1C8F5D2F-0B18-4284-BE65-D934514D84A1}"/>
    <pc:docChg chg="undo custSel addSld delSld modSld sldOrd">
      <pc:chgData name="Olivier Bergeron" userId="25eb1b54-485f-4e43-901d-d18d08f0214c" providerId="ADAL" clId="{1C8F5D2F-0B18-4284-BE65-D934514D84A1}" dt="2026-01-30T14:36:10.479" v="1635" actId="20577"/>
      <pc:docMkLst>
        <pc:docMk/>
      </pc:docMkLst>
      <pc:sldChg chg="modSp mod">
        <pc:chgData name="Olivier Bergeron" userId="25eb1b54-485f-4e43-901d-d18d08f0214c" providerId="ADAL" clId="{1C8F5D2F-0B18-4284-BE65-D934514D84A1}" dt="2026-01-30T13:57:32.709" v="6" actId="20577"/>
        <pc:sldMkLst>
          <pc:docMk/>
          <pc:sldMk cId="0" sldId="302"/>
        </pc:sldMkLst>
        <pc:spChg chg="mod">
          <ac:chgData name="Olivier Bergeron" userId="25eb1b54-485f-4e43-901d-d18d08f0214c" providerId="ADAL" clId="{1C8F5D2F-0B18-4284-BE65-D934514D84A1}" dt="2026-01-30T13:57:32.709" v="6" actId="20577"/>
          <ac:spMkLst>
            <pc:docMk/>
            <pc:sldMk cId="0" sldId="302"/>
            <ac:spMk id="99" creationId="{00000000-0000-0000-0000-000000000000}"/>
          </ac:spMkLst>
        </pc:spChg>
      </pc:sldChg>
      <pc:sldChg chg="addSp delSp modSp mod">
        <pc:chgData name="Olivier Bergeron" userId="25eb1b54-485f-4e43-901d-d18d08f0214c" providerId="ADAL" clId="{1C8F5D2F-0B18-4284-BE65-D934514D84A1}" dt="2026-01-30T14:03:28.858" v="108" actId="1076"/>
        <pc:sldMkLst>
          <pc:docMk/>
          <pc:sldMk cId="1414278494" sldId="383"/>
        </pc:sldMkLst>
        <pc:spChg chg="mod">
          <ac:chgData name="Olivier Bergeron" userId="25eb1b54-485f-4e43-901d-d18d08f0214c" providerId="ADAL" clId="{1C8F5D2F-0B18-4284-BE65-D934514D84A1}" dt="2026-01-30T14:02:57.491" v="104" actId="20577"/>
          <ac:spMkLst>
            <pc:docMk/>
            <pc:sldMk cId="1414278494" sldId="383"/>
            <ac:spMk id="2" creationId="{18048F7F-64D3-735E-583A-101D87082AD9}"/>
          </ac:spMkLst>
        </pc:spChg>
        <pc:spChg chg="del">
          <ac:chgData name="Olivier Bergeron" userId="25eb1b54-485f-4e43-901d-d18d08f0214c" providerId="ADAL" clId="{1C8F5D2F-0B18-4284-BE65-D934514D84A1}" dt="2026-01-30T14:03:01.058" v="105" actId="478"/>
          <ac:spMkLst>
            <pc:docMk/>
            <pc:sldMk cId="1414278494" sldId="383"/>
            <ac:spMk id="3" creationId="{BD037286-E129-6F50-7D39-9643009A53E7}"/>
          </ac:spMkLst>
        </pc:spChg>
        <pc:picChg chg="add mod">
          <ac:chgData name="Olivier Bergeron" userId="25eb1b54-485f-4e43-901d-d18d08f0214c" providerId="ADAL" clId="{1C8F5D2F-0B18-4284-BE65-D934514D84A1}" dt="2026-01-30T14:03:28.858" v="108" actId="1076"/>
          <ac:picMkLst>
            <pc:docMk/>
            <pc:sldMk cId="1414278494" sldId="383"/>
            <ac:picMk id="5" creationId="{CE2D015F-8CEC-5F11-56AC-9EDF45A5DEA6}"/>
          </ac:picMkLst>
        </pc:picChg>
      </pc:sldChg>
      <pc:sldChg chg="addSp delSp modSp add mod ord">
        <pc:chgData name="Olivier Bergeron" userId="25eb1b54-485f-4e43-901d-d18d08f0214c" providerId="ADAL" clId="{1C8F5D2F-0B18-4284-BE65-D934514D84A1}" dt="2026-01-30T14:26:27.431" v="1240"/>
        <pc:sldMkLst>
          <pc:docMk/>
          <pc:sldMk cId="2860029195" sldId="384"/>
        </pc:sldMkLst>
        <pc:spChg chg="mod">
          <ac:chgData name="Olivier Bergeron" userId="25eb1b54-485f-4e43-901d-d18d08f0214c" providerId="ADAL" clId="{1C8F5D2F-0B18-4284-BE65-D934514D84A1}" dt="2026-01-30T14:10:48.864" v="235" actId="20577"/>
          <ac:spMkLst>
            <pc:docMk/>
            <pc:sldMk cId="2860029195" sldId="384"/>
            <ac:spMk id="2" creationId="{769B3582-E79A-E70F-D4E8-C59147BE98A7}"/>
          </ac:spMkLst>
        </pc:spChg>
        <pc:spChg chg="del">
          <ac:chgData name="Olivier Bergeron" userId="25eb1b54-485f-4e43-901d-d18d08f0214c" providerId="ADAL" clId="{1C8F5D2F-0B18-4284-BE65-D934514D84A1}" dt="2026-01-30T14:06:46.480" v="153" actId="478"/>
          <ac:spMkLst>
            <pc:docMk/>
            <pc:sldMk cId="2860029195" sldId="384"/>
            <ac:spMk id="3" creationId="{994CB678-7D72-08BF-0F65-A0B91FD550EA}"/>
          </ac:spMkLst>
        </pc:spChg>
        <pc:spChg chg="add mod">
          <ac:chgData name="Olivier Bergeron" userId="25eb1b54-485f-4e43-901d-d18d08f0214c" providerId="ADAL" clId="{1C8F5D2F-0B18-4284-BE65-D934514D84A1}" dt="2026-01-30T14:19:04.464" v="735" actId="1076"/>
          <ac:spMkLst>
            <pc:docMk/>
            <pc:sldMk cId="2860029195" sldId="384"/>
            <ac:spMk id="8" creationId="{4CE2B66A-3012-BDEA-2F0A-8F79A3B2CB48}"/>
          </ac:spMkLst>
        </pc:spChg>
        <pc:spChg chg="add mod">
          <ac:chgData name="Olivier Bergeron" userId="25eb1b54-485f-4e43-901d-d18d08f0214c" providerId="ADAL" clId="{1C8F5D2F-0B18-4284-BE65-D934514D84A1}" dt="2026-01-30T14:19:06.670" v="736" actId="1076"/>
          <ac:spMkLst>
            <pc:docMk/>
            <pc:sldMk cId="2860029195" sldId="384"/>
            <ac:spMk id="10" creationId="{50C6E38A-018A-E4BB-F630-F297473E9BEE}"/>
          </ac:spMkLst>
        </pc:spChg>
        <pc:spChg chg="add mod">
          <ac:chgData name="Olivier Bergeron" userId="25eb1b54-485f-4e43-901d-d18d08f0214c" providerId="ADAL" clId="{1C8F5D2F-0B18-4284-BE65-D934514D84A1}" dt="2026-01-30T14:20:35.532" v="759" actId="1076"/>
          <ac:spMkLst>
            <pc:docMk/>
            <pc:sldMk cId="2860029195" sldId="384"/>
            <ac:spMk id="21" creationId="{C82C509F-1845-C2D1-9279-49D33253718E}"/>
          </ac:spMkLst>
        </pc:spChg>
        <pc:grpChg chg="del">
          <ac:chgData name="Olivier Bergeron" userId="25eb1b54-485f-4e43-901d-d18d08f0214c" providerId="ADAL" clId="{1C8F5D2F-0B18-4284-BE65-D934514D84A1}" dt="2026-01-30T14:06:44.167" v="152" actId="478"/>
          <ac:grpSpMkLst>
            <pc:docMk/>
            <pc:sldMk cId="2860029195" sldId="384"/>
            <ac:grpSpMk id="107" creationId="{9D844B00-31FE-4DE5-C77A-0E2F3291A78E}"/>
          </ac:grpSpMkLst>
        </pc:grpChg>
        <pc:inkChg chg="add mod">
          <ac:chgData name="Olivier Bergeron" userId="25eb1b54-485f-4e43-901d-d18d08f0214c" providerId="ADAL" clId="{1C8F5D2F-0B18-4284-BE65-D934514D84A1}" dt="2026-01-30T14:18:59.718" v="734" actId="14100"/>
          <ac:inkMkLst>
            <pc:docMk/>
            <pc:sldMk cId="2860029195" sldId="384"/>
            <ac:inkMk id="7" creationId="{8550BF25-D550-45EA-586D-71A87BD24B61}"/>
          </ac:inkMkLst>
        </pc:inkChg>
        <pc:cxnChg chg="add mod">
          <ac:chgData name="Olivier Bergeron" userId="25eb1b54-485f-4e43-901d-d18d08f0214c" providerId="ADAL" clId="{1C8F5D2F-0B18-4284-BE65-D934514D84A1}" dt="2026-01-30T14:18:38.651" v="727" actId="14100"/>
          <ac:cxnSpMkLst>
            <pc:docMk/>
            <pc:sldMk cId="2860029195" sldId="384"/>
            <ac:cxnSpMk id="5" creationId="{6F638ED5-0E07-20CB-8931-95FCFD75DB1E}"/>
          </ac:cxnSpMkLst>
        </pc:cxnChg>
        <pc:cxnChg chg="add mod">
          <ac:chgData name="Olivier Bergeron" userId="25eb1b54-485f-4e43-901d-d18d08f0214c" providerId="ADAL" clId="{1C8F5D2F-0B18-4284-BE65-D934514D84A1}" dt="2026-01-30T14:18:36.664" v="726" actId="14100"/>
          <ac:cxnSpMkLst>
            <pc:docMk/>
            <pc:sldMk cId="2860029195" sldId="384"/>
            <ac:cxnSpMk id="6" creationId="{8470F423-11D5-98A2-73B8-5160354C2027}"/>
          </ac:cxnSpMkLst>
        </pc:cxnChg>
        <pc:cxnChg chg="add mod">
          <ac:chgData name="Olivier Bergeron" userId="25eb1b54-485f-4e43-901d-d18d08f0214c" providerId="ADAL" clId="{1C8F5D2F-0B18-4284-BE65-D934514D84A1}" dt="2026-01-30T14:18:27.854" v="722" actId="1582"/>
          <ac:cxnSpMkLst>
            <pc:docMk/>
            <pc:sldMk cId="2860029195" sldId="384"/>
            <ac:cxnSpMk id="12" creationId="{3015F0D4-6306-3AFA-FD59-44495E5DB9A1}"/>
          </ac:cxnSpMkLst>
        </pc:cxnChg>
        <pc:cxnChg chg="add mod">
          <ac:chgData name="Olivier Bergeron" userId="25eb1b54-485f-4e43-901d-d18d08f0214c" providerId="ADAL" clId="{1C8F5D2F-0B18-4284-BE65-D934514D84A1}" dt="2026-01-30T14:18:46.279" v="730" actId="14100"/>
          <ac:cxnSpMkLst>
            <pc:docMk/>
            <pc:sldMk cId="2860029195" sldId="384"/>
            <ac:cxnSpMk id="13" creationId="{27819A45-0CB8-5A71-7CD6-11A0A54A2EE8}"/>
          </ac:cxnSpMkLst>
        </pc:cxnChg>
        <pc:cxnChg chg="add mod">
          <ac:chgData name="Olivier Bergeron" userId="25eb1b54-485f-4e43-901d-d18d08f0214c" providerId="ADAL" clId="{1C8F5D2F-0B18-4284-BE65-D934514D84A1}" dt="2026-01-30T14:18:42.884" v="729" actId="1076"/>
          <ac:cxnSpMkLst>
            <pc:docMk/>
            <pc:sldMk cId="2860029195" sldId="384"/>
            <ac:cxnSpMk id="19" creationId="{0451B3C8-08DC-3B00-7F02-C48F109BED77}"/>
          </ac:cxnSpMkLst>
        </pc:cxnChg>
      </pc:sldChg>
      <pc:sldChg chg="modSp add mod ord">
        <pc:chgData name="Olivier Bergeron" userId="25eb1b54-485f-4e43-901d-d18d08f0214c" providerId="ADAL" clId="{1C8F5D2F-0B18-4284-BE65-D934514D84A1}" dt="2026-01-30T14:26:28.574" v="1242"/>
        <pc:sldMkLst>
          <pc:docMk/>
          <pc:sldMk cId="486843131" sldId="385"/>
        </pc:sldMkLst>
        <pc:spChg chg="mod">
          <ac:chgData name="Olivier Bergeron" userId="25eb1b54-485f-4e43-901d-d18d08f0214c" providerId="ADAL" clId="{1C8F5D2F-0B18-4284-BE65-D934514D84A1}" dt="2026-01-30T14:10:44.035" v="231" actId="20577"/>
          <ac:spMkLst>
            <pc:docMk/>
            <pc:sldMk cId="486843131" sldId="385"/>
            <ac:spMk id="2" creationId="{89C2A053-40D5-2C38-F133-8050A1A20D70}"/>
          </ac:spMkLst>
        </pc:spChg>
        <pc:spChg chg="mod">
          <ac:chgData name="Olivier Bergeron" userId="25eb1b54-485f-4e43-901d-d18d08f0214c" providerId="ADAL" clId="{1C8F5D2F-0B18-4284-BE65-D934514D84A1}" dt="2026-01-30T14:17:50.261" v="719" actId="20577"/>
          <ac:spMkLst>
            <pc:docMk/>
            <pc:sldMk cId="486843131" sldId="385"/>
            <ac:spMk id="3" creationId="{EF83BD4A-64F9-93FA-161B-373386674E7B}"/>
          </ac:spMkLst>
        </pc:spChg>
      </pc:sldChg>
      <pc:sldChg chg="modSp add mod">
        <pc:chgData name="Olivier Bergeron" userId="25eb1b54-485f-4e43-901d-d18d08f0214c" providerId="ADAL" clId="{1C8F5D2F-0B18-4284-BE65-D934514D84A1}" dt="2026-01-30T14:25:08.324" v="1086" actId="20577"/>
        <pc:sldMkLst>
          <pc:docMk/>
          <pc:sldMk cId="1157076704" sldId="386"/>
        </pc:sldMkLst>
        <pc:spChg chg="mod">
          <ac:chgData name="Olivier Bergeron" userId="25eb1b54-485f-4e43-901d-d18d08f0214c" providerId="ADAL" clId="{1C8F5D2F-0B18-4284-BE65-D934514D84A1}" dt="2026-01-30T14:21:24.226" v="781" actId="20577"/>
          <ac:spMkLst>
            <pc:docMk/>
            <pc:sldMk cId="1157076704" sldId="386"/>
            <ac:spMk id="2" creationId="{57504832-385E-F8C1-7864-3B0432D87791}"/>
          </ac:spMkLst>
        </pc:spChg>
        <pc:spChg chg="mod">
          <ac:chgData name="Olivier Bergeron" userId="25eb1b54-485f-4e43-901d-d18d08f0214c" providerId="ADAL" clId="{1C8F5D2F-0B18-4284-BE65-D934514D84A1}" dt="2026-01-30T14:25:08.324" v="1086" actId="20577"/>
          <ac:spMkLst>
            <pc:docMk/>
            <pc:sldMk cId="1157076704" sldId="386"/>
            <ac:spMk id="3" creationId="{18413071-5AC3-BE30-AB72-AA22B4974587}"/>
          </ac:spMkLst>
        </pc:spChg>
      </pc:sldChg>
      <pc:sldChg chg="add del">
        <pc:chgData name="Olivier Bergeron" userId="25eb1b54-485f-4e43-901d-d18d08f0214c" providerId="ADAL" clId="{1C8F5D2F-0B18-4284-BE65-D934514D84A1}" dt="2026-01-30T14:26:15.940" v="1238" actId="47"/>
        <pc:sldMkLst>
          <pc:docMk/>
          <pc:sldMk cId="3064128511" sldId="387"/>
        </pc:sldMkLst>
      </pc:sldChg>
      <pc:sldChg chg="add del">
        <pc:chgData name="Olivier Bergeron" userId="25eb1b54-485f-4e43-901d-d18d08f0214c" providerId="ADAL" clId="{1C8F5D2F-0B18-4284-BE65-D934514D84A1}" dt="2026-01-30T14:26:15.940" v="1238" actId="47"/>
        <pc:sldMkLst>
          <pc:docMk/>
          <pc:sldMk cId="2941953408" sldId="388"/>
        </pc:sldMkLst>
      </pc:sldChg>
      <pc:sldChg chg="add del">
        <pc:chgData name="Olivier Bergeron" userId="25eb1b54-485f-4e43-901d-d18d08f0214c" providerId="ADAL" clId="{1C8F5D2F-0B18-4284-BE65-D934514D84A1}" dt="2026-01-30T14:26:15.940" v="1238" actId="47"/>
        <pc:sldMkLst>
          <pc:docMk/>
          <pc:sldMk cId="1324716784" sldId="389"/>
        </pc:sldMkLst>
      </pc:sldChg>
      <pc:sldChg chg="add del">
        <pc:chgData name="Olivier Bergeron" userId="25eb1b54-485f-4e43-901d-d18d08f0214c" providerId="ADAL" clId="{1C8F5D2F-0B18-4284-BE65-D934514D84A1}" dt="2026-01-30T14:26:15.940" v="1238" actId="47"/>
        <pc:sldMkLst>
          <pc:docMk/>
          <pc:sldMk cId="1722468117" sldId="390"/>
        </pc:sldMkLst>
      </pc:sldChg>
      <pc:sldChg chg="add del">
        <pc:chgData name="Olivier Bergeron" userId="25eb1b54-485f-4e43-901d-d18d08f0214c" providerId="ADAL" clId="{1C8F5D2F-0B18-4284-BE65-D934514D84A1}" dt="2026-01-30T14:26:15.940" v="1238" actId="47"/>
        <pc:sldMkLst>
          <pc:docMk/>
          <pc:sldMk cId="4213841279" sldId="391"/>
        </pc:sldMkLst>
      </pc:sldChg>
      <pc:sldChg chg="add del">
        <pc:chgData name="Olivier Bergeron" userId="25eb1b54-485f-4e43-901d-d18d08f0214c" providerId="ADAL" clId="{1C8F5D2F-0B18-4284-BE65-D934514D84A1}" dt="2026-01-30T14:26:15.940" v="1238" actId="47"/>
        <pc:sldMkLst>
          <pc:docMk/>
          <pc:sldMk cId="234850771" sldId="392"/>
        </pc:sldMkLst>
      </pc:sldChg>
      <pc:sldChg chg="add del">
        <pc:chgData name="Olivier Bergeron" userId="25eb1b54-485f-4e43-901d-d18d08f0214c" providerId="ADAL" clId="{1C8F5D2F-0B18-4284-BE65-D934514D84A1}" dt="2026-01-30T14:26:15.940" v="1238" actId="47"/>
        <pc:sldMkLst>
          <pc:docMk/>
          <pc:sldMk cId="2935428" sldId="393"/>
        </pc:sldMkLst>
      </pc:sldChg>
      <pc:sldChg chg="addSp delSp modSp add mod ord">
        <pc:chgData name="Olivier Bergeron" userId="25eb1b54-485f-4e43-901d-d18d08f0214c" providerId="ADAL" clId="{1C8F5D2F-0B18-4284-BE65-D934514D84A1}" dt="2026-01-30T14:03:52.952" v="110" actId="14100"/>
        <pc:sldMkLst>
          <pc:docMk/>
          <pc:sldMk cId="1133989815" sldId="394"/>
        </pc:sldMkLst>
        <pc:spChg chg="mod">
          <ac:chgData name="Olivier Bergeron" userId="25eb1b54-485f-4e43-901d-d18d08f0214c" providerId="ADAL" clId="{1C8F5D2F-0B18-4284-BE65-D934514D84A1}" dt="2026-01-30T14:01:48.965" v="53" actId="20577"/>
          <ac:spMkLst>
            <pc:docMk/>
            <pc:sldMk cId="1133989815" sldId="394"/>
            <ac:spMk id="2" creationId="{787F97F8-94D1-3A37-2398-44BDE7C58326}"/>
          </ac:spMkLst>
        </pc:spChg>
        <pc:spChg chg="del">
          <ac:chgData name="Olivier Bergeron" userId="25eb1b54-485f-4e43-901d-d18d08f0214c" providerId="ADAL" clId="{1C8F5D2F-0B18-4284-BE65-D934514D84A1}" dt="2026-01-30T14:01:53.926" v="54" actId="478"/>
          <ac:spMkLst>
            <pc:docMk/>
            <pc:sldMk cId="1133989815" sldId="394"/>
            <ac:spMk id="3" creationId="{8925F64E-27AB-23D6-686C-71D449F50F45}"/>
          </ac:spMkLst>
        </pc:spChg>
        <pc:picChg chg="add mod">
          <ac:chgData name="Olivier Bergeron" userId="25eb1b54-485f-4e43-901d-d18d08f0214c" providerId="ADAL" clId="{1C8F5D2F-0B18-4284-BE65-D934514D84A1}" dt="2026-01-30T14:03:52.952" v="110" actId="14100"/>
          <ac:picMkLst>
            <pc:docMk/>
            <pc:sldMk cId="1133989815" sldId="394"/>
            <ac:picMk id="5" creationId="{92CA7116-B30D-04F8-8BF1-3BF3166C9AC2}"/>
          </ac:picMkLst>
        </pc:picChg>
      </pc:sldChg>
      <pc:sldChg chg="modSp add mod">
        <pc:chgData name="Olivier Bergeron" userId="25eb1b54-485f-4e43-901d-d18d08f0214c" providerId="ADAL" clId="{1C8F5D2F-0B18-4284-BE65-D934514D84A1}" dt="2026-01-30T14:26:01.776" v="1237" actId="20577"/>
        <pc:sldMkLst>
          <pc:docMk/>
          <pc:sldMk cId="2776650898" sldId="395"/>
        </pc:sldMkLst>
        <pc:spChg chg="mod">
          <ac:chgData name="Olivier Bergeron" userId="25eb1b54-485f-4e43-901d-d18d08f0214c" providerId="ADAL" clId="{1C8F5D2F-0B18-4284-BE65-D934514D84A1}" dt="2026-01-30T14:26:01.776" v="1237" actId="20577"/>
          <ac:spMkLst>
            <pc:docMk/>
            <pc:sldMk cId="2776650898" sldId="395"/>
            <ac:spMk id="3" creationId="{E37D6447-2E0C-FF95-073F-1931F6AC4324}"/>
          </ac:spMkLst>
        </pc:spChg>
      </pc:sldChg>
      <pc:sldChg chg="delSp add del mod">
        <pc:chgData name="Olivier Bergeron" userId="25eb1b54-485f-4e43-901d-d18d08f0214c" providerId="ADAL" clId="{1C8F5D2F-0B18-4284-BE65-D934514D84A1}" dt="2026-01-30T14:27:06.897" v="1248" actId="47"/>
        <pc:sldMkLst>
          <pc:docMk/>
          <pc:sldMk cId="917287926" sldId="396"/>
        </pc:sldMkLst>
        <pc:picChg chg="del">
          <ac:chgData name="Olivier Bergeron" userId="25eb1b54-485f-4e43-901d-d18d08f0214c" providerId="ADAL" clId="{1C8F5D2F-0B18-4284-BE65-D934514D84A1}" dt="2026-01-30T14:26:57.787" v="1244" actId="478"/>
          <ac:picMkLst>
            <pc:docMk/>
            <pc:sldMk cId="917287926" sldId="396"/>
            <ac:picMk id="5" creationId="{8CD82A11-BFEA-9D83-A3D5-325C3B6D404D}"/>
          </ac:picMkLst>
        </pc:picChg>
      </pc:sldChg>
      <pc:sldChg chg="addSp modSp add mod ord">
        <pc:chgData name="Olivier Bergeron" userId="25eb1b54-485f-4e43-901d-d18d08f0214c" providerId="ADAL" clId="{1C8F5D2F-0B18-4284-BE65-D934514D84A1}" dt="2026-01-30T14:32:14.354" v="1473" actId="14100"/>
        <pc:sldMkLst>
          <pc:docMk/>
          <pc:sldMk cId="809375863" sldId="397"/>
        </pc:sldMkLst>
        <pc:spChg chg="mod">
          <ac:chgData name="Olivier Bergeron" userId="25eb1b54-485f-4e43-901d-d18d08f0214c" providerId="ADAL" clId="{1C8F5D2F-0B18-4284-BE65-D934514D84A1}" dt="2026-01-30T14:30:35.167" v="1465" actId="20577"/>
          <ac:spMkLst>
            <pc:docMk/>
            <pc:sldMk cId="809375863" sldId="397"/>
            <ac:spMk id="3" creationId="{9A24FF1D-6FDF-1C58-FE22-0BE16133C8B6}"/>
          </ac:spMkLst>
        </pc:spChg>
        <pc:picChg chg="add mod">
          <ac:chgData name="Olivier Bergeron" userId="25eb1b54-485f-4e43-901d-d18d08f0214c" providerId="ADAL" clId="{1C8F5D2F-0B18-4284-BE65-D934514D84A1}" dt="2026-01-30T14:28:58.486" v="1380" actId="1076"/>
          <ac:picMkLst>
            <pc:docMk/>
            <pc:sldMk cId="809375863" sldId="397"/>
            <ac:picMk id="5" creationId="{643CDDCA-DEEF-D667-9C52-654232FB5A78}"/>
          </ac:picMkLst>
        </pc:picChg>
        <pc:picChg chg="add mod">
          <ac:chgData name="Olivier Bergeron" userId="25eb1b54-485f-4e43-901d-d18d08f0214c" providerId="ADAL" clId="{1C8F5D2F-0B18-4284-BE65-D934514D84A1}" dt="2026-01-30T14:32:14.354" v="1473" actId="14100"/>
          <ac:picMkLst>
            <pc:docMk/>
            <pc:sldMk cId="809375863" sldId="397"/>
            <ac:picMk id="7" creationId="{27731863-4D7F-F6F3-D0AD-C38F1AD25284}"/>
          </ac:picMkLst>
        </pc:picChg>
      </pc:sldChg>
      <pc:sldChg chg="modSp add mod">
        <pc:chgData name="Olivier Bergeron" userId="25eb1b54-485f-4e43-901d-d18d08f0214c" providerId="ADAL" clId="{1C8F5D2F-0B18-4284-BE65-D934514D84A1}" dt="2026-01-30T14:36:10.479" v="1635" actId="20577"/>
        <pc:sldMkLst>
          <pc:docMk/>
          <pc:sldMk cId="3838121914" sldId="398"/>
        </pc:sldMkLst>
        <pc:spChg chg="mod">
          <ac:chgData name="Olivier Bergeron" userId="25eb1b54-485f-4e43-901d-d18d08f0214c" providerId="ADAL" clId="{1C8F5D2F-0B18-4284-BE65-D934514D84A1}" dt="2026-01-30T14:33:44.424" v="1486" actId="20577"/>
          <ac:spMkLst>
            <pc:docMk/>
            <pc:sldMk cId="3838121914" sldId="398"/>
            <ac:spMk id="2" creationId="{BD930D7E-76F8-3E57-854B-9B535D5A365C}"/>
          </ac:spMkLst>
        </pc:spChg>
        <pc:spChg chg="mod">
          <ac:chgData name="Olivier Bergeron" userId="25eb1b54-485f-4e43-901d-d18d08f0214c" providerId="ADAL" clId="{1C8F5D2F-0B18-4284-BE65-D934514D84A1}" dt="2026-01-30T14:36:10.479" v="1635" actId="20577"/>
          <ac:spMkLst>
            <pc:docMk/>
            <pc:sldMk cId="3838121914" sldId="398"/>
            <ac:spMk id="3" creationId="{FFC5C70E-C1AB-DC1B-E94F-768DA09C0DD2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4:09:51.0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1 463 24575,'34'3'0,"0"2"0,0 2 0,-1 1 0,1 2 0,43 21 0,-3-2 0,7 1 0,127 42 0,-172-61 0,1-2 0,-1-3 0,75 3 0,-79-10 0,111-6 0,-121 4 0,-1-1 0,0-2 0,0-1 0,34-16 0,19-11 0,-42 20 0,0-2 0,34-23 0,-53 32 0,-1 1 0,1 0 0,0 1 0,1 1 0,24-4 0,27-9 0,-25 5 0,0 2 0,42-4 0,-39 7 0,69-14 0,-90 16 0,39-3 0,21-4 0,0 0 0,-59 10 0,38-10 0,-34 5 0,44-16 0,-62 19 0,1 1 0,-1 0 0,0 1 0,1 0 0,-1 0 0,1 2 0,0-1 0,-1 2 0,1-1 0,15 5 0,-9-1 0,1 2 0,0 1 0,-1 0 0,0 2 0,16 11 0,87 51 0,-77-48 0,-1 1 0,-1 3 0,58 52 0,22 19 0,-71-60 0,-30-25 0,1-1 0,-1-1 0,1-1 0,34 11 0,-24-14 0,0-2 0,0-2 0,1-2 0,52-4 0,-4-1 0,-48 4 0,1-2 0,50-11 0,-56 8 0,0 2 0,46 2 0,11-1 0,-27-10 0,-40 7 0,0 2 0,20-2 0,-1 4 0,67-13 0,-72 7 0,-12 4 0,0-1 0,0-1 0,0-1 0,0-1 0,-1-1 0,0-1 0,18-12 0,138-123 0,-150 128 0,0 2 0,0 0 0,1 3 0,1 0 0,0 2 0,0 1 0,0 1 0,1 2 0,0 1 0,38 1 0,-48 2 0,1-1 0,25-8 0,28-2 0,299 11 0,-178 2 0,-175-2 0,0-1 0,26-7 0,29-4 0,-49 12 0,1-1 0,44-10 0,-54 8 0,0 1 0,0 1 0,1 1 0,-1 1 0,0 0 0,1 1 0,-1 0 0,0 1 0,0 1 0,25 10 0,-15-2 0,0 1 0,-1 1 0,0 2 0,-1 0 0,20 20 0,68 58 0,-82-73 0,0 0 0,1-2 0,1-2 0,0-1 0,52 16 0,-4 1 0,-59-26 0,0 0 0,0-2 0,26 2 0,11 3 0,0 0 0,0-4 0,104-7 0,-54 0 0,-84 0 0,-1 0 0,1-1 0,-1-2 0,39-14 0,75-44 0,-133 62 0,46-22 0,64-23 0,34-5 0,-4 12 0,-12 11 0,-25 5 0,-30 10 0,-52 8 0,1 1 0,23-1 0,-23 3 0,1-1 0,-1-2 0,0-1 0,0-1 0,31-15 0,-36 14 0,-8 3 0,1-1 0,-2 0 0,1-1 0,14-13 0,27-19 0,-37 31 0,0 1 0,0 1 0,1 1 0,0 0 0,-1 1 0,1 1 0,0 1 0,1 0 0,17 2 0,-12-1 0,1-2 0,23-5 0,-22 3 0,41-3 0,-39 8 0,0-1 0,-1-1 0,34-9 0,-26 4 0,1 3 0,-1 1 0,64 5 0,-27 0 0,-55-1 0,1 0 0,0 2 0,-1 0 0,1 1 0,-1 1 0,16 8 0,81 49 0,-59-35-247,2-3 0,0-3 0,72 16 0,-99-29 225,211 44-961,32 11-212,-200-43 823,0-4 1,91 7-1,146 2 372,-196-13-31,49 1-409,-147-13 474,44-1 1503,104 16 1,-87-5-861,-50-8-430,1 2 0,-1 0 0,34 13 0,-17-2-247,65 14 0,-76-26 0,-1-2 0,1-1 0,0-2 0,-1-1 0,1-3 0,35-11 0,40-6 0,39-3 0,-91 15 0,15-1 0,-35 8 0,1-2 0,-1-1 0,58-24 0,75-50 0,-86 40 0,-58 28 0,0 2 0,0 0 0,1 2 0,35-9 0,-14 7 0,-1-2 0,79-38 0,-16 5 0,-56 24 0,-38 15 0,0 2 0,1-1 0,0 2 0,-1 0 0,1 1 0,23-2 0,455 7 0,-455 0-164,44 9 1,-44-4-7,48 0 1,-68-6 286,0 1 0,26 7 1,28 3 196,88 7-314,-109-11 0,-29-4 0,1 2 0,25 11 0,13 4 0,-17-9 0,135 28 0,-55-17 0,-69-12 0,0-2 0,59-1 0,-97-7 0,0 1 0,0 0 0,15 6 0,40 5 0,220-14 0,-268-1 0,0-2 0,0-1 0,0-1 0,37-16 0,-21 7 0,158-49 0,-140 47 0,-25 9 0,-1-2 0,45-23 0,-56 24 0,-1 2 0,20-6 0,17-6 0,341-145 0,-354 148 0,-9 5 0,49-27 0,-72 33 0,0 0 0,1 1 0,-1 1 0,1 0 0,0 1 0,19-1 0,71 5 0,-38 1 0,579-3 0,-621 3 0,-1 0 0,1 1 0,-1 2 0,0 0 0,-1 2 0,26 14 0,16 5 0,120 56 0,-170-78 0,-1-1 0,1-1 0,0 0 0,0-1 0,12 1 0,39 10 0,174 56 0,-210-62 0,18 3 0,-18-4 0,48 18 0,-17-3 0,-34-14 0,36 19 0,-49-22 0,-1 0 0,1 0 0,0-1 0,0-1 0,1 0 0,14 1 0,67-6 0,-35 1 0,-26-1 0,0-2 0,0-1 0,56-21 0,2 0 0,-42 12 0,-33 10 0,0 0 0,1 1 0,21-2 0,-18 4 0,0-2 0,1 0 0,25-11 0,-28 8 0,1 1 0,1 2 0,-1 0 0,21-1 0,-7 1 0,0-1 0,0-2 0,57-22 0,3 0 0,-50 15 0,58-28 0,-18 5 0,-64 30 0,1 0 0,0 1 0,0 1 0,0 1 0,0 1 0,0 1 0,0 1 0,1 1 0,-1 1 0,35 7 0,100 51 0,-36-11 0,-34-22 0,53 20 0,-116-39 0,-1-1 0,37 5 0,24 8 0,111 36 0,-155-45 0,5-3 0,-1-2 0,1-3 0,61-5 0,-15 1 0,-74 2 0,10 1 0,0-1 0,-1-1 0,1-2 0,0-1 0,-1 0 0,36-15 0,-21 5 0,63-14 0,-21 7 0,-54 15 0,1 2 0,-1 2 0,1 0 0,36 5 0,-7-1 0,-37-1 0,0 2 0,-1 1 0,1 0 0,-1 2 0,31 14 0,-28-10 0,0-2 0,0-1 0,32 6 0,14-1 0,-42-6 0,1-2 0,26 1 0,-18-3 0,38 8 0,-38-4 0,38 1 0,-41-5 0,49 11 0,-23-2 0,-1 0 0,-34-6 0,0-1 0,27 0 0,8-2 0,96-5 0,-103-12-1365,-35 11-5461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5FFC8-D122-46F0-98B9-35D09C51C3C4}" type="datetimeFigureOut">
              <a:rPr lang="en-CA" smtClean="0"/>
              <a:t>2026-01-30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F4B2D1-2D8B-48AB-9FFA-BB9831E80B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928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2BF142D-6F89-7620-A458-B6B209732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7FBEAADB-EEA1-D1F8-FF63-3C3EEBBC5E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37947BA-A235-028C-66C5-47187A4BCF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36929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0DDE2FB-8D6C-E137-CA38-D1B10F87B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7B6F043E-20CC-F1A6-E424-FEB79B1714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FB2CA66-6158-864D-07DA-801F46D527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94116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ECF9E72-D2AA-3539-E54E-A132ABE80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AB2AF231-B77B-09BD-D7F6-A44D7669FC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6DA327FE-1F4A-4D61-77BA-325DD6F953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03862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0A58E03E-0FD1-1727-EB6F-3117BFEB7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DF3D6313-5D49-DF1C-75CA-C0735B1EC8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C592C80-B8A8-76F4-8528-380BB0BCE6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19047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3F3E7E7-EC45-0DC8-0221-74FD51D85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DCA1FFC6-AB8C-E728-7AE0-124E45C9A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EE8FED7-0ECE-D581-85B1-84F2C3E8D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50797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E873958D-1F85-2B8E-D4F2-24AA2005B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DFBD2D23-07DE-081E-434C-52118495DA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A4B996F-C1C3-5A74-C801-B5BC39A87E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465487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E793FE95-5DC0-BA1F-B056-8F40A3E78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2E42D032-FE56-AFCD-820D-672CE437B8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04FBF6-53E5-EA63-DD39-14D8317AA4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40501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0DAA4871-0068-CDBD-91EA-0E5ABCF5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7EB68BDF-621E-D8EC-8604-0733A4CB85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E2F391C-8231-0C73-B32C-574AE454D9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23960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9146-6582-5C33-8BC9-A5CBB6189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E53EF-9130-3BF5-6474-05A027267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1816D-F85A-FD32-CFFC-0DDF78AA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B51BE-01F5-C633-0CD2-6BEF25EB6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4BA87-886B-81D8-468F-1BE6653A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778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8DC62-0D8F-92FE-9673-360037E30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93B02-405C-F5CD-AF53-5917A5EEC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29A2A-FB0F-54AF-D482-875C35FBC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73925-81D4-D2FE-4ACB-DCF10E71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16561-FECB-43E3-B9E9-D029ECF11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7303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BBE0-D503-B72B-17F6-6E8CBFBF0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467A5-0F51-B742-6E0A-C93F4297E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BBAF2-F39A-F3A7-F88C-B2064708C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12887-98D1-08D2-5ED7-9A23E4944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71AA6-EFEE-2F34-FB24-631C36712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1180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E3DD-49F9-48A1-72E6-3EAD5D26C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1C026-F649-B229-46B0-FC63F89C1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E675E-0EA1-47EE-19F8-28DB412BA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FE955-460F-31B7-791C-FE1E2B49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A7F41-E0FF-34B7-0FF3-4EE90550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804BE-6AAF-02E8-816E-E117C513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3288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C58-F44F-F3CF-212A-54EA2199E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0ADB2-00DF-8BCD-879A-EC8F9CD42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4D597-3066-48D8-89FD-31BE0A4F9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EE0E59-34E3-7766-CE55-B8F401B24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83DC86-2858-16AD-388A-17E41DC077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DDF264-3D71-997D-741F-3CDC2DBC8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2026-01-30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6F1183-3F56-7135-2461-52D37A7D3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AAD777-0C32-476C-3FF3-E9B1F739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806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FAF0-6041-15B5-AF1A-99247C51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54F25B-0804-9ACA-C9AB-E23ADCEA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2026-01-30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15E15-FD8F-6D3E-E84D-0D7E98F6C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2A7F8-0032-DF0F-0D7B-35A542D00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1480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A71945-41FC-26D8-7366-06EC92A71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2026-01-30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BFD87-89EA-28C4-315A-7EDC88667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ACBBD-DF8F-C090-A1D1-F484B5153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42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C357-D5EC-8FD4-0BAA-2EE1FAEA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6A4D8-E1AC-2106-F221-28AADCD2A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B7461-8D44-FA59-7AD1-37EAD1B2D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77B39-A07C-C50E-761C-0E47EA38A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93881-1C02-AC1E-0B7D-BF5A5845E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170B8-CA5A-126C-947B-3AC69D78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745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648B-78C8-0CB6-7DBD-380BDAAB1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4AB08-3104-5356-23E7-272E95B34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FAA32-B646-065E-C0E6-AEFA9D261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0BA1B-C0B7-948B-C8F9-EE8259CE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1E513-CA0A-5CEC-5563-167FB9AE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56206-140D-DEE2-BE4B-5AED4194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2409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71FE6-C35F-B190-E474-F0EF2B46E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72BC4-B9AB-46E7-9BFF-9B960007E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16619-094A-09F3-F319-974610409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270BC-D21F-038B-B964-61A685EC7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AAE75-259C-E2A0-1D3D-492CC6B86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5981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E5E6A-062A-29D4-C6F0-DD4278AD81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47E4F2-5EA9-E27C-F06C-A193CCB89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EE69F-AF62-3AF4-8A4F-21C6AED94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2026-01-30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D3FFD-EDF6-941F-F191-535B70D2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3E7B6-F111-A562-2990-040471B05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7328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037FB-7632-DFAA-9C65-1982E5912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7577-F106-695C-5612-6D55B074A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95688-1F51-46F6-2FDF-6A97B0999F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7FEF7-F4CB-47C3-A078-A6DFF96AA897}" type="datetimeFigureOut">
              <a:rPr lang="en-CA" smtClean="0"/>
              <a:t>2026-01-30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75ABB-140C-6C34-F227-C1C1E2917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E52AF-6636-9F9B-11F0-BAB379027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3365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"/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89" name="Google Shape;89;p1"/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1"/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>
            <a:spLocks noGrp="1"/>
          </p:cNvSpPr>
          <p:nvPr>
            <p:ph type="title"/>
          </p:nvPr>
        </p:nvSpPr>
        <p:spPr>
          <a:xfrm>
            <a:off x="1949813" y="2444606"/>
            <a:ext cx="7857000" cy="92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ctr" anchorCtr="0">
            <a:spAutoFit/>
          </a:bodyPr>
          <a:lstStyle/>
          <a:p>
            <a:pPr algn="ctr">
              <a:buClr>
                <a:srgbClr val="000000"/>
              </a:buClr>
              <a:buSzPts val="1800"/>
              <a:buFont typeface="Arial"/>
            </a:pPr>
            <a:r>
              <a:rPr lang="en-US" sz="6600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Updates</a:t>
            </a: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488" y="5861303"/>
            <a:ext cx="2351532" cy="970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91255" y="4661915"/>
            <a:ext cx="48387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4E2995-9FD1-2510-FEE6-7E6C9ACF4A27}"/>
              </a:ext>
            </a:extLst>
          </p:cNvPr>
          <p:cNvSpPr txBox="1"/>
          <p:nvPr/>
        </p:nvSpPr>
        <p:spPr>
          <a:xfrm>
            <a:off x="4041058" y="3590544"/>
            <a:ext cx="3578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Olivier Bergeron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B67D2599-353F-7D70-6CA6-CD43DC067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EC3DE077-31A4-B996-57C5-97AE55E9DD38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1694371B-441E-B248-8A5F-BA8F6F2A88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01F6A6D1-260B-1D2B-E0F0-A46A4AF7C1A1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5BDAC409-A4B9-9C6C-5771-148156DF0389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9B3582-E79A-E70F-D4E8-C59147BE9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Electrode Impedance Test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638ED5-0E07-20CB-8931-95FCFD75DB1E}"/>
              </a:ext>
            </a:extLst>
          </p:cNvPr>
          <p:cNvCxnSpPr>
            <a:cxnSpLocks/>
          </p:cNvCxnSpPr>
          <p:nvPr/>
        </p:nvCxnSpPr>
        <p:spPr>
          <a:xfrm>
            <a:off x="1728216" y="2569464"/>
            <a:ext cx="769924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470F423-11D5-98A2-73B8-5160354C2027}"/>
              </a:ext>
            </a:extLst>
          </p:cNvPr>
          <p:cNvCxnSpPr>
            <a:cxnSpLocks/>
          </p:cNvCxnSpPr>
          <p:nvPr/>
        </p:nvCxnSpPr>
        <p:spPr>
          <a:xfrm>
            <a:off x="1728216" y="4212336"/>
            <a:ext cx="769924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550BF25-D550-45EA-586D-71A87BD24B61}"/>
                  </a:ext>
                </a:extLst>
              </p14:cNvPr>
              <p14:cNvContentPartPr/>
              <p14:nvPr/>
            </p14:nvContentPartPr>
            <p14:xfrm>
              <a:off x="1362453" y="2055096"/>
              <a:ext cx="8400288" cy="297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550BF25-D550-45EA-586D-71A87BD24B6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6333" y="2048976"/>
                <a:ext cx="8412528" cy="30996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CE2B66A-3012-BDEA-2F0A-8F79A3B2CB48}"/>
              </a:ext>
            </a:extLst>
          </p:cNvPr>
          <p:cNvSpPr txBox="1"/>
          <p:nvPr/>
        </p:nvSpPr>
        <p:spPr>
          <a:xfrm>
            <a:off x="9875521" y="2569464"/>
            <a:ext cx="1908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Electrode under test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C6E38A-018A-E4BB-F630-F297473E9BEE}"/>
              </a:ext>
            </a:extLst>
          </p:cNvPr>
          <p:cNvSpPr txBox="1"/>
          <p:nvPr/>
        </p:nvSpPr>
        <p:spPr>
          <a:xfrm>
            <a:off x="9764270" y="4384286"/>
            <a:ext cx="1908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Counter electrode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015F0D4-6306-3AFA-FD59-44495E5DB9A1}"/>
              </a:ext>
            </a:extLst>
          </p:cNvPr>
          <p:cNvCxnSpPr/>
          <p:nvPr/>
        </p:nvCxnSpPr>
        <p:spPr>
          <a:xfrm>
            <a:off x="1362456" y="1690688"/>
            <a:ext cx="0" cy="3228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7819A45-0CB8-5A71-7CD6-11A0A54A2EE8}"/>
              </a:ext>
            </a:extLst>
          </p:cNvPr>
          <p:cNvCxnSpPr>
            <a:cxnSpLocks/>
          </p:cNvCxnSpPr>
          <p:nvPr/>
        </p:nvCxnSpPr>
        <p:spPr>
          <a:xfrm flipH="1">
            <a:off x="1362456" y="4919472"/>
            <a:ext cx="84002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451B3C8-08DC-3B00-7F02-C48F109BED77}"/>
              </a:ext>
            </a:extLst>
          </p:cNvPr>
          <p:cNvCxnSpPr/>
          <p:nvPr/>
        </p:nvCxnSpPr>
        <p:spPr>
          <a:xfrm>
            <a:off x="9762744" y="1690688"/>
            <a:ext cx="0" cy="32287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82C509F-1845-C2D1-9279-49D33253718E}"/>
              </a:ext>
            </a:extLst>
          </p:cNvPr>
          <p:cNvSpPr txBox="1"/>
          <p:nvPr/>
        </p:nvSpPr>
        <p:spPr>
          <a:xfrm>
            <a:off x="4364733" y="3164338"/>
            <a:ext cx="2395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Saline solution 0.9%</a:t>
            </a:r>
          </a:p>
        </p:txBody>
      </p:sp>
    </p:spTree>
    <p:extLst>
      <p:ext uri="{BB962C8B-B14F-4D97-AF65-F5344CB8AC3E}">
        <p14:creationId xmlns:p14="http://schemas.microsoft.com/office/powerpoint/2010/main" val="2860029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A73F6FF7-2B85-C510-AD14-B12F9A35C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3B4D3BFA-56B0-3D2E-1BC0-33A27B5273FB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AA5A4533-17EE-DC59-7354-FB31D0AF5D73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9AB7D89B-94E9-1A9F-C459-C331F66FD8A6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071D5E9-7F7C-D41E-62BC-F474884E829E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85A2EFF1-B97F-20B3-ADEC-E0F43CD44F9E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DC4C9871-0CC0-62C9-35A2-B581F13DC209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49E3E6B4-9C4F-80A8-305B-45B933B1BA32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DBB5CCD7-424C-E496-BC5F-7AF6EBA7D279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FEC619B9-1E29-05CD-19EF-73762DF01BEE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08DE782B-492B-005B-CD24-D135B272149A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DECD0877-A1AA-E34A-9BD7-7EF55587F574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E6B36675-DAD9-BC00-931F-88942AA67A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865C71D1-6309-C0FA-B58E-D795AB4D5536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8203E78A-2303-D3EE-AE38-0CEBA8F0E783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C2A053-40D5-2C38-F133-8050A1A20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Electrode Impedance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3BD4A-64F9-93FA-161B-373386674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Why this setup</a:t>
            </a:r>
          </a:p>
          <a:p>
            <a:pPr lvl="1"/>
            <a:r>
              <a:rPr lang="en-CA" dirty="0"/>
              <a:t>2 electrodes get closed electrochemical circuit</a:t>
            </a:r>
          </a:p>
          <a:p>
            <a:pPr lvl="1"/>
            <a:r>
              <a:rPr lang="en-CA" dirty="0"/>
              <a:t>Electrode impedance is defined by ionic transfer at electrode-electrolyte interface -</a:t>
            </a:r>
            <a:r>
              <a:rPr lang="en-US" dirty="0"/>
              <a:t>&gt; reason for ionic solution</a:t>
            </a:r>
          </a:p>
          <a:p>
            <a:pPr lvl="1"/>
            <a:r>
              <a:rPr lang="en-US" dirty="0"/>
              <a:t>Why saline? Physiologically relevant</a:t>
            </a:r>
            <a:endParaRPr lang="en-CA" dirty="0"/>
          </a:p>
          <a:p>
            <a:r>
              <a:rPr lang="en-CA" dirty="0"/>
              <a:t>Keep environment the same from one electrode under test from another.</a:t>
            </a:r>
          </a:p>
          <a:p>
            <a:pPr lvl="1"/>
            <a:r>
              <a:rPr lang="en-CA" dirty="0"/>
              <a:t>Same distance between electrode under test and counter electrode</a:t>
            </a:r>
          </a:p>
          <a:p>
            <a:pPr lvl="1"/>
            <a:r>
              <a:rPr lang="en-CA" dirty="0"/>
              <a:t>Use same ionic solution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86843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AD052C74-14E8-DCEE-123B-62DE2FC3D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56D1D144-6820-92B9-3308-F9C52F3DE867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E550FA3D-6F05-38F1-6D57-499B40617B4E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03BBBB70-069A-200B-6E9F-CDDA7C962FB4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AA9F16A-10DD-D99B-614B-4B4ECDCF5C43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FBE5BC27-372A-67A2-F645-25A3CBB69263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CA9867E3-CAFD-EF73-4F79-94B68AA98E44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97628F00-B151-27BA-0742-2A6E324C025A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A73D55B8-797E-BC43-D9ED-1DFCC3BC7598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FEEBF47A-C7C0-74EF-9544-66AA314134D8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C8B6192D-437B-8163-95A5-DD604CE90AFA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E712151E-0129-3A21-0D5E-5BC709AB1209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2E139ADB-E85B-91E3-BC05-3DD6DCF5E02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431838DF-E860-C34C-FB72-66DBB8037105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976157C6-029F-2A8F-5A29-6CFE778B9425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7F97F8-94D1-3A37-2398-44BDE7C58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Ricardo’s and Ankur electrodes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A7116-B30D-04F8-8BF1-3BF3166C9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5" y="2387080"/>
            <a:ext cx="11893295" cy="343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989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833283C-9BB7-B769-0AE2-D79D8D0D3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6F8ED52C-B527-4A81-8813-907921D4B438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5F6579BF-BE31-483E-CD55-769461E641C5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B785548A-02EC-9B63-7A0E-D541829C50E4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5D4D78C2-49F4-4CFD-F7C3-685D94AC8566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C3ED6FFF-A1E1-A6AB-5776-E245D6A139FD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13DE6B48-23FC-2D3F-F6A1-8828B8038410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43BE3732-1426-E69B-4D7A-BD320E2DB0A0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E4322550-20F9-980C-64F8-8705576C943F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B8AB12D7-3BF7-14D3-C8C4-E82BD1CF4465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2EA6D94B-816E-512F-E001-899FC0F96C5E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5CB20547-0091-73CD-F324-38D36D9C74B8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F1DEA9B4-8494-FBC5-7DC7-DC36112037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8A8FC277-6E6E-6592-6E2A-BF20C8A0CC42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69D8A4EF-7814-2BF6-C2DF-C3A8AD4A7402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61A969-4D05-0888-F181-AC40910BB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Electrode Impedance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4FF1D-6FDF-1C58-FE22-0BE16133C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Issues with the patch</a:t>
            </a:r>
          </a:p>
          <a:p>
            <a:pPr lvl="1"/>
            <a:r>
              <a:rPr lang="en-CA" dirty="0"/>
              <a:t>Traces same material as the electrode: big impedance difference between one electrode to another</a:t>
            </a:r>
          </a:p>
          <a:p>
            <a:pPr lvl="2"/>
            <a:r>
              <a:rPr lang="en-CA" dirty="0"/>
              <a:t>40 mm longer traces between L1 – L2</a:t>
            </a:r>
          </a:p>
          <a:p>
            <a:pPr lvl="1"/>
            <a:r>
              <a:rPr lang="en-CA" dirty="0"/>
              <a:t>Cracks in the ink</a:t>
            </a:r>
          </a:p>
          <a:p>
            <a:pPr lvl="1"/>
            <a:r>
              <a:rPr lang="en-CA" dirty="0"/>
              <a:t>Connection issues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3CDDCA-DEEF-D667-9C52-654232FB5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976" y="2904394"/>
            <a:ext cx="4689764" cy="37638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731863-4D7F-F6F3-D0AD-C38F1AD252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155" y="4096512"/>
            <a:ext cx="3466307" cy="26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375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84EBC29-F1A1-6D9A-BDC8-9DF0A0FD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7A64D879-B2AF-9147-23AB-5433FC3F900A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D4B6F0F9-8D43-4DE1-A037-0A3F3B635C90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5213BD9-D4FB-059D-D239-0E319F979DF9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8520272-CA75-0957-6445-EDC4F4271657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2F09B547-5EA3-6ED0-15E2-64755C737E6C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F44B9D86-B246-DBCD-1FEB-C4CAE4165979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7241DDC3-66D9-EDC2-E90B-CD4951FAC091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64AD78F7-BFFD-6AF9-C1BD-179D1D479721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05A5A468-664B-5915-C631-A7111F730417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4859E4A0-968B-782C-2930-4151EE32EC9E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3E2DC6D7-8BF3-FB45-0B29-7AA4FB6BE7C8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DB4FBA11-B6BA-3F1F-EB7F-B0D8D03758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FE073AD9-35A3-37FE-BDAE-6CA3E8CDFDE6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68E7DB96-EC1D-D556-918F-E271A92449EE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048F7F-64D3-735E-583A-101D87082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Connection issues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2D015F-8CEC-5F11-56AC-9EDF45A5DE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792" y="1690688"/>
            <a:ext cx="8736583" cy="491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278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13B1518-5694-E1CA-42FB-2F9579E30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2798A310-160E-C1D4-8715-868925237C46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0BE6C791-B86E-2621-68E6-08C2C8489AC9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3E70CA8C-C1CB-5455-09E4-8CB5B59ABADB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7C669D6-137B-905B-5272-21DD51AB0D88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37E869CE-BEA5-919C-36B6-036E52789DEA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A1295BDC-4CFA-1C5C-F0FB-75911CA12FB0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24C8FE26-A1DE-105D-19A8-51AC133A2C77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190E7AFA-0146-0997-CC24-D199A76AC53B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C04F856D-2550-EBE5-7B10-5E568CFDF51C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DCD28F2A-0BFA-90ED-7D32-6C59D73D3165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8E45985F-55A1-79F1-BED3-5DCDD9603A8F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122A1697-5802-B4FD-FFAA-A5D5E8BD44D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F588D1CC-8D73-E3DE-D2EF-F25095CF13E0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2C7758A5-CCC1-A2D3-09B3-311431A20A96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04832-385E-F8C1-7864-3B0432D87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Intan read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13071-5AC3-BE30-AB72-AA22B4974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Goal: Quick setup for reading EMG signals</a:t>
            </a:r>
          </a:p>
          <a:p>
            <a:endParaRPr lang="en-CA" dirty="0"/>
          </a:p>
          <a:p>
            <a:r>
              <a:rPr lang="en-CA" dirty="0"/>
              <a:t>What: RP2040</a:t>
            </a:r>
          </a:p>
          <a:p>
            <a:pPr lvl="1"/>
            <a:r>
              <a:rPr lang="en-CA" dirty="0"/>
              <a:t>Dual core MCU</a:t>
            </a:r>
          </a:p>
          <a:p>
            <a:pPr lvl="2"/>
            <a:r>
              <a:rPr lang="en-CA" dirty="0"/>
              <a:t>Core 1: SPI acquisition</a:t>
            </a:r>
          </a:p>
          <a:p>
            <a:pPr lvl="2"/>
            <a:r>
              <a:rPr lang="en-CA" dirty="0"/>
              <a:t>Core 2: USB streaming to PC</a:t>
            </a:r>
          </a:p>
          <a:p>
            <a:endParaRPr lang="en-CA" dirty="0"/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57076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082CF8A8-1820-55C4-4CAB-FCF7F39A1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BE444471-FE36-6B25-C9A8-BEAB05397091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062D0A7E-F171-A63F-9A02-F802A0527E8D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BDBCAF6-8085-B474-7669-90E57E8BFD52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A45F6D0-DB9D-F40B-B407-687113545C96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AB97378C-E526-1B1C-4ADD-7CED5BFE3E05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85034FA8-AFBF-E16A-7928-E2E63D92074A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9BF2AE1E-E226-0D0B-A1C8-08907F8688FD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BD4C87D5-6B6B-3992-D47A-391D28BB8B12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BF19ED20-63DB-B057-2377-D1AF412163F5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4446A780-F6B2-D25A-4759-D926A9F1156C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8B27B8D9-618F-7AF1-7597-B3DA0F393802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85CE501F-B1A0-98C4-7060-6E33678FC39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6325B0E1-85A7-03E6-A283-EEE027B37BC2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86CFC168-BEBE-E85F-C940-526A8E3D08A2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EC4D0B-0E3F-1F39-F83C-A4B0FA783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Intan read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D6447-2E0C-FF95-073F-1931F6AC4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What has been done</a:t>
            </a:r>
          </a:p>
          <a:p>
            <a:pPr lvl="1"/>
            <a:r>
              <a:rPr lang="en-CA" dirty="0"/>
              <a:t>USB streaming works with dummy data</a:t>
            </a:r>
          </a:p>
          <a:p>
            <a:pPr lvl="1"/>
            <a:endParaRPr lang="en-CA" dirty="0"/>
          </a:p>
          <a:p>
            <a:r>
              <a:rPr lang="en-CA" dirty="0"/>
              <a:t>What to do next</a:t>
            </a:r>
          </a:p>
          <a:p>
            <a:pPr lvl="1"/>
            <a:r>
              <a:rPr lang="en-CA" dirty="0"/>
              <a:t>SPI data collection</a:t>
            </a:r>
          </a:p>
          <a:p>
            <a:pPr lvl="1"/>
            <a:r>
              <a:rPr lang="en-CA" dirty="0"/>
              <a:t>Saving data into PC</a:t>
            </a:r>
          </a:p>
          <a:p>
            <a:endParaRPr lang="en-CA" dirty="0"/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76650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72EF931-6300-B8E2-18D5-A418A7F2E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A8576B39-16CB-F415-DA3A-45753CBF30E7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0A0F3D0E-53F9-9746-883B-757DD10E9CF4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926142A4-7894-B0DB-1CB3-99A4C7547314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07BD329-1EEF-2B74-C5C3-A9CF9596C0E8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5F3D6C5E-C3E9-C99E-75DD-2536F966671E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719BBE60-AA1D-C1A6-B160-F4F99DD986D5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EA25D562-95DE-54B3-F0B1-7893F68C9565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C809F6BD-59BF-C0A1-DBB7-DD1CC6BEB7CF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0DD2020C-2A77-90B2-0721-8C465E2093BE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6F64215E-B6D2-2661-166E-7C814AB0892E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F40B9946-434B-5244-1216-42BA1D56250C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B2732E26-8ED8-A049-978A-C8573F7B444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396F029D-FAC8-E4DE-768E-316D68B013BC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C756A7D2-4582-C71D-47ED-FB7A8A46CE10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30D7E-76F8-3E57-854B-9B535D5A3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C70E-C1AB-DC1B-E94F-768DA09C0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Prepare the impedance test setup</a:t>
            </a:r>
          </a:p>
          <a:p>
            <a:r>
              <a:rPr lang="en-CA" dirty="0"/>
              <a:t>Continue EMG reading setup</a:t>
            </a:r>
          </a:p>
          <a:p>
            <a:r>
              <a:rPr lang="en-CA" dirty="0"/>
              <a:t>Prepare post-processing algorithms (BSS, 2CFastICA, etc.)</a:t>
            </a:r>
          </a:p>
          <a:p>
            <a:endParaRPr lang="en-CA" dirty="0"/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38121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7E94E571C96249947AF13F777C3916" ma:contentTypeVersion="11" ma:contentTypeDescription="Create a new document." ma:contentTypeScope="" ma:versionID="32f3e3dbf5c00dd14358b190e05f6610">
  <xsd:schema xmlns:xsd="http://www.w3.org/2001/XMLSchema" xmlns:xs="http://www.w3.org/2001/XMLSchema" xmlns:p="http://schemas.microsoft.com/office/2006/metadata/properties" xmlns:ns2="3606489e-11c3-4fd4-8b0d-38c84dce880a" xmlns:ns3="bea3b32f-3821-4413-abbe-b6b43d475949" targetNamespace="http://schemas.microsoft.com/office/2006/metadata/properties" ma:root="true" ma:fieldsID="ed37537aec0b87aed9704591e269c2a2" ns2:_="" ns3:_="">
    <xsd:import namespace="3606489e-11c3-4fd4-8b0d-38c84dce880a"/>
    <xsd:import namespace="bea3b32f-3821-4413-abbe-b6b43d4759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06489e-11c3-4fd4-8b0d-38c84dce88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eaa8290-3616-4126-84aa-16f277ca9c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a3b32f-3821-4413-abbe-b6b43d47594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9fd0a47-6781-48cf-8e1a-f9c3cc5d7710}" ma:internalName="TaxCatchAll" ma:showField="CatchAllData" ma:web="bea3b32f-3821-4413-abbe-b6b43d4759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47D68A9-96C5-48E1-B021-F48510BDE7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CE2D6E-7FC2-495B-9135-41F149EBD8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06489e-11c3-4fd4-8b0d-38c84dce880a"/>
    <ds:schemaRef ds:uri="bea3b32f-3821-4413-abbe-b6b43d4759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189</Words>
  <Application>Microsoft Office PowerPoint</Application>
  <PresentationFormat>Widescreen</PresentationFormat>
  <Paragraphs>40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Updates</vt:lpstr>
      <vt:lpstr>Electrode Impedance Test</vt:lpstr>
      <vt:lpstr>Electrode Impedance Test</vt:lpstr>
      <vt:lpstr>Ricardo’s and Ankur electrodes</vt:lpstr>
      <vt:lpstr>Electrode Impedance Test</vt:lpstr>
      <vt:lpstr>Connection issues</vt:lpstr>
      <vt:lpstr>Intan read setup</vt:lpstr>
      <vt:lpstr>Intan read setup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Avancements VR</dc:title>
  <dc:creator>Thomas Labbé</dc:creator>
  <cp:lastModifiedBy>Olivier Bergeron</cp:lastModifiedBy>
  <cp:revision>18</cp:revision>
  <dcterms:created xsi:type="dcterms:W3CDTF">2024-02-22T13:11:49Z</dcterms:created>
  <dcterms:modified xsi:type="dcterms:W3CDTF">2026-01-30T14:36:13Z</dcterms:modified>
</cp:coreProperties>
</file>