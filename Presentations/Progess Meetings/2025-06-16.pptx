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9"/>
  </p:notesMasterIdLst>
  <p:sldIdLst>
    <p:sldId id="302" r:id="rId4"/>
    <p:sldId id="390" r:id="rId5"/>
    <p:sldId id="391" r:id="rId6"/>
    <p:sldId id="393" r:id="rId7"/>
    <p:sldId id="392" r:id="rId8"/>
    <p:sldId id="386" r:id="rId9"/>
    <p:sldId id="383" r:id="rId10"/>
    <p:sldId id="384" r:id="rId11"/>
    <p:sldId id="394" r:id="rId12"/>
    <p:sldId id="387" r:id="rId13"/>
    <p:sldId id="389" r:id="rId14"/>
    <p:sldId id="388" r:id="rId15"/>
    <p:sldId id="395" r:id="rId16"/>
    <p:sldId id="396" r:id="rId17"/>
    <p:sldId id="3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FF00"/>
    <a:srgbClr val="065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79D836-F590-40CE-B23C-FDED8D41AE6C}" v="25" dt="2025-06-16T18:13:42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7D79D836-F590-40CE-B23C-FDED8D41AE6C}"/>
    <pc:docChg chg="undo custSel addSld delSld modSld sldOrd">
      <pc:chgData name="Olivier Bergeron" userId="25eb1b54-485f-4e43-901d-d18d08f0214c" providerId="ADAL" clId="{7D79D836-F590-40CE-B23C-FDED8D41AE6C}" dt="2025-06-16T18:13:58.855" v="1869" actId="478"/>
      <pc:docMkLst>
        <pc:docMk/>
      </pc:docMkLst>
      <pc:sldChg chg="modSp mod">
        <pc:chgData name="Olivier Bergeron" userId="25eb1b54-485f-4e43-901d-d18d08f0214c" providerId="ADAL" clId="{7D79D836-F590-40CE-B23C-FDED8D41AE6C}" dt="2025-06-16T17:08:44.506" v="1844" actId="20577"/>
        <pc:sldMkLst>
          <pc:docMk/>
          <pc:sldMk cId="0" sldId="302"/>
        </pc:sldMkLst>
        <pc:spChg chg="mod">
          <ac:chgData name="Olivier Bergeron" userId="25eb1b54-485f-4e43-901d-d18d08f0214c" providerId="ADAL" clId="{7D79D836-F590-40CE-B23C-FDED8D41AE6C}" dt="2025-06-16T15:20:50.232" v="14" actId="20577"/>
          <ac:spMkLst>
            <pc:docMk/>
            <pc:sldMk cId="0" sldId="302"/>
            <ac:spMk id="2" creationId="{CE4E2995-9FD1-2510-FEE6-7E6C9ACF4A27}"/>
          </ac:spMkLst>
        </pc:spChg>
        <pc:spChg chg="mod">
          <ac:chgData name="Olivier Bergeron" userId="25eb1b54-485f-4e43-901d-d18d08f0214c" providerId="ADAL" clId="{7D79D836-F590-40CE-B23C-FDED8D41AE6C}" dt="2025-06-16T17:08:44.506" v="1844" actId="20577"/>
          <ac:spMkLst>
            <pc:docMk/>
            <pc:sldMk cId="0" sldId="302"/>
            <ac:spMk id="99" creationId="{00000000-0000-0000-0000-000000000000}"/>
          </ac:spMkLst>
        </pc:spChg>
      </pc:sldChg>
      <pc:sldChg chg="addSp delSp modSp mod">
        <pc:chgData name="Olivier Bergeron" userId="25eb1b54-485f-4e43-901d-d18d08f0214c" providerId="ADAL" clId="{7D79D836-F590-40CE-B23C-FDED8D41AE6C}" dt="2025-06-16T15:38:20.227" v="310" actId="1076"/>
        <pc:sldMkLst>
          <pc:docMk/>
          <pc:sldMk cId="1414278494" sldId="383"/>
        </pc:sldMkLst>
        <pc:spChg chg="add del mod">
          <ac:chgData name="Olivier Bergeron" userId="25eb1b54-485f-4e43-901d-d18d08f0214c" providerId="ADAL" clId="{7D79D836-F590-40CE-B23C-FDED8D41AE6C}" dt="2025-06-16T15:29:31.011" v="30" actId="478"/>
          <ac:spMkLst>
            <pc:docMk/>
            <pc:sldMk cId="1414278494" sldId="383"/>
            <ac:spMk id="2" creationId="{18048F7F-64D3-735E-583A-101D87082AD9}"/>
          </ac:spMkLst>
        </pc:spChg>
        <pc:spChg chg="add del mod">
          <ac:chgData name="Olivier Bergeron" userId="25eb1b54-485f-4e43-901d-d18d08f0214c" providerId="ADAL" clId="{7D79D836-F590-40CE-B23C-FDED8D41AE6C}" dt="2025-06-16T15:29:29.888" v="29" actId="478"/>
          <ac:spMkLst>
            <pc:docMk/>
            <pc:sldMk cId="1414278494" sldId="383"/>
            <ac:spMk id="3" creationId="{BD037286-E129-6F50-7D39-9643009A53E7}"/>
          </ac:spMkLst>
        </pc:spChg>
        <pc:spChg chg="add mod">
          <ac:chgData name="Olivier Bergeron" userId="25eb1b54-485f-4e43-901d-d18d08f0214c" providerId="ADAL" clId="{7D79D836-F590-40CE-B23C-FDED8D41AE6C}" dt="2025-06-16T15:38:20.227" v="310" actId="1076"/>
          <ac:spMkLst>
            <pc:docMk/>
            <pc:sldMk cId="1414278494" sldId="383"/>
            <ac:spMk id="6" creationId="{B3B4C3D6-7AFE-7B46-7D57-7E8AC4870070}"/>
          </ac:spMkLst>
        </pc:spChg>
        <pc:spChg chg="del">
          <ac:chgData name="Olivier Bergeron" userId="25eb1b54-485f-4e43-901d-d18d08f0214c" providerId="ADAL" clId="{7D79D836-F590-40CE-B23C-FDED8D41AE6C}" dt="2025-06-16T15:35:38.553" v="143" actId="478"/>
          <ac:spMkLst>
            <pc:docMk/>
            <pc:sldMk cId="1414278494" sldId="383"/>
            <ac:spMk id="9" creationId="{FE073AD9-35A3-37FE-BDAE-6CA3E8CDFDE6}"/>
          </ac:spMkLst>
        </pc:spChg>
        <pc:picChg chg="add mod">
          <ac:chgData name="Olivier Bergeron" userId="25eb1b54-485f-4e43-901d-d18d08f0214c" providerId="ADAL" clId="{7D79D836-F590-40CE-B23C-FDED8D41AE6C}" dt="2025-06-16T15:37:22.325" v="258" actId="1076"/>
          <ac:picMkLst>
            <pc:docMk/>
            <pc:sldMk cId="1414278494" sldId="383"/>
            <ac:picMk id="5" creationId="{4E43CC92-61A9-FBB4-90F9-8C9607A391A4}"/>
          </ac:picMkLst>
        </pc:picChg>
      </pc:sldChg>
      <pc:sldChg chg="delSp new del mod">
        <pc:chgData name="Olivier Bergeron" userId="25eb1b54-485f-4e43-901d-d18d08f0214c" providerId="ADAL" clId="{7D79D836-F590-40CE-B23C-FDED8D41AE6C}" dt="2025-06-16T15:20:22.851" v="3" actId="47"/>
        <pc:sldMkLst>
          <pc:docMk/>
          <pc:sldMk cId="969971190" sldId="384"/>
        </pc:sldMkLst>
        <pc:spChg chg="del">
          <ac:chgData name="Olivier Bergeron" userId="25eb1b54-485f-4e43-901d-d18d08f0214c" providerId="ADAL" clId="{7D79D836-F590-40CE-B23C-FDED8D41AE6C}" dt="2025-06-16T15:20:18.355" v="1" actId="21"/>
          <ac:spMkLst>
            <pc:docMk/>
            <pc:sldMk cId="969971190" sldId="384"/>
            <ac:spMk id="2" creationId="{18048F7F-64D3-735E-583A-101D87082AD9}"/>
          </ac:spMkLst>
        </pc:spChg>
        <pc:spChg chg="del">
          <ac:chgData name="Olivier Bergeron" userId="25eb1b54-485f-4e43-901d-d18d08f0214c" providerId="ADAL" clId="{7D79D836-F590-40CE-B23C-FDED8D41AE6C}" dt="2025-06-16T15:20:18.355" v="1" actId="21"/>
          <ac:spMkLst>
            <pc:docMk/>
            <pc:sldMk cId="969971190" sldId="384"/>
            <ac:spMk id="3" creationId="{BD037286-E129-6F50-7D39-9643009A53E7}"/>
          </ac:spMkLst>
        </pc:spChg>
      </pc:sldChg>
      <pc:sldChg chg="addSp delSp modSp add mod">
        <pc:chgData name="Olivier Bergeron" userId="25eb1b54-485f-4e43-901d-d18d08f0214c" providerId="ADAL" clId="{7D79D836-F590-40CE-B23C-FDED8D41AE6C}" dt="2025-06-16T15:40:23.777" v="391" actId="1076"/>
        <pc:sldMkLst>
          <pc:docMk/>
          <pc:sldMk cId="3886227512" sldId="384"/>
        </pc:sldMkLst>
        <pc:spChg chg="del">
          <ac:chgData name="Olivier Bergeron" userId="25eb1b54-485f-4e43-901d-d18d08f0214c" providerId="ADAL" clId="{7D79D836-F590-40CE-B23C-FDED8D41AE6C}" dt="2025-06-16T15:30:24.899" v="41" actId="478"/>
          <ac:spMkLst>
            <pc:docMk/>
            <pc:sldMk cId="3886227512" sldId="384"/>
            <ac:spMk id="2" creationId="{E09E464F-EEB8-5A88-5903-692CF02FA2E2}"/>
          </ac:spMkLst>
        </pc:spChg>
        <pc:spChg chg="del">
          <ac:chgData name="Olivier Bergeron" userId="25eb1b54-485f-4e43-901d-d18d08f0214c" providerId="ADAL" clId="{7D79D836-F590-40CE-B23C-FDED8D41AE6C}" dt="2025-06-16T15:30:23.643" v="40" actId="478"/>
          <ac:spMkLst>
            <pc:docMk/>
            <pc:sldMk cId="3886227512" sldId="384"/>
            <ac:spMk id="3" creationId="{18511268-0CDC-4371-07FA-572602EC19C1}"/>
          </ac:spMkLst>
        </pc:spChg>
        <pc:spChg chg="add mod">
          <ac:chgData name="Olivier Bergeron" userId="25eb1b54-485f-4e43-901d-d18d08f0214c" providerId="ADAL" clId="{7D79D836-F590-40CE-B23C-FDED8D41AE6C}" dt="2025-06-16T15:40:23.777" v="391" actId="1076"/>
          <ac:spMkLst>
            <pc:docMk/>
            <pc:sldMk cId="3886227512" sldId="384"/>
            <ac:spMk id="6" creationId="{BC056449-9C01-FAD7-28E7-E9BA43660ADD}"/>
          </ac:spMkLst>
        </pc:spChg>
        <pc:spChg chg="del">
          <ac:chgData name="Olivier Bergeron" userId="25eb1b54-485f-4e43-901d-d18d08f0214c" providerId="ADAL" clId="{7D79D836-F590-40CE-B23C-FDED8D41AE6C}" dt="2025-06-16T15:38:34.953" v="313" actId="478"/>
          <ac:spMkLst>
            <pc:docMk/>
            <pc:sldMk cId="3886227512" sldId="384"/>
            <ac:spMk id="9" creationId="{C561B54F-4807-D365-F695-81D9E27B5E7A}"/>
          </ac:spMkLst>
        </pc:spChg>
        <pc:picChg chg="add mod">
          <ac:chgData name="Olivier Bergeron" userId="25eb1b54-485f-4e43-901d-d18d08f0214c" providerId="ADAL" clId="{7D79D836-F590-40CE-B23C-FDED8D41AE6C}" dt="2025-06-16T15:38:44.925" v="315" actId="1076"/>
          <ac:picMkLst>
            <pc:docMk/>
            <pc:sldMk cId="3886227512" sldId="384"/>
            <ac:picMk id="5" creationId="{E3E8D751-7BD8-175A-EF3E-7E30F9FC2E9B}"/>
          </ac:picMkLst>
        </pc:picChg>
      </pc:sldChg>
      <pc:sldChg chg="add del ord">
        <pc:chgData name="Olivier Bergeron" userId="25eb1b54-485f-4e43-901d-d18d08f0214c" providerId="ADAL" clId="{7D79D836-F590-40CE-B23C-FDED8D41AE6C}" dt="2025-06-16T16:09:27.986" v="1795" actId="47"/>
        <pc:sldMkLst>
          <pc:docMk/>
          <pc:sldMk cId="3462363580" sldId="385"/>
        </pc:sldMkLst>
      </pc:sldChg>
      <pc:sldChg chg="addSp delSp modSp add mod ord">
        <pc:chgData name="Olivier Bergeron" userId="25eb1b54-485f-4e43-901d-d18d08f0214c" providerId="ADAL" clId="{7D79D836-F590-40CE-B23C-FDED8D41AE6C}" dt="2025-06-16T15:37:14.636" v="255" actId="1076"/>
        <pc:sldMkLst>
          <pc:docMk/>
          <pc:sldMk cId="1911283667" sldId="386"/>
        </pc:sldMkLst>
        <pc:spChg chg="del">
          <ac:chgData name="Olivier Bergeron" userId="25eb1b54-485f-4e43-901d-d18d08f0214c" providerId="ADAL" clId="{7D79D836-F590-40CE-B23C-FDED8D41AE6C}" dt="2025-06-16T15:28:38.667" v="19" actId="478"/>
          <ac:spMkLst>
            <pc:docMk/>
            <pc:sldMk cId="1911283667" sldId="386"/>
            <ac:spMk id="2" creationId="{8F05130E-39B2-F784-B7AD-30D961AADE86}"/>
          </ac:spMkLst>
        </pc:spChg>
        <pc:spChg chg="del">
          <ac:chgData name="Olivier Bergeron" userId="25eb1b54-485f-4e43-901d-d18d08f0214c" providerId="ADAL" clId="{7D79D836-F590-40CE-B23C-FDED8D41AE6C}" dt="2025-06-16T15:28:37.925" v="18" actId="478"/>
          <ac:spMkLst>
            <pc:docMk/>
            <pc:sldMk cId="1911283667" sldId="386"/>
            <ac:spMk id="3" creationId="{B5A4EC26-5424-9544-2964-2DFDD2F5EA36}"/>
          </ac:spMkLst>
        </pc:spChg>
        <pc:spChg chg="add del mod">
          <ac:chgData name="Olivier Bergeron" userId="25eb1b54-485f-4e43-901d-d18d08f0214c" providerId="ADAL" clId="{7D79D836-F590-40CE-B23C-FDED8D41AE6C}" dt="2025-06-16T15:35:25.759" v="138"/>
          <ac:spMkLst>
            <pc:docMk/>
            <pc:sldMk cId="1911283667" sldId="386"/>
            <ac:spMk id="6" creationId="{63DC8260-3CC0-82B5-9F3F-27FFA7B4EE4F}"/>
          </ac:spMkLst>
        </pc:spChg>
        <pc:spChg chg="add mod">
          <ac:chgData name="Olivier Bergeron" userId="25eb1b54-485f-4e43-901d-d18d08f0214c" providerId="ADAL" clId="{7D79D836-F590-40CE-B23C-FDED8D41AE6C}" dt="2025-06-16T15:37:10.635" v="253" actId="1076"/>
          <ac:spMkLst>
            <pc:docMk/>
            <pc:sldMk cId="1911283667" sldId="386"/>
            <ac:spMk id="7" creationId="{C4940334-1CC4-5A10-E8E6-AC0D00F02EBB}"/>
          </ac:spMkLst>
        </pc:spChg>
        <pc:picChg chg="add mod">
          <ac:chgData name="Olivier Bergeron" userId="25eb1b54-485f-4e43-901d-d18d08f0214c" providerId="ADAL" clId="{7D79D836-F590-40CE-B23C-FDED8D41AE6C}" dt="2025-06-16T15:37:14.636" v="255" actId="1076"/>
          <ac:picMkLst>
            <pc:docMk/>
            <pc:sldMk cId="1911283667" sldId="386"/>
            <ac:picMk id="5" creationId="{ADC61ABE-CF8E-4A11-09AB-4B6484C88997}"/>
          </ac:picMkLst>
        </pc:picChg>
      </pc:sldChg>
      <pc:sldChg chg="addSp delSp modSp add mod">
        <pc:chgData name="Olivier Bergeron" userId="25eb1b54-485f-4e43-901d-d18d08f0214c" providerId="ADAL" clId="{7D79D836-F590-40CE-B23C-FDED8D41AE6C}" dt="2025-06-16T15:43:05.635" v="410" actId="1076"/>
        <pc:sldMkLst>
          <pc:docMk/>
          <pc:sldMk cId="782435214" sldId="387"/>
        </pc:sldMkLst>
        <pc:spChg chg="del">
          <ac:chgData name="Olivier Bergeron" userId="25eb1b54-485f-4e43-901d-d18d08f0214c" providerId="ADAL" clId="{7D79D836-F590-40CE-B23C-FDED8D41AE6C}" dt="2025-06-16T15:32:58.082" v="55" actId="478"/>
          <ac:spMkLst>
            <pc:docMk/>
            <pc:sldMk cId="782435214" sldId="387"/>
            <ac:spMk id="2" creationId="{ABA2D6FA-3B12-96F6-3F04-91024277DF2C}"/>
          </ac:spMkLst>
        </pc:spChg>
        <pc:spChg chg="del">
          <ac:chgData name="Olivier Bergeron" userId="25eb1b54-485f-4e43-901d-d18d08f0214c" providerId="ADAL" clId="{7D79D836-F590-40CE-B23C-FDED8D41AE6C}" dt="2025-06-16T15:32:56.729" v="54" actId="478"/>
          <ac:spMkLst>
            <pc:docMk/>
            <pc:sldMk cId="782435214" sldId="387"/>
            <ac:spMk id="3" creationId="{7830EB6F-0390-089F-25EC-CCFA95C33340}"/>
          </ac:spMkLst>
        </pc:spChg>
        <pc:picChg chg="add mod">
          <ac:chgData name="Olivier Bergeron" userId="25eb1b54-485f-4e43-901d-d18d08f0214c" providerId="ADAL" clId="{7D79D836-F590-40CE-B23C-FDED8D41AE6C}" dt="2025-06-16T15:43:05.635" v="410" actId="1076"/>
          <ac:picMkLst>
            <pc:docMk/>
            <pc:sldMk cId="782435214" sldId="387"/>
            <ac:picMk id="5" creationId="{42EDAD00-2174-3D6C-6CBA-DDB178C48D2F}"/>
          </ac:picMkLst>
        </pc:picChg>
        <pc:picChg chg="add del mod">
          <ac:chgData name="Olivier Bergeron" userId="25eb1b54-485f-4e43-901d-d18d08f0214c" providerId="ADAL" clId="{7D79D836-F590-40CE-B23C-FDED8D41AE6C}" dt="2025-06-16T15:42:45.171" v="401" actId="478"/>
          <ac:picMkLst>
            <pc:docMk/>
            <pc:sldMk cId="782435214" sldId="387"/>
            <ac:picMk id="7" creationId="{413C5D63-3157-5F07-396A-DA6035C3FA0B}"/>
          </ac:picMkLst>
        </pc:picChg>
        <pc:picChg chg="add del mod">
          <ac:chgData name="Olivier Bergeron" userId="25eb1b54-485f-4e43-901d-d18d08f0214c" providerId="ADAL" clId="{7D79D836-F590-40CE-B23C-FDED8D41AE6C}" dt="2025-06-16T15:42:04.409" v="400" actId="478"/>
          <ac:picMkLst>
            <pc:docMk/>
            <pc:sldMk cId="782435214" sldId="387"/>
            <ac:picMk id="10" creationId="{6FE68B39-0F0D-9846-E4E6-4D9976D522A2}"/>
          </ac:picMkLst>
        </pc:picChg>
      </pc:sldChg>
      <pc:sldChg chg="addSp delSp modSp add mod">
        <pc:chgData name="Olivier Bergeron" userId="25eb1b54-485f-4e43-901d-d18d08f0214c" providerId="ADAL" clId="{7D79D836-F590-40CE-B23C-FDED8D41AE6C}" dt="2025-06-16T15:40:33.882" v="392" actId="164"/>
        <pc:sldMkLst>
          <pc:docMk/>
          <pc:sldMk cId="3673018908" sldId="388"/>
        </pc:sldMkLst>
        <pc:spChg chg="del">
          <ac:chgData name="Olivier Bergeron" userId="25eb1b54-485f-4e43-901d-d18d08f0214c" providerId="ADAL" clId="{7D79D836-F590-40CE-B23C-FDED8D41AE6C}" dt="2025-06-16T15:33:20.514" v="60" actId="478"/>
          <ac:spMkLst>
            <pc:docMk/>
            <pc:sldMk cId="3673018908" sldId="388"/>
            <ac:spMk id="2" creationId="{F3EDC715-2639-A6A2-5DBD-3DF2B02A7A84}"/>
          </ac:spMkLst>
        </pc:spChg>
        <pc:spChg chg="del">
          <ac:chgData name="Olivier Bergeron" userId="25eb1b54-485f-4e43-901d-d18d08f0214c" providerId="ADAL" clId="{7D79D836-F590-40CE-B23C-FDED8D41AE6C}" dt="2025-06-16T15:33:19.096" v="59" actId="478"/>
          <ac:spMkLst>
            <pc:docMk/>
            <pc:sldMk cId="3673018908" sldId="388"/>
            <ac:spMk id="3" creationId="{DF0610AE-5BEE-2A31-6E4E-BDC1A6A8DA58}"/>
          </ac:spMkLst>
        </pc:spChg>
        <pc:grpChg chg="add mod">
          <ac:chgData name="Olivier Bergeron" userId="25eb1b54-485f-4e43-901d-d18d08f0214c" providerId="ADAL" clId="{7D79D836-F590-40CE-B23C-FDED8D41AE6C}" dt="2025-06-16T15:40:33.882" v="392" actId="164"/>
          <ac:grpSpMkLst>
            <pc:docMk/>
            <pc:sldMk cId="3673018908" sldId="388"/>
            <ac:grpSpMk id="8" creationId="{24A29C68-30F1-5A27-B90D-C9457C9EE85F}"/>
          </ac:grpSpMkLst>
        </pc:grpChg>
        <pc:picChg chg="add mod">
          <ac:chgData name="Olivier Bergeron" userId="25eb1b54-485f-4e43-901d-d18d08f0214c" providerId="ADAL" clId="{7D79D836-F590-40CE-B23C-FDED8D41AE6C}" dt="2025-06-16T15:40:33.882" v="392" actId="164"/>
          <ac:picMkLst>
            <pc:docMk/>
            <pc:sldMk cId="3673018908" sldId="388"/>
            <ac:picMk id="5" creationId="{69375AF3-E7E0-6B0A-16A7-49E74CB0E2A9}"/>
          </ac:picMkLst>
        </pc:picChg>
        <pc:picChg chg="add mod">
          <ac:chgData name="Olivier Bergeron" userId="25eb1b54-485f-4e43-901d-d18d08f0214c" providerId="ADAL" clId="{7D79D836-F590-40CE-B23C-FDED8D41AE6C}" dt="2025-06-16T15:40:33.882" v="392" actId="164"/>
          <ac:picMkLst>
            <pc:docMk/>
            <pc:sldMk cId="3673018908" sldId="388"/>
            <ac:picMk id="7" creationId="{7E8D6898-531D-C232-3BB6-897B60C435BD}"/>
          </ac:picMkLst>
        </pc:picChg>
      </pc:sldChg>
      <pc:sldChg chg="addSp delSp modSp add mod ord">
        <pc:chgData name="Olivier Bergeron" userId="25eb1b54-485f-4e43-901d-d18d08f0214c" providerId="ADAL" clId="{7D79D836-F590-40CE-B23C-FDED8D41AE6C}" dt="2025-06-16T16:02:22.659" v="1794"/>
        <pc:sldMkLst>
          <pc:docMk/>
          <pc:sldMk cId="1039190473" sldId="389"/>
        </pc:sldMkLst>
        <pc:spChg chg="del">
          <ac:chgData name="Olivier Bergeron" userId="25eb1b54-485f-4e43-901d-d18d08f0214c" providerId="ADAL" clId="{7D79D836-F590-40CE-B23C-FDED8D41AE6C}" dt="2025-06-16T15:56:47.704" v="1348" actId="478"/>
          <ac:spMkLst>
            <pc:docMk/>
            <pc:sldMk cId="1039190473" sldId="389"/>
            <ac:spMk id="2" creationId="{4E13ABFF-D78F-4703-22BE-7AD2CDDF85B5}"/>
          </ac:spMkLst>
        </pc:spChg>
        <pc:spChg chg="del">
          <ac:chgData name="Olivier Bergeron" userId="25eb1b54-485f-4e43-901d-d18d08f0214c" providerId="ADAL" clId="{7D79D836-F590-40CE-B23C-FDED8D41AE6C}" dt="2025-06-16T15:56:46.251" v="1347" actId="478"/>
          <ac:spMkLst>
            <pc:docMk/>
            <pc:sldMk cId="1039190473" sldId="389"/>
            <ac:spMk id="3" creationId="{84CB3F24-BAD9-C575-7796-A7EAD86DE394}"/>
          </ac:spMkLst>
        </pc:spChg>
        <pc:picChg chg="add mod">
          <ac:chgData name="Olivier Bergeron" userId="25eb1b54-485f-4e43-901d-d18d08f0214c" providerId="ADAL" clId="{7D79D836-F590-40CE-B23C-FDED8D41AE6C}" dt="2025-06-16T15:57:39.192" v="1362" actId="1076"/>
          <ac:picMkLst>
            <pc:docMk/>
            <pc:sldMk cId="1039190473" sldId="389"/>
            <ac:picMk id="5" creationId="{8473F91F-EF6A-0F31-8A51-C277908CEE8A}"/>
          </ac:picMkLst>
        </pc:picChg>
        <pc:picChg chg="add mod">
          <ac:chgData name="Olivier Bergeron" userId="25eb1b54-485f-4e43-901d-d18d08f0214c" providerId="ADAL" clId="{7D79D836-F590-40CE-B23C-FDED8D41AE6C}" dt="2025-06-16T15:57:36.793" v="1361" actId="1076"/>
          <ac:picMkLst>
            <pc:docMk/>
            <pc:sldMk cId="1039190473" sldId="389"/>
            <ac:picMk id="7" creationId="{6B8D4BA4-F344-0D9B-64A9-33E1AEE70AA9}"/>
          </ac:picMkLst>
        </pc:picChg>
      </pc:sldChg>
      <pc:sldChg chg="modSp add mod">
        <pc:chgData name="Olivier Bergeron" userId="25eb1b54-485f-4e43-901d-d18d08f0214c" providerId="ADAL" clId="{7D79D836-F590-40CE-B23C-FDED8D41AE6C}" dt="2025-06-16T15:47:29.784" v="795" actId="20577"/>
        <pc:sldMkLst>
          <pc:docMk/>
          <pc:sldMk cId="3243297822" sldId="390"/>
        </pc:sldMkLst>
        <pc:spChg chg="mod">
          <ac:chgData name="Olivier Bergeron" userId="25eb1b54-485f-4e43-901d-d18d08f0214c" providerId="ADAL" clId="{7D79D836-F590-40CE-B23C-FDED8D41AE6C}" dt="2025-06-16T15:44:44.221" v="439" actId="20577"/>
          <ac:spMkLst>
            <pc:docMk/>
            <pc:sldMk cId="3243297822" sldId="390"/>
            <ac:spMk id="2" creationId="{B056BA24-F34D-C263-E792-A2C21B5C5384}"/>
          </ac:spMkLst>
        </pc:spChg>
        <pc:spChg chg="mod">
          <ac:chgData name="Olivier Bergeron" userId="25eb1b54-485f-4e43-901d-d18d08f0214c" providerId="ADAL" clId="{7D79D836-F590-40CE-B23C-FDED8D41AE6C}" dt="2025-06-16T15:47:29.784" v="795" actId="20577"/>
          <ac:spMkLst>
            <pc:docMk/>
            <pc:sldMk cId="3243297822" sldId="390"/>
            <ac:spMk id="3" creationId="{344A3C79-5B7F-702A-EB8A-2D459A1CC0BD}"/>
          </ac:spMkLst>
        </pc:spChg>
      </pc:sldChg>
      <pc:sldChg chg="modSp add mod">
        <pc:chgData name="Olivier Bergeron" userId="25eb1b54-485f-4e43-901d-d18d08f0214c" providerId="ADAL" clId="{7D79D836-F590-40CE-B23C-FDED8D41AE6C}" dt="2025-06-16T16:11:37.457" v="1836" actId="20577"/>
        <pc:sldMkLst>
          <pc:docMk/>
          <pc:sldMk cId="3888620024" sldId="391"/>
        </pc:sldMkLst>
        <pc:spChg chg="mod">
          <ac:chgData name="Olivier Bergeron" userId="25eb1b54-485f-4e43-901d-d18d08f0214c" providerId="ADAL" clId="{7D79D836-F590-40CE-B23C-FDED8D41AE6C}" dt="2025-06-16T15:47:55.418" v="797"/>
          <ac:spMkLst>
            <pc:docMk/>
            <pc:sldMk cId="3888620024" sldId="391"/>
            <ac:spMk id="2" creationId="{3BAEDC48-9C03-F05C-C505-00D8AABF0892}"/>
          </ac:spMkLst>
        </pc:spChg>
        <pc:spChg chg="mod">
          <ac:chgData name="Olivier Bergeron" userId="25eb1b54-485f-4e43-901d-d18d08f0214c" providerId="ADAL" clId="{7D79D836-F590-40CE-B23C-FDED8D41AE6C}" dt="2025-06-16T16:11:37.457" v="1836" actId="20577"/>
          <ac:spMkLst>
            <pc:docMk/>
            <pc:sldMk cId="3888620024" sldId="391"/>
            <ac:spMk id="3" creationId="{700E261F-7F10-A879-C26D-57F3F62B815E}"/>
          </ac:spMkLst>
        </pc:spChg>
      </pc:sldChg>
      <pc:sldChg chg="addSp delSp modSp add mod">
        <pc:chgData name="Olivier Bergeron" userId="25eb1b54-485f-4e43-901d-d18d08f0214c" providerId="ADAL" clId="{7D79D836-F590-40CE-B23C-FDED8D41AE6C}" dt="2025-06-16T15:50:03.049" v="1067" actId="1076"/>
        <pc:sldMkLst>
          <pc:docMk/>
          <pc:sldMk cId="2888601115" sldId="392"/>
        </pc:sldMkLst>
        <pc:spChg chg="del">
          <ac:chgData name="Olivier Bergeron" userId="25eb1b54-485f-4e43-901d-d18d08f0214c" providerId="ADAL" clId="{7D79D836-F590-40CE-B23C-FDED8D41AE6C}" dt="2025-06-16T15:49:43.849" v="1064" actId="478"/>
          <ac:spMkLst>
            <pc:docMk/>
            <pc:sldMk cId="2888601115" sldId="392"/>
            <ac:spMk id="2" creationId="{FDFBEE65-1987-3079-0A1D-DEB7B92AFE4D}"/>
          </ac:spMkLst>
        </pc:spChg>
        <pc:spChg chg="del">
          <ac:chgData name="Olivier Bergeron" userId="25eb1b54-485f-4e43-901d-d18d08f0214c" providerId="ADAL" clId="{7D79D836-F590-40CE-B23C-FDED8D41AE6C}" dt="2025-06-16T15:49:42.923" v="1063" actId="478"/>
          <ac:spMkLst>
            <pc:docMk/>
            <pc:sldMk cId="2888601115" sldId="392"/>
            <ac:spMk id="3" creationId="{81E943BD-80C6-523B-10AD-CE1809D32EAE}"/>
          </ac:spMkLst>
        </pc:spChg>
        <pc:picChg chg="add mod">
          <ac:chgData name="Olivier Bergeron" userId="25eb1b54-485f-4e43-901d-d18d08f0214c" providerId="ADAL" clId="{7D79D836-F590-40CE-B23C-FDED8D41AE6C}" dt="2025-06-16T15:50:03.049" v="1067" actId="1076"/>
          <ac:picMkLst>
            <pc:docMk/>
            <pc:sldMk cId="2888601115" sldId="392"/>
            <ac:picMk id="5" creationId="{19D2F639-BD60-BA7E-BFD0-6994FA9FE90B}"/>
          </ac:picMkLst>
        </pc:picChg>
      </pc:sldChg>
      <pc:sldChg chg="addSp delSp modSp add mod">
        <pc:chgData name="Olivier Bergeron" userId="25eb1b54-485f-4e43-901d-d18d08f0214c" providerId="ADAL" clId="{7D79D836-F590-40CE-B23C-FDED8D41AE6C}" dt="2025-06-16T15:53:44.634" v="1193" actId="1076"/>
        <pc:sldMkLst>
          <pc:docMk/>
          <pc:sldMk cId="922623532" sldId="393"/>
        </pc:sldMkLst>
        <pc:picChg chg="add mod">
          <ac:chgData name="Olivier Bergeron" userId="25eb1b54-485f-4e43-901d-d18d08f0214c" providerId="ADAL" clId="{7D79D836-F590-40CE-B23C-FDED8D41AE6C}" dt="2025-06-16T15:53:44.634" v="1193" actId="1076"/>
          <ac:picMkLst>
            <pc:docMk/>
            <pc:sldMk cId="922623532" sldId="393"/>
            <ac:picMk id="3" creationId="{F346407E-4BDA-90F6-CFFB-9F2D66A3F7CD}"/>
          </ac:picMkLst>
        </pc:picChg>
        <pc:picChg chg="del">
          <ac:chgData name="Olivier Bergeron" userId="25eb1b54-485f-4e43-901d-d18d08f0214c" providerId="ADAL" clId="{7D79D836-F590-40CE-B23C-FDED8D41AE6C}" dt="2025-06-16T15:51:50.586" v="1069" actId="478"/>
          <ac:picMkLst>
            <pc:docMk/>
            <pc:sldMk cId="922623532" sldId="393"/>
            <ac:picMk id="5" creationId="{BB8E9943-D49D-AA1E-1A08-44A2F597E8F2}"/>
          </ac:picMkLst>
        </pc:picChg>
      </pc:sldChg>
      <pc:sldChg chg="delSp modSp add mod">
        <pc:chgData name="Olivier Bergeron" userId="25eb1b54-485f-4e43-901d-d18d08f0214c" providerId="ADAL" clId="{7D79D836-F590-40CE-B23C-FDED8D41AE6C}" dt="2025-06-16T18:13:58.855" v="1869" actId="478"/>
        <pc:sldMkLst>
          <pc:docMk/>
          <pc:sldMk cId="1465981220" sldId="394"/>
        </pc:sldMkLst>
        <pc:spChg chg="mod">
          <ac:chgData name="Olivier Bergeron" userId="25eb1b54-485f-4e43-901d-d18d08f0214c" providerId="ADAL" clId="{7D79D836-F590-40CE-B23C-FDED8D41AE6C}" dt="2025-06-16T15:54:48.666" v="1216" actId="20577"/>
          <ac:spMkLst>
            <pc:docMk/>
            <pc:sldMk cId="1465981220" sldId="394"/>
            <ac:spMk id="2" creationId="{8196237E-28F0-5149-173A-D81996BBD5BD}"/>
          </ac:spMkLst>
        </pc:spChg>
        <pc:spChg chg="mod">
          <ac:chgData name="Olivier Bergeron" userId="25eb1b54-485f-4e43-901d-d18d08f0214c" providerId="ADAL" clId="{7D79D836-F590-40CE-B23C-FDED8D41AE6C}" dt="2025-06-16T18:13:55.083" v="1868" actId="403"/>
          <ac:spMkLst>
            <pc:docMk/>
            <pc:sldMk cId="1465981220" sldId="394"/>
            <ac:spMk id="3" creationId="{86848DEB-7A58-F2F5-5B1D-076E15E883BC}"/>
          </ac:spMkLst>
        </pc:spChg>
        <pc:spChg chg="del">
          <ac:chgData name="Olivier Bergeron" userId="25eb1b54-485f-4e43-901d-d18d08f0214c" providerId="ADAL" clId="{7D79D836-F590-40CE-B23C-FDED8D41AE6C}" dt="2025-06-16T18:13:58.855" v="1869" actId="478"/>
          <ac:spMkLst>
            <pc:docMk/>
            <pc:sldMk cId="1465981220" sldId="394"/>
            <ac:spMk id="9" creationId="{4031701B-38BF-06F5-66E7-3D074572B0A3}"/>
          </ac:spMkLst>
        </pc:spChg>
        <pc:spChg chg="del">
          <ac:chgData name="Olivier Bergeron" userId="25eb1b54-485f-4e43-901d-d18d08f0214c" providerId="ADAL" clId="{7D79D836-F590-40CE-B23C-FDED8D41AE6C}" dt="2025-06-16T18:13:31.540" v="1853" actId="478"/>
          <ac:spMkLst>
            <pc:docMk/>
            <pc:sldMk cId="1465981220" sldId="394"/>
            <ac:spMk id="14" creationId="{552C1B4D-0803-E1A5-E390-9FD4E172C254}"/>
          </ac:spMkLst>
        </pc:spChg>
      </pc:sldChg>
      <pc:sldChg chg="addSp delSp modSp add mod ord">
        <pc:chgData name="Olivier Bergeron" userId="25eb1b54-485f-4e43-901d-d18d08f0214c" providerId="ADAL" clId="{7D79D836-F590-40CE-B23C-FDED8D41AE6C}" dt="2025-06-16T15:58:28.082" v="1371"/>
        <pc:sldMkLst>
          <pc:docMk/>
          <pc:sldMk cId="1681557863" sldId="395"/>
        </pc:sldMkLst>
        <pc:spChg chg="del">
          <ac:chgData name="Olivier Bergeron" userId="25eb1b54-485f-4e43-901d-d18d08f0214c" providerId="ADAL" clId="{7D79D836-F590-40CE-B23C-FDED8D41AE6C}" dt="2025-06-16T15:58:12.582" v="1365" actId="478"/>
          <ac:spMkLst>
            <pc:docMk/>
            <pc:sldMk cId="1681557863" sldId="395"/>
            <ac:spMk id="2" creationId="{F04FF457-8880-0B93-A3A8-A49D26FA7B22}"/>
          </ac:spMkLst>
        </pc:spChg>
        <pc:spChg chg="del">
          <ac:chgData name="Olivier Bergeron" userId="25eb1b54-485f-4e43-901d-d18d08f0214c" providerId="ADAL" clId="{7D79D836-F590-40CE-B23C-FDED8D41AE6C}" dt="2025-06-16T15:58:11.913" v="1364" actId="478"/>
          <ac:spMkLst>
            <pc:docMk/>
            <pc:sldMk cId="1681557863" sldId="395"/>
            <ac:spMk id="3" creationId="{9F4CC29C-60A9-5A67-6B51-578025920BB7}"/>
          </ac:spMkLst>
        </pc:spChg>
        <pc:picChg chg="add mod">
          <ac:chgData name="Olivier Bergeron" userId="25eb1b54-485f-4e43-901d-d18d08f0214c" providerId="ADAL" clId="{7D79D836-F590-40CE-B23C-FDED8D41AE6C}" dt="2025-06-16T15:58:18.321" v="1369" actId="1076"/>
          <ac:picMkLst>
            <pc:docMk/>
            <pc:sldMk cId="1681557863" sldId="395"/>
            <ac:picMk id="5" creationId="{852C1413-4F23-51A2-8A85-222937DB431A}"/>
          </ac:picMkLst>
        </pc:picChg>
      </pc:sldChg>
      <pc:sldChg chg="modSp add mod">
        <pc:chgData name="Olivier Bergeron" userId="25eb1b54-485f-4e43-901d-d18d08f0214c" providerId="ADAL" clId="{7D79D836-F590-40CE-B23C-FDED8D41AE6C}" dt="2025-06-16T16:01:12.049" v="1683" actId="20577"/>
        <pc:sldMkLst>
          <pc:docMk/>
          <pc:sldMk cId="1303497812" sldId="396"/>
        </pc:sldMkLst>
        <pc:spChg chg="mod">
          <ac:chgData name="Olivier Bergeron" userId="25eb1b54-485f-4e43-901d-d18d08f0214c" providerId="ADAL" clId="{7D79D836-F590-40CE-B23C-FDED8D41AE6C}" dt="2025-06-16T15:59:34.742" v="1470" actId="20577"/>
          <ac:spMkLst>
            <pc:docMk/>
            <pc:sldMk cId="1303497812" sldId="396"/>
            <ac:spMk id="2" creationId="{5F27D1DE-920A-FF01-B03D-A1E5B5A17CF7}"/>
          </ac:spMkLst>
        </pc:spChg>
        <pc:spChg chg="mod">
          <ac:chgData name="Olivier Bergeron" userId="25eb1b54-485f-4e43-901d-d18d08f0214c" providerId="ADAL" clId="{7D79D836-F590-40CE-B23C-FDED8D41AE6C}" dt="2025-06-16T16:01:12.049" v="1683" actId="20577"/>
          <ac:spMkLst>
            <pc:docMk/>
            <pc:sldMk cId="1303497812" sldId="396"/>
            <ac:spMk id="3" creationId="{613735DF-2A40-B6C4-03EC-7F63BFC3DCF0}"/>
          </ac:spMkLst>
        </pc:spChg>
      </pc:sldChg>
      <pc:sldChg chg="modSp add mod">
        <pc:chgData name="Olivier Bergeron" userId="25eb1b54-485f-4e43-901d-d18d08f0214c" providerId="ADAL" clId="{7D79D836-F590-40CE-B23C-FDED8D41AE6C}" dt="2025-06-16T17:56:10.955" v="1852" actId="20577"/>
        <pc:sldMkLst>
          <pc:docMk/>
          <pc:sldMk cId="374504854" sldId="397"/>
        </pc:sldMkLst>
        <pc:spChg chg="mod">
          <ac:chgData name="Olivier Bergeron" userId="25eb1b54-485f-4e43-901d-d18d08f0214c" providerId="ADAL" clId="{7D79D836-F590-40CE-B23C-FDED8D41AE6C}" dt="2025-06-16T16:01:29.641" v="1704" actId="20577"/>
          <ac:spMkLst>
            <pc:docMk/>
            <pc:sldMk cId="374504854" sldId="397"/>
            <ac:spMk id="2" creationId="{B14E3761-9405-B62F-66C0-D42B40A57328}"/>
          </ac:spMkLst>
        </pc:spChg>
        <pc:spChg chg="mod">
          <ac:chgData name="Olivier Bergeron" userId="25eb1b54-485f-4e43-901d-d18d08f0214c" providerId="ADAL" clId="{7D79D836-F590-40CE-B23C-FDED8D41AE6C}" dt="2025-06-16T17:56:10.955" v="1852" actId="20577"/>
          <ac:spMkLst>
            <pc:docMk/>
            <pc:sldMk cId="374504854" sldId="397"/>
            <ac:spMk id="3" creationId="{A6A4A1F2-A934-4433-F9AF-00123165C463}"/>
          </ac:spMkLst>
        </pc:spChg>
      </pc:sldChg>
      <pc:sldChg chg="new del">
        <pc:chgData name="Olivier Bergeron" userId="25eb1b54-485f-4e43-901d-d18d08f0214c" providerId="ADAL" clId="{7D79D836-F590-40CE-B23C-FDED8D41AE6C}" dt="2025-06-16T18:13:39.754" v="1858" actId="680"/>
        <pc:sldMkLst>
          <pc:docMk/>
          <pc:sldMk cId="2169693253" sldId="3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5FFC8-D122-46F0-98B9-35D09C51C3C4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B2D1-2D8B-48AB-9FFA-BB9831E80B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28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AFA5F8F-6E92-1D08-F0E0-7EE44BF9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00C6415C-6D5F-E170-35C9-AD095D5DC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3D6D9FF-EC48-B511-2B9A-D46E799AA2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8600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72BB436-93AF-EC60-9954-556DA7D7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4CCEE46-B5F5-995D-814E-84B7ED546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29A77F5-E8EC-033E-A57E-5FA75527B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9711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76DA0C3-E9AF-AF57-2775-049E8B2B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EB4BBBA-46DE-CFBB-9DDC-27576BE04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E237086-8B21-6582-896F-190DAE070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6268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CFF8970-5212-5C5F-9859-3600F168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3A97885-7E35-CC80-96DB-AA6A64E62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D7B6533-06EA-1C77-759B-E599F046C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2839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B1CA227-286D-9D41-A652-3493718D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15F47A0B-1B98-F959-9CB1-0A58C76B38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11E313C-DA4F-9A01-49CF-0A26D7DD47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9996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F3E7E7-EC45-0DC8-0221-74FD51D8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CA1FFC6-AB8C-E728-7AE0-124E45C9A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E8FED7-0ECE-D581-85B1-84F2C3E8D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797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C41C6E1-FE2C-0719-B6E8-74CFA610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F33DB48-420D-8505-EA7F-38D9A9AA3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AED07B7-B196-4493-8B2E-F4586D4A4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1571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633BFA0-1A55-F515-817A-B81CB613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6F021B20-3FF1-965B-DF1E-6B4273DBC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179384E-AB5C-6202-86E2-43232F5DFF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3479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ADFA46B-B858-BA73-FE6F-05AF41BC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D6466C75-6265-AC16-A373-878AB15CE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01D9B47-C105-6957-709E-C34395505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7764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089E777-D809-1FE3-77BD-12BA7632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9A02ACA4-01ED-FE43-82E4-A3977BB01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FDA6434-DBF6-7AC9-C6B2-707EAD5A4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9969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5C4D182-5BEE-FBA1-20E9-5705C4F26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92C245D-9B31-6F03-BC86-6BCA34C48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573158D-C189-326A-4D74-E9CD4ECE78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3951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365BD21-A116-DB7E-A3A0-EDFC9543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869AB41-0796-251D-5A5F-C8EB626C5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14AA2C2-4A10-4AA7-0DD7-9F1336075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0938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CE04C41-C34E-AD01-B3C5-A337FC61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B856EB4-B2F0-E93B-6BED-56F969672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1133200-BA6F-28BD-7DEE-5DD433849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073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683FAE-77DE-6EB0-4B69-1C116D6D0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42AC311-FC96-9701-4C58-25853EFFE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68BDD58-71EB-0621-21C9-FFB412487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7487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9146-6582-5C33-8BC9-A5CBB6189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BE53EF-9130-3BF5-6474-05A027267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16D-F85A-FD32-CFFC-0DDF78AA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51BE-01F5-C633-0CD2-6BEF25EB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4BA87-886B-81D8-468F-1BE6653A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778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C62-0D8F-92FE-9673-360037E3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3B02-405C-F5CD-AF53-5917A5EE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9A2A-FB0F-54AF-D482-875C35FB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3925-81D4-D2FE-4ACB-DCF10E71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6561-FECB-43E3-B9E9-D029ECF1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30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BBE0-D503-B72B-17F6-6E8CBFBF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67A5-0F51-B742-6E0A-C93F4297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BAF2-F39A-F3A7-F88C-B2064708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12887-98D1-08D2-5ED7-9A23E4944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1AA6-EFEE-2F34-FB24-631C367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8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E3DD-49F9-48A1-72E6-3EAD5D26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1C026-F649-B229-46B0-FC63F89C1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E675E-0EA1-47EE-19F8-28DB412BA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FE955-460F-31B7-791C-FE1E2B49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A7F41-E0FF-34B7-0FF3-4EE90550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804BE-6AAF-02E8-816E-E117C513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328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C58-F44F-F3CF-212A-54EA2199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0ADB2-00DF-8BCD-879A-EC8F9CD4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4D597-3066-48D8-89FD-31BE0A4F9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E0E59-34E3-7766-CE55-B8F401B24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3DC86-2858-16AD-388A-17E41DC07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DF264-3D71-997D-741F-3CDC2DBC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1183-3F56-7135-2461-52D37A7D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AD777-0C32-476C-3FF3-E9B1F739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0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FAF0-6041-15B5-AF1A-99247C5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4F25B-0804-9ACA-C9AB-E23ADCEA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15E15-FD8F-6D3E-E84D-0D7E98F6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A7F8-0032-DF0F-0D7B-35A542D0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148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A71945-41FC-26D8-7366-06EC92A7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BFD87-89EA-28C4-315A-7EDC88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BBD-DF8F-C090-A1D1-F484B51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C357-D5EC-8FD4-0BAA-2EE1FAEA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6A4D8-E1AC-2106-F221-28AADCD2A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7461-8D44-FA59-7AD1-37EAD1B2D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77B39-A07C-C50E-761C-0E47EA38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3881-1C02-AC1E-0B7D-BF5A5845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70B8-CA5A-126C-947B-3AC69D7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745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648B-78C8-0CB6-7DBD-380BDAAB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4AB08-3104-5356-23E7-272E95B34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FAA32-B646-065E-C0E6-AEFA9D26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0BA1B-C0B7-948B-C8F9-EE8259CE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1E513-CA0A-5CEC-5563-167FB9AE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56206-140D-DEE2-BE4B-5AED4194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240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1FE6-C35F-B190-E474-F0EF2B46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72BC4-B9AB-46E7-9BFF-9B960007E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619-094A-09F3-F319-97461040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70BC-D21F-038B-B964-61A685EC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E75-259C-E2A0-1D3D-492CC6B8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98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E6A-062A-29D4-C6F0-DD4278AD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E4F2-5EA9-E27C-F06C-A193CCB89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E69F-AF62-3AF4-8A4F-21C6AED9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3FFD-EDF6-941F-F191-535B70D2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E7B6-F111-A562-2990-040471B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32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037FB-7632-DFAA-9C65-1982E591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C7577-F106-695C-5612-6D55B074A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95688-1F51-46F6-2FDF-6A97B0999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7FEF7-F4CB-47C3-A078-A6DFF96AA897}" type="datetimeFigureOut">
              <a:rPr lang="en-CA" smtClean="0"/>
              <a:t>2025-06-16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75ABB-140C-6C34-F227-C1C1E2917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52AF-6636-9F9B-11F0-BAB379027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A8822-D06E-4D2E-B00F-2C7ABF6D991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6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523/ENEURO.0064-23.2023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89" name="Google Shape;89;p1"/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1949813" y="2444606"/>
            <a:ext cx="7857000" cy="92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algn="ctr">
              <a:buClr>
                <a:srgbClr val="000000"/>
              </a:buClr>
              <a:buSzPts val="1800"/>
              <a:buFont typeface="Arial"/>
            </a:pPr>
            <a:r>
              <a:rPr lang="en-US" sz="6600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Update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" y="5861303"/>
            <a:ext cx="2351532" cy="97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255" y="4661915"/>
            <a:ext cx="48387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4E2995-9FD1-2510-FEE6-7E6C9ACF4A27}"/>
              </a:ext>
            </a:extLst>
          </p:cNvPr>
          <p:cNvSpPr txBox="1"/>
          <p:nvPr/>
        </p:nvSpPr>
        <p:spPr>
          <a:xfrm>
            <a:off x="4041058" y="3590544"/>
            <a:ext cx="3578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Olivier Bergeron</a:t>
            </a:r>
          </a:p>
          <a:p>
            <a:pPr algn="ctr"/>
            <a:r>
              <a:rPr lang="en-CA" dirty="0"/>
              <a:t>2025-06-16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07E8199-4D3F-5428-A117-504DF56C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1CB78F99-8101-089C-E0BA-5E831E696C77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9A35B75F-F05E-0388-1562-49A3CB1E278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DADE555-861C-ACF7-F169-A1BAC0A9109E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3CDD302-3122-A653-3C67-11A99F695EB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7B009757-BC81-8433-D8EC-A823EE77AD5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27FEDF26-D967-2D45-836D-660942F9E4AD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D2B137BB-9940-5CD1-E055-0F3D0B4C8A68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C41971F-547E-B2A8-1E02-AC2DD201DF39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BF1A4032-8884-B6FA-B152-74B2E45AC871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302B8BF-83E8-4651-8D15-67209C3A2AD0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49F1102F-4AFF-2D6C-3441-8935DCA7759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F03CE56E-DB7C-D63A-3A7D-C2B60D0D8E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8B22FC2-DF58-647A-19D7-F63AA93E0F02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E1FD8C36-51F5-D251-9F55-2DF4F60E8BD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6BA24-F34D-C263-E792-A2C21B5C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Trends looked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A3C79-5B7F-702A-EB8A-2D459A1C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Number of electrodes vs electrode size</a:t>
            </a:r>
          </a:p>
          <a:p>
            <a:r>
              <a:rPr lang="en-CA" dirty="0"/>
              <a:t>Number of electrodes vs IED (Inter-electrode distance)</a:t>
            </a:r>
          </a:p>
          <a:p>
            <a:r>
              <a:rPr lang="en-CA" dirty="0"/>
              <a:t>Number of electrodes vs quantity of movement evaluated</a:t>
            </a:r>
          </a:p>
          <a:p>
            <a:r>
              <a:rPr lang="en-CA" dirty="0"/>
              <a:t>All of them were evaluated for a specific classification accuracy (90%)</a:t>
            </a:r>
          </a:p>
          <a:p>
            <a:endParaRPr lang="en-CA" dirty="0"/>
          </a:p>
          <a:p>
            <a:r>
              <a:rPr lang="en-CA" dirty="0"/>
              <a:t>Major difficulty: only found 5 papers on varying electrode count and accuracy</a:t>
            </a:r>
          </a:p>
        </p:txBody>
      </p:sp>
    </p:spTree>
    <p:extLst>
      <p:ext uri="{BB962C8B-B14F-4D97-AF65-F5344CB8AC3E}">
        <p14:creationId xmlns:p14="http://schemas.microsoft.com/office/powerpoint/2010/main" val="324329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D799657-CBB6-E166-2F1F-3E60F47F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73E4BA3-E038-B0CA-6613-25987051CB59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F14D7D0A-4C0D-0A39-F0B8-71B71A0EA574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30C2E9DF-DACC-4A1B-31EF-2A21D1B82498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E5350-868B-054D-B17C-E05FD96E3E7A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52C4D095-81D3-FAC3-AEA2-378B3037FC63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1DDA1E7B-18B9-5E73-27D3-53B94BFE4AF6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DB763D21-E26A-189A-D936-9E9B6C02348D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81D96609-BD4C-F1C7-9C85-4708152E18BE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F3530608-8DFD-5124-28D4-D67CA392C66F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6061F91-74D2-A8F4-B070-CB5EC45A974B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C9BBEC7B-8AF8-2B0C-73FA-9BCF9C530184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605641A0-16E0-A289-65D8-77F95F8B50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A4BA04E-9076-2D86-DED1-273F09A4B4E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668FF90-326C-0ABF-6729-365602166ED0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EDC48-9C03-F05C-C505-00D8AABF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Trends looked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E261F-7F10-A879-C26D-57F3F62B8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Quick conclusions:</a:t>
            </a:r>
          </a:p>
          <a:p>
            <a:pPr lvl="1"/>
            <a:r>
              <a:rPr lang="en-CA" dirty="0"/>
              <a:t>Never the same amount of electrodes</a:t>
            </a:r>
          </a:p>
          <a:p>
            <a:pPr lvl="1"/>
            <a:r>
              <a:rPr lang="en-CA" dirty="0"/>
              <a:t>Always a smart selection/position of electrodes</a:t>
            </a:r>
          </a:p>
          <a:p>
            <a:pPr lvl="1"/>
            <a:r>
              <a:rPr lang="en-CA" dirty="0"/>
              <a:t>No paper got the same maximum classification accuracy</a:t>
            </a:r>
          </a:p>
          <a:p>
            <a:pPr lvl="1"/>
            <a:r>
              <a:rPr lang="en-CA" dirty="0"/>
              <a:t>Some papers put electrodes on the hand</a:t>
            </a:r>
          </a:p>
          <a:p>
            <a:pPr lvl="1"/>
            <a:endParaRPr lang="en-CA" dirty="0"/>
          </a:p>
          <a:p>
            <a:r>
              <a:rPr lang="en-CA" dirty="0"/>
              <a:t>Trends appear when taking in count percentage of electrode instead of absolute number of electrodes and classification accuracy relative to its max</a:t>
            </a:r>
          </a:p>
        </p:txBody>
      </p:sp>
    </p:spTree>
    <p:extLst>
      <p:ext uri="{BB962C8B-B14F-4D97-AF65-F5344CB8AC3E}">
        <p14:creationId xmlns:p14="http://schemas.microsoft.com/office/powerpoint/2010/main" val="388862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EE110A0-023F-A7D3-5328-F4F65FED1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39DC01BE-9848-37B9-D00A-8501E81F1158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F32B7A2-F5B0-66F8-BDE5-A40B9BD20A2A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B6940ED-2D6B-E72F-ECC8-916B3AFC74F4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F1F7A05-B8CC-CD1B-281C-F0EAE2B4A3EF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B92BF6EA-F34C-A400-AD69-A814AA83E1F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6D9338B5-2E1A-7C4F-0E49-EFF8FF51F787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AAFF6592-EB1D-DB03-B5D6-881675FD60F3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339D5C59-58BA-6685-63E8-6A37313DECF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C2E54446-64F1-F5B1-263D-B94172D49B9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C3B625EE-494A-8AA8-3BD1-55D8938DA47A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4CB92BB-F9CB-0227-11C0-5CD7A8000427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3F404181-4089-D9D9-6ACE-030F1524A9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231A696D-8EDD-C605-C8AB-B415CEB7C0B2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0C07FAF-F520-0741-FF99-C4814E3268C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6407E-4BDA-90F6-CFFB-9F2D66A3F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51" y="817276"/>
            <a:ext cx="10420369" cy="554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62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CE8B2A4-CCD5-B114-FD36-9C697614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59304579-7E08-F6AA-EAB5-29A825FAFB3D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CC9956B5-F511-6F2E-D365-850DB4CFFA9D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A5DB0AA-A744-8F8C-ED10-2F4B2435CB74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5D6B43B-6273-F742-34B9-02A6028F110D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CC2A68A5-52F8-48E4-5F04-C6D08C44741F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9FBBF61-E6E5-C6DA-22EF-9F6C7311844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154A9DDE-0C96-06DD-3461-4C24888C0B0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083CE99B-46D4-5605-C8AC-72FC927E39C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2FB0A6A-9BB9-F5BE-264B-6B9657DDF2B2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FA81BC49-0ACE-22B4-756B-BC6FE18F4418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4A9FE06E-3044-9922-40A0-9328EB7329D3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4572DAC3-0C96-36F6-266D-BD04481399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749006D-4261-464C-FF60-2F0E6B0F0A14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453A5CCD-E838-BD74-7E7D-3307113D1024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2F639-BD60-BA7E-BFD0-6994FA9FE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431" y="711823"/>
            <a:ext cx="9999209" cy="5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0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4D579B2-FCD8-F7E0-9230-B60A755A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924C5606-808A-433D-D5AC-B94DFBE9F562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5192579F-6CA7-007F-BC24-013D24EB280F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B0A7100-4719-9008-C1CA-3D0F2FFB1E7A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F2D6C1C-236D-A5C2-81B6-658D5CD865E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D65BF276-9263-5B59-FA95-892B55F5F33F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D73AFB67-AAAA-650A-6BD7-C899725A41A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4EB92BAB-4644-425A-BE22-72A1DDD3F10F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13C111F7-CDEC-1E6D-458C-7ABB8145D143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2CFF3B43-54BB-0B36-0024-D927C0148FE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631A01EA-E33A-B8B2-75E5-24D290F25D05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5A6D3CD-67FA-2798-1B9F-13EB2126E0D0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003D35ED-10CB-A95C-2A68-3E9C412D74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9B9A314-76D1-59F3-F362-0FDBAE11A962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527030E-12E2-C6C6-3653-ED5ACB6AFCB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61ABE-CF8E-4A11-09AB-4B6484C88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04" y="364750"/>
            <a:ext cx="10505310" cy="5545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40334-1CC4-5A10-E8E6-AC0D00F02EBB}"/>
              </a:ext>
            </a:extLst>
          </p:cNvPr>
          <p:cNvSpPr txBox="1"/>
          <p:nvPr/>
        </p:nvSpPr>
        <p:spPr>
          <a:xfrm>
            <a:off x="1563065" y="6073525"/>
            <a:ext cx="869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Logic trend: smaller electrodes -&gt; lower signal amplitude -&gt; need more electrodes</a:t>
            </a:r>
          </a:p>
        </p:txBody>
      </p:sp>
    </p:spTree>
    <p:extLst>
      <p:ext uri="{BB962C8B-B14F-4D97-AF65-F5344CB8AC3E}">
        <p14:creationId xmlns:p14="http://schemas.microsoft.com/office/powerpoint/2010/main" val="191128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4EBC29-F1A1-6D9A-BDC8-9DF0A0FD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7A64D879-B2AF-9147-23AB-5433FC3F90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D4B6F0F9-8D43-4DE1-A037-0A3F3B635C9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5213BD9-D4FB-059D-D239-0E319F979DF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520272-CA75-0957-6445-EDC4F427165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2F09B547-5EA3-6ED0-15E2-64755C737E6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F44B9D86-B246-DBCD-1FEB-C4CAE4165979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7241DDC3-66D9-EDC2-E90B-CD4951FAC091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64AD78F7-BFFD-6AF9-C1BD-179D1D479721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5A5A468-664B-5915-C631-A7111F73041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859E4A0-968B-782C-2930-4151EE32EC9E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E2DC6D7-8BF3-FB45-0B29-7AA4FB6BE7C8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B4FBA11-B6BA-3F1F-EB7F-B0D8D03758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68E7DB96-EC1D-D556-918F-E271A92449EE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3CC92-61A9-FBB4-90F9-8C9607A39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09" y="246887"/>
            <a:ext cx="10729375" cy="5666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4C3D6-7AFE-7B46-7D57-7E8AC4870070}"/>
              </a:ext>
            </a:extLst>
          </p:cNvPr>
          <p:cNvSpPr txBox="1"/>
          <p:nvPr/>
        </p:nvSpPr>
        <p:spPr>
          <a:xfrm>
            <a:off x="918876" y="6005066"/>
            <a:ext cx="10035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Logic trend: closer electrodes -&gt; smaller electrodes -&gt; lower signal amplitude -&gt; need more electrodes</a:t>
            </a:r>
          </a:p>
        </p:txBody>
      </p:sp>
    </p:spTree>
    <p:extLst>
      <p:ext uri="{BB962C8B-B14F-4D97-AF65-F5344CB8AC3E}">
        <p14:creationId xmlns:p14="http://schemas.microsoft.com/office/powerpoint/2010/main" val="141427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9F43A3-F971-ADE1-80E3-FC89762B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EB75C8BA-7FCF-5FB7-0FDC-160AC950266E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8A87F9DB-6ADD-42C1-1525-B4C446D067C1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E978B8-ABB0-177A-2A4F-4707BB75D1B3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BEC064D-06CB-9CAE-C749-E84751B92AF7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3A7CA7A6-60D7-C667-CAF4-D1BEBB055E91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E29BD81E-B583-DBEA-F711-EE00344883EA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C4B881B5-6531-1A93-88D2-9914539200E3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47736D7B-560A-BA95-4AC9-F23601F60E6D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245CEDEA-F98C-CCA4-DD9A-5BAA4AC0D1CA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7C1919C9-CC77-33C0-1F7A-3A0BC83AE183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9D935C7-4B46-05F1-FA1A-8F0830CDB1FD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156FBA6B-7120-0E46-DE5A-8D14217B6E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461AE489-9052-7579-8482-14184F910729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8D751-7BD8-175A-EF3E-7E30F9FC2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64" y="80030"/>
            <a:ext cx="10318021" cy="55193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056449-9C01-FAD7-28E7-E9BA43660ADD}"/>
              </a:ext>
            </a:extLst>
          </p:cNvPr>
          <p:cNvSpPr txBox="1"/>
          <p:nvPr/>
        </p:nvSpPr>
        <p:spPr>
          <a:xfrm>
            <a:off x="954025" y="5898931"/>
            <a:ext cx="9861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Trend seems to look like more movements requires a little more electrodes</a:t>
            </a:r>
          </a:p>
        </p:txBody>
      </p:sp>
    </p:spTree>
    <p:extLst>
      <p:ext uri="{BB962C8B-B14F-4D97-AF65-F5344CB8AC3E}">
        <p14:creationId xmlns:p14="http://schemas.microsoft.com/office/powerpoint/2010/main" val="3886227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3A0673-9C93-A05E-B1D6-C5BF619D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4B5548F4-F25F-3F29-5A77-C1DBEFE454C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0C19A126-B17C-AFDF-C0B2-0AB89BCC8908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587E833-73C6-16BB-249B-0FC4BA12B7E9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FCD5D04-62B2-B472-3AB0-62E8605C7CA1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54C193EB-8B73-D28A-D6B4-01DEC19F5CAE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D27DEAF3-9A99-C1BF-F119-7EDA20455E02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FFC421C7-4276-11AE-0A3C-1D964D1EBE73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99646C63-E5D8-5F3D-AD64-331FEF470278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70E64E1B-A978-4098-7126-0F18420AAA64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235C2775-19FB-CE3D-8CA8-C27765588373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F859B1EA-69D6-9846-AC51-445E2D41D9BC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B95B468-1B48-55D4-042A-2B28DD0E31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6237E-28F0-5149-173A-D81996B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Next trend to look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48DEB-7A58-F2F5-5B1D-076E15E88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Number of detectable motor units vs number of electrodes</a:t>
            </a:r>
          </a:p>
          <a:p>
            <a:endParaRPr lang="en-CA" dirty="0"/>
          </a:p>
          <a:p>
            <a:r>
              <a:rPr lang="en-CA" dirty="0"/>
              <a:t>As of right now: only found 1 paper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sz="1800" dirty="0"/>
              <a:t>A. H. Caillet </a:t>
            </a:r>
            <a:r>
              <a:rPr lang="en-CA" sz="1800" i="1" dirty="0"/>
              <a:t>et al.</a:t>
            </a:r>
            <a:r>
              <a:rPr lang="en-CA" sz="1800" dirty="0"/>
              <a:t>, « Larger and Denser: An Optimal Design for Surface Grids of EMG Electrodes to Identify Greater and More Representative Samples of Motor Units », </a:t>
            </a:r>
            <a:r>
              <a:rPr lang="en-CA" sz="1800" i="1" dirty="0" err="1"/>
              <a:t>eNeuro</a:t>
            </a:r>
            <a:r>
              <a:rPr lang="en-CA" sz="1800" dirty="0"/>
              <a:t>, vol. 10, n</a:t>
            </a:r>
            <a:r>
              <a:rPr lang="en-CA" sz="1800" baseline="30000" dirty="0"/>
              <a:t>o</a:t>
            </a:r>
            <a:r>
              <a:rPr lang="en-CA" sz="1800" dirty="0"/>
              <a:t> 9, p. ENEURO.0064-23.2023, sept. 2023, </a:t>
            </a:r>
            <a:r>
              <a:rPr lang="en-CA" sz="1800" dirty="0" err="1"/>
              <a:t>doi</a:t>
            </a:r>
            <a:r>
              <a:rPr lang="en-CA" sz="1800" dirty="0"/>
              <a:t>: </a:t>
            </a:r>
            <a:r>
              <a:rPr lang="en-CA" sz="1800" dirty="0">
                <a:hlinkClick r:id="rId4"/>
              </a:rPr>
              <a:t>10.1523/ENEURO.0064-23.2023</a:t>
            </a:r>
            <a:r>
              <a:rPr lang="en-CA" sz="1800" dirty="0"/>
              <a:t>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6598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1F4CBA8-3E0E-900A-8C7A-5806D6F8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03200DDF-6D5F-6445-DA71-7DE3B472106F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1EC6A879-E918-97CC-170B-8D49E10D93C5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54571F2-3729-A2B4-5E93-10B64A6DC5E2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4CCBDE0-AD94-41FE-1CA6-FF8B9C59FBE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4D1398C5-5218-50AC-EAEF-9DFDF9AFE4C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055D2853-F99D-FFA4-D86D-A057ACB379DF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39AF5D66-99A6-405A-3EC0-42128BDD91BF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F57B3FE9-C6DB-995E-439F-0FCF46819227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0BE2109E-DED0-F7B7-9C42-FDE29403527F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519578FB-AAA0-F7DC-6EFF-E170CFD9D796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B9FFF6F8-4BBD-1AAA-E0AC-38C3853D4CD2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D7CAB043-A9BB-2907-83D6-9CDEF0E8D6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A58C4650-9B17-9CE2-0EF8-9A13167FD43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0D06E14-DE2E-7329-42D8-9A719AB142CF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DAD00-2174-3D6C-6CBA-DDB178C48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759" y="415143"/>
            <a:ext cx="7775436" cy="577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435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0802CDC-26FE-AAD3-8331-FADFC6E2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674DE7D9-475B-6627-DAB3-131EF38B6D0A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B7428482-A278-C61A-E475-EBE644870015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10C068A-BC09-A0CA-8413-92408531455A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020A7C-6A71-419C-BF57-22164D57608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303FE17E-D56E-3B72-087C-4D0106AADA7C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4B95B52-BD3C-066E-AE01-715BAA0A225D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1AA3D75A-7EE4-2089-61D2-6A4C10E529B4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CFBA8FBF-F60C-60B9-8925-A16404F0B4AB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6F0C0097-6C2E-6F79-8CD9-9E0173F0F7DC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4A4C124A-6EE0-A028-4667-6E0D3527B14C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4437CD7F-B213-061C-9B4B-54D67F38EDBE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34E90FD-A453-16CB-389D-5D97B31BFE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57D3AB6-B600-3504-21F3-73E83134E567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E8CACA0-2E21-3B70-7173-11A5663F7B0A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3F91F-EF6A-0F31-8A51-C277908CE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9" y="117128"/>
            <a:ext cx="10905956" cy="4410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8D4BA4-F344-0D9B-64A9-33E1AEE70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44" y="4385116"/>
            <a:ext cx="8694303" cy="222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9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1CA74A5-4DAA-7BA6-E5EE-057829C5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35F17266-0B62-AC9D-A693-14F503F97AF4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BE3A69EB-4ABC-A47C-3E90-1648BCACE303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9F6062-B935-969B-5E84-ADA0E1BB9877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5A526E0-DEBC-CC98-639F-FF53DCF97728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E1D5A9A4-E06A-6476-DCE2-09C050AA9E3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C9DE8832-980A-1761-42A8-D161F7FBD6C7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FE6ABFD5-8466-783F-ED77-29FACE5558B8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3D3ACF5C-B8F4-7F76-EB32-6B96560E415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AB807FCB-2455-130A-B0DF-46940AB04771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7572B5CC-9C0B-520C-E846-B8C745A18F09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6D78A618-3DCA-3030-C4B7-BFE1714B116D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E6D1FD62-AD12-4367-58ED-76E19FEFFD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84507D7-176D-DD55-BD57-25C6ADFB8D36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D3ACF00F-5A28-389E-772C-9F0EFEA82FA6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A29C68-30F1-5A27-B90D-C9457C9EE85F}"/>
              </a:ext>
            </a:extLst>
          </p:cNvPr>
          <p:cNvGrpSpPr/>
          <p:nvPr/>
        </p:nvGrpSpPr>
        <p:grpSpPr>
          <a:xfrm>
            <a:off x="1844548" y="623496"/>
            <a:ext cx="7866694" cy="5611008"/>
            <a:chOff x="1844548" y="623496"/>
            <a:chExt cx="7866694" cy="56110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9375AF3-E7E0-6B0A-16A7-49E74CB0E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0758" y="623496"/>
              <a:ext cx="7230484" cy="561100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8D6898-531D-C232-3BB6-897B60C43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44548" y="2833370"/>
              <a:ext cx="762106" cy="1343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3018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A7BE44F-D9A6-7A46-3FB6-96B7B369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3B011C16-645C-EB8A-3A18-5FC0A09747DE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7C5E89F8-B267-34E1-8D1B-C8ADA5376891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EFA8B80-02AC-1215-2557-24077335E8B4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FAE409-E77B-CFA9-7F8E-2E13C0F5764F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ECB5BD61-24EF-F2D5-8B2E-DEA1BBFF1EC4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974A119D-FF90-398E-85F1-75CA808117E8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2564257A-BAE8-3E50-9B74-2D6F9C7C19C9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12DC90E-6870-80A2-FB83-8A4BD11F032E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FC3AFC4A-7D93-6168-5D39-6F37D4602907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363144B5-65D3-70B9-A9A7-9A6031BDD166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517C3AC-69AD-BBCF-571B-1BAB34AFA8DB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B7C55D9A-177A-D9C5-9739-DEEACD132E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C6CF6074-560F-9A83-9F1B-037676E2A8ED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4C01D937-B290-51DE-47DC-6C52AD41C229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C1413-4F23-51A2-8A85-222937DB4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64" y="415143"/>
            <a:ext cx="10796907" cy="623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57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04954F5-744E-5E08-DEEB-9AB580B6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DD293FF5-EA8C-76DF-7BDE-69C8CED7A175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269B06CC-17CB-B3DE-DA6D-F5ABF65AF5FC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6CDBA06-3D7E-9BCC-2784-94F38402FAA1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CD19A30-2EEE-9456-5495-225F4BB8CF71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91B6F819-CA57-3CBB-1879-0C403D8C0B16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DF995B85-9603-C773-59F7-A9FDA2B9F155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BFCEB41F-A343-D739-1094-768B03063810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D319A897-B380-D5BA-54D8-E74E9299A8A6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DBAB5A65-20B0-820A-1050-6179B55A468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BF7CFE4C-6CFC-B84B-873B-0FC1B6F469AC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AA05ED01-2A92-87F9-D4A6-FE9E8775E3E1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97296B87-FD83-0B6C-4A56-4826C44A68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AA3E6F2A-415A-8096-2DBE-9F2E75B048FE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1CCA1275-6508-BA29-836A-E2B74A82251C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7D1DE-920A-FF01-B03D-A1E5B5A1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Partial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735DF-2A40-B6C4-03EC-7F63BFC3D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Going denser:</a:t>
            </a:r>
          </a:p>
          <a:p>
            <a:pPr lvl="1"/>
            <a:r>
              <a:rPr lang="en-CA" dirty="0"/>
              <a:t>Tends to give a little more accuracy</a:t>
            </a:r>
          </a:p>
          <a:p>
            <a:pPr lvl="1"/>
            <a:r>
              <a:rPr lang="en-CA" dirty="0"/>
              <a:t>Seems to give more detectable motor units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3497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C40998C-B239-4CB4-F766-63207F29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>
            <a:extLst>
              <a:ext uri="{FF2B5EF4-FFF2-40B4-BE49-F238E27FC236}">
                <a16:creationId xmlns:a16="http://schemas.microsoft.com/office/drawing/2014/main" id="{9F28E970-3C8A-C784-64B5-ED50B6B520C8}"/>
              </a:ext>
            </a:extLst>
          </p:cNvPr>
          <p:cNvGrpSpPr/>
          <p:nvPr/>
        </p:nvGrpSpPr>
        <p:grpSpPr>
          <a:xfrm>
            <a:off x="7424928" y="0"/>
            <a:ext cx="4767667" cy="6858889"/>
            <a:chOff x="7424928" y="0"/>
            <a:chExt cx="4767667" cy="6858889"/>
          </a:xfrm>
        </p:grpSpPr>
        <p:sp>
          <p:nvSpPr>
            <p:cNvPr id="108" name="Google Shape;108;p2">
              <a:extLst>
                <a:ext uri="{FF2B5EF4-FFF2-40B4-BE49-F238E27FC236}">
                  <a16:creationId xmlns:a16="http://schemas.microsoft.com/office/drawing/2014/main" id="{185C562A-C520-6220-622E-C887E24095B0}"/>
                </a:ext>
              </a:extLst>
            </p:cNvPr>
            <p:cNvSpPr/>
            <p:nvPr/>
          </p:nvSpPr>
          <p:spPr>
            <a:xfrm>
              <a:off x="9371076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 extrusionOk="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noFill/>
            <a:ln w="9525" cap="flat" cmpd="sng">
              <a:solidFill>
                <a:srgbClr val="BEB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BE4CA86-2410-4E10-2B95-623C5D2EC215}"/>
                </a:ext>
              </a:extLst>
            </p:cNvPr>
            <p:cNvSpPr/>
            <p:nvPr/>
          </p:nvSpPr>
          <p:spPr>
            <a:xfrm>
              <a:off x="7424928" y="3681984"/>
              <a:ext cx="4763770" cy="3176905"/>
            </a:xfrm>
            <a:custGeom>
              <a:avLst/>
              <a:gdLst/>
              <a:ahLst/>
              <a:cxnLst/>
              <a:rect l="l" t="t" r="r" b="b"/>
              <a:pathLst>
                <a:path w="4763770" h="3176904" extrusionOk="0">
                  <a:moveTo>
                    <a:pt x="4763516" y="0"/>
                  </a:moveTo>
                  <a:lnTo>
                    <a:pt x="0" y="3176586"/>
                  </a:lnTo>
                </a:path>
              </a:pathLst>
            </a:custGeom>
            <a:noFill/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87FE94A-767B-30EC-A87C-F9F89B9C5C03}"/>
                </a:ext>
              </a:extLst>
            </p:cNvPr>
            <p:cNvSpPr/>
            <p:nvPr/>
          </p:nvSpPr>
          <p:spPr>
            <a:xfrm>
              <a:off x="9182101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6850" y="0"/>
                  </a:moveTo>
                  <a:lnTo>
                    <a:pt x="2042483" y="0"/>
                  </a:lnTo>
                  <a:lnTo>
                    <a:pt x="0" y="6857996"/>
                  </a:lnTo>
                  <a:lnTo>
                    <a:pt x="3006850" y="6857996"/>
                  </a:lnTo>
                  <a:lnTo>
                    <a:pt x="3006850" y="0"/>
                  </a:lnTo>
                  <a:close/>
                </a:path>
              </a:pathLst>
            </a:custGeom>
            <a:solidFill>
              <a:srgbClr val="122C4A">
                <a:alpha val="2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>
              <a:extLst>
                <a:ext uri="{FF2B5EF4-FFF2-40B4-BE49-F238E27FC236}">
                  <a16:creationId xmlns:a16="http://schemas.microsoft.com/office/drawing/2014/main" id="{A8C6A1AF-C7E1-EB18-F032-D789B71F9415}"/>
                </a:ext>
              </a:extLst>
            </p:cNvPr>
            <p:cNvSpPr/>
            <p:nvPr/>
          </p:nvSpPr>
          <p:spPr>
            <a:xfrm>
              <a:off x="9604335" y="0"/>
              <a:ext cx="2588260" cy="6858000"/>
            </a:xfrm>
            <a:custGeom>
              <a:avLst/>
              <a:gdLst/>
              <a:ahLst/>
              <a:cxnLst/>
              <a:rect l="l" t="t" r="r" b="b"/>
              <a:pathLst>
                <a:path w="2588259" h="6858000" extrusionOk="0">
                  <a:moveTo>
                    <a:pt x="2587664" y="0"/>
                  </a:moveTo>
                  <a:lnTo>
                    <a:pt x="0" y="0"/>
                  </a:lnTo>
                  <a:lnTo>
                    <a:pt x="1208190" y="6857996"/>
                  </a:lnTo>
                  <a:lnTo>
                    <a:pt x="2587664" y="6857996"/>
                  </a:lnTo>
                  <a:lnTo>
                    <a:pt x="2587664" y="0"/>
                  </a:lnTo>
                  <a:close/>
                </a:path>
              </a:pathLst>
            </a:custGeom>
            <a:solidFill>
              <a:srgbClr val="122C4A">
                <a:alpha val="1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>
              <a:extLst>
                <a:ext uri="{FF2B5EF4-FFF2-40B4-BE49-F238E27FC236}">
                  <a16:creationId xmlns:a16="http://schemas.microsoft.com/office/drawing/2014/main" id="{939B48FE-AEAF-51D3-BD76-4E686E229CD2}"/>
                </a:ext>
              </a:extLst>
            </p:cNvPr>
            <p:cNvSpPr/>
            <p:nvPr/>
          </p:nvSpPr>
          <p:spPr>
            <a:xfrm>
              <a:off x="8932164" y="3048000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835" y="0"/>
                  </a:moveTo>
                  <a:lnTo>
                    <a:pt x="0" y="3809999"/>
                  </a:lnTo>
                  <a:lnTo>
                    <a:pt x="3259835" y="3809999"/>
                  </a:lnTo>
                  <a:lnTo>
                    <a:pt x="3259835" y="0"/>
                  </a:lnTo>
                  <a:close/>
                </a:path>
              </a:pathLst>
            </a:custGeom>
            <a:solidFill>
              <a:srgbClr val="F0B952">
                <a:alpha val="7098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>
              <a:extLst>
                <a:ext uri="{FF2B5EF4-FFF2-40B4-BE49-F238E27FC236}">
                  <a16:creationId xmlns:a16="http://schemas.microsoft.com/office/drawing/2014/main" id="{422D757E-89E6-DB24-6B3C-8B053D46C626}"/>
                </a:ext>
              </a:extLst>
            </p:cNvPr>
            <p:cNvSpPr/>
            <p:nvPr/>
          </p:nvSpPr>
          <p:spPr>
            <a:xfrm>
              <a:off x="9337790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161" y="0"/>
                  </a:moveTo>
                  <a:lnTo>
                    <a:pt x="0" y="0"/>
                  </a:lnTo>
                  <a:lnTo>
                    <a:pt x="2467620" y="6857996"/>
                  </a:lnTo>
                  <a:lnTo>
                    <a:pt x="2851161" y="6857996"/>
                  </a:lnTo>
                  <a:lnTo>
                    <a:pt x="2851161" y="0"/>
                  </a:lnTo>
                  <a:close/>
                </a:path>
              </a:pathLst>
            </a:custGeom>
            <a:solidFill>
              <a:srgbClr val="E09912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>
              <a:extLst>
                <a:ext uri="{FF2B5EF4-FFF2-40B4-BE49-F238E27FC236}">
                  <a16:creationId xmlns:a16="http://schemas.microsoft.com/office/drawing/2014/main" id="{79C2C6B4-220B-6C6D-7351-D1B210F421ED}"/>
                </a:ext>
              </a:extLst>
            </p:cNvPr>
            <p:cNvSpPr/>
            <p:nvPr/>
          </p:nvSpPr>
          <p:spPr>
            <a:xfrm>
              <a:off x="10898124" y="0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 extrusionOk="0">
                  <a:moveTo>
                    <a:pt x="1290827" y="0"/>
                  </a:moveTo>
                  <a:lnTo>
                    <a:pt x="1018958" y="0"/>
                  </a:lnTo>
                  <a:lnTo>
                    <a:pt x="0" y="6857996"/>
                  </a:lnTo>
                  <a:lnTo>
                    <a:pt x="1290827" y="6857996"/>
                  </a:lnTo>
                  <a:lnTo>
                    <a:pt x="1290827" y="0"/>
                  </a:lnTo>
                  <a:close/>
                </a:path>
              </a:pathLst>
            </a:custGeom>
            <a:solidFill>
              <a:srgbClr val="3879CD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>
              <a:extLst>
                <a:ext uri="{FF2B5EF4-FFF2-40B4-BE49-F238E27FC236}">
                  <a16:creationId xmlns:a16="http://schemas.microsoft.com/office/drawing/2014/main" id="{DBDD69F5-BCCE-D4B2-27B0-CF7F9D78E319}"/>
                </a:ext>
              </a:extLst>
            </p:cNvPr>
            <p:cNvSpPr/>
            <p:nvPr/>
          </p:nvSpPr>
          <p:spPr>
            <a:xfrm>
              <a:off x="10940749" y="0"/>
              <a:ext cx="1248410" cy="6858000"/>
            </a:xfrm>
            <a:custGeom>
              <a:avLst/>
              <a:gdLst/>
              <a:ahLst/>
              <a:cxnLst/>
              <a:rect l="l" t="t" r="r" b="b"/>
              <a:pathLst>
                <a:path w="1248409" h="6858000" extrusionOk="0">
                  <a:moveTo>
                    <a:pt x="1248203" y="0"/>
                  </a:moveTo>
                  <a:lnTo>
                    <a:pt x="0" y="0"/>
                  </a:lnTo>
                  <a:lnTo>
                    <a:pt x="1107740" y="6857996"/>
                  </a:lnTo>
                  <a:lnTo>
                    <a:pt x="1248203" y="6857996"/>
                  </a:lnTo>
                  <a:lnTo>
                    <a:pt x="1248203" y="0"/>
                  </a:lnTo>
                  <a:close/>
                </a:path>
              </a:pathLst>
            </a:custGeom>
            <a:solidFill>
              <a:srgbClr val="122C4A">
                <a:alpha val="6392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>
              <a:extLst>
                <a:ext uri="{FF2B5EF4-FFF2-40B4-BE49-F238E27FC236}">
                  <a16:creationId xmlns:a16="http://schemas.microsoft.com/office/drawing/2014/main" id="{B47020CA-7C1F-E196-4E63-0CB21D21D4A7}"/>
                </a:ext>
              </a:extLst>
            </p:cNvPr>
            <p:cNvSpPr/>
            <p:nvPr/>
          </p:nvSpPr>
          <p:spPr>
            <a:xfrm>
              <a:off x="10372344" y="3590544"/>
              <a:ext cx="1816735" cy="3267710"/>
            </a:xfrm>
            <a:custGeom>
              <a:avLst/>
              <a:gdLst/>
              <a:ahLst/>
              <a:cxnLst/>
              <a:rect l="l" t="t" r="r" b="b"/>
              <a:pathLst>
                <a:path w="1816734" h="3267709" extrusionOk="0">
                  <a:moveTo>
                    <a:pt x="1816607" y="0"/>
                  </a:moveTo>
                  <a:lnTo>
                    <a:pt x="0" y="3267455"/>
                  </a:lnTo>
                  <a:lnTo>
                    <a:pt x="1816607" y="3267455"/>
                  </a:lnTo>
                  <a:lnTo>
                    <a:pt x="1816607" y="0"/>
                  </a:lnTo>
                  <a:close/>
                </a:path>
              </a:pathLst>
            </a:custGeom>
            <a:solidFill>
              <a:srgbClr val="122C4A">
                <a:alpha val="7882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24FA48B1-E586-9406-1857-2D127112F07A}"/>
              </a:ext>
            </a:extLst>
          </p:cNvPr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 extrusionOk="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122C4A">
              <a:alpha val="83921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">
            <a:extLst>
              <a:ext uri="{FF2B5EF4-FFF2-40B4-BE49-F238E27FC236}">
                <a16:creationId xmlns:a16="http://schemas.microsoft.com/office/drawing/2014/main" id="{B9C7B35D-E099-4F17-F2CE-6ADD8A1FAB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11" y="0"/>
            <a:ext cx="1066800" cy="4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795D1D9-C695-6FDD-6253-2855565AAC63}"/>
              </a:ext>
            </a:extLst>
          </p:cNvPr>
          <p:cNvSpPr/>
          <p:nvPr/>
        </p:nvSpPr>
        <p:spPr>
          <a:xfrm>
            <a:off x="828329" y="5376652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0D690D76-54F7-0C39-D02E-19D0C07D1A85}"/>
              </a:ext>
            </a:extLst>
          </p:cNvPr>
          <p:cNvSpPr/>
          <p:nvPr/>
        </p:nvSpPr>
        <p:spPr>
          <a:xfrm>
            <a:off x="3198876" y="2734627"/>
            <a:ext cx="56083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E3761-9405-B62F-66C0-D42B40A5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CA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4A1F2-A934-4433-F9AF-00123165C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Keep trying to find papers on motor unit detection vs quantity of electrodes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4504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94E571C96249947AF13F777C3916" ma:contentTypeVersion="11" ma:contentTypeDescription="Create a new document." ma:contentTypeScope="" ma:versionID="32f3e3dbf5c00dd14358b190e05f6610">
  <xsd:schema xmlns:xsd="http://www.w3.org/2001/XMLSchema" xmlns:xs="http://www.w3.org/2001/XMLSchema" xmlns:p="http://schemas.microsoft.com/office/2006/metadata/properties" xmlns:ns2="3606489e-11c3-4fd4-8b0d-38c84dce880a" xmlns:ns3="bea3b32f-3821-4413-abbe-b6b43d475949" targetNamespace="http://schemas.microsoft.com/office/2006/metadata/properties" ma:root="true" ma:fieldsID="ed37537aec0b87aed9704591e269c2a2" ns2:_="" ns3:_="">
    <xsd:import namespace="3606489e-11c3-4fd4-8b0d-38c84dce880a"/>
    <xsd:import namespace="bea3b32f-3821-4413-abbe-b6b43d475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6489e-11c3-4fd4-8b0d-38c84dce8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eaa8290-3616-4126-84aa-16f277ca9c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3b32f-3821-4413-abbe-b6b43d475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fd0a47-6781-48cf-8e1a-f9c3cc5d7710}" ma:internalName="TaxCatchAll" ma:showField="CatchAllData" ma:web="bea3b32f-3821-4413-abbe-b6b43d475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7D68A9-96C5-48E1-B021-F48510BDE7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CE2D6E-7FC2-495B-9135-41F149EBD8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6489e-11c3-4fd4-8b0d-38c84dce880a"/>
    <ds:schemaRef ds:uri="bea3b32f-3821-4413-abbe-b6b43d475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271</Words>
  <Application>Microsoft Office PowerPoint</Application>
  <PresentationFormat>Widescreen</PresentationFormat>
  <Paragraphs>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Update</vt:lpstr>
      <vt:lpstr>Trends looked for</vt:lpstr>
      <vt:lpstr>Trends looked for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trend to look for</vt:lpstr>
      <vt:lpstr>PowerPoint Presentation</vt:lpstr>
      <vt:lpstr>PowerPoint Presentation</vt:lpstr>
      <vt:lpstr>PowerPoint Presentation</vt:lpstr>
      <vt:lpstr>PowerPoint Presentation</vt:lpstr>
      <vt:lpstr>Partial conclusions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Avancements VR</dc:title>
  <dc:creator>Thomas Labbé</dc:creator>
  <cp:lastModifiedBy>Olivier Bergeron</cp:lastModifiedBy>
  <cp:revision>17</cp:revision>
  <dcterms:created xsi:type="dcterms:W3CDTF">2024-02-22T13:11:49Z</dcterms:created>
  <dcterms:modified xsi:type="dcterms:W3CDTF">2025-06-16T18:13:59Z</dcterms:modified>
</cp:coreProperties>
</file>