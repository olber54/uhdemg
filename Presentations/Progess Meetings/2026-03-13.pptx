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2"/>
  </p:notesMasterIdLst>
  <p:sldIdLst>
    <p:sldId id="302" r:id="rId4"/>
    <p:sldId id="390" r:id="rId5"/>
    <p:sldId id="383" r:id="rId6"/>
    <p:sldId id="389" r:id="rId7"/>
    <p:sldId id="385" r:id="rId8"/>
    <p:sldId id="386" r:id="rId9"/>
    <p:sldId id="388" r:id="rId10"/>
    <p:sldId id="39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2CF"/>
    <a:srgbClr val="00B050"/>
    <a:srgbClr val="DA20E8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FA9C5B-F748-4988-B746-DF23A47FC604}" v="49" dt="2026-03-13T14:35:14.5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29DD34B8-463E-481B-8BB8-7C2F32D58337}"/>
    <pc:docChg chg="undo redo custSel addSld delSld modSld sldOrd">
      <pc:chgData name="Olivier Bergeron" userId="25eb1b54-485f-4e43-901d-d18d08f0214c" providerId="ADAL" clId="{29DD34B8-463E-481B-8BB8-7C2F32D58337}" dt="2026-03-13T18:15:07.657" v="1047"/>
      <pc:docMkLst>
        <pc:docMk/>
      </pc:docMkLst>
      <pc:sldChg chg="addSp modSp mod">
        <pc:chgData name="Olivier Bergeron" userId="25eb1b54-485f-4e43-901d-d18d08f0214c" providerId="ADAL" clId="{29DD34B8-463E-481B-8BB8-7C2F32D58337}" dt="2026-03-13T14:31:27.797" v="981" actId="20577"/>
        <pc:sldMkLst>
          <pc:docMk/>
          <pc:sldMk cId="0" sldId="302"/>
        </pc:sldMkLst>
        <pc:spChg chg="add mod">
          <ac:chgData name="Olivier Bergeron" userId="25eb1b54-485f-4e43-901d-d18d08f0214c" providerId="ADAL" clId="{29DD34B8-463E-481B-8BB8-7C2F32D58337}" dt="2026-03-13T14:31:27.797" v="981" actId="20577"/>
          <ac:spMkLst>
            <pc:docMk/>
            <pc:sldMk cId="0" sldId="302"/>
            <ac:spMk id="3" creationId="{9653CE5B-2A1C-BF3C-DB8A-65409D331B2C}"/>
          </ac:spMkLst>
        </pc:spChg>
        <pc:spChg chg="mod">
          <ac:chgData name="Olivier Bergeron" userId="25eb1b54-485f-4e43-901d-d18d08f0214c" providerId="ADAL" clId="{29DD34B8-463E-481B-8BB8-7C2F32D58337}" dt="2026-03-13T14:31:08.774" v="969" actId="20577"/>
          <ac:spMkLst>
            <pc:docMk/>
            <pc:sldMk cId="0" sldId="302"/>
            <ac:spMk id="99" creationId="{00000000-0000-0000-0000-000000000000}"/>
          </ac:spMkLst>
        </pc:spChg>
      </pc:sldChg>
      <pc:sldChg chg="addSp delSp modSp mod">
        <pc:chgData name="Olivier Bergeron" userId="25eb1b54-485f-4e43-901d-d18d08f0214c" providerId="ADAL" clId="{29DD34B8-463E-481B-8BB8-7C2F32D58337}" dt="2026-03-13T13:14:32.539" v="142" actId="1076"/>
        <pc:sldMkLst>
          <pc:docMk/>
          <pc:sldMk cId="1414278494" sldId="383"/>
        </pc:sldMkLst>
        <pc:spChg chg="mod">
          <ac:chgData name="Olivier Bergeron" userId="25eb1b54-485f-4e43-901d-d18d08f0214c" providerId="ADAL" clId="{29DD34B8-463E-481B-8BB8-7C2F32D58337}" dt="2026-03-10T15:52:43.608" v="19" actId="20577"/>
          <ac:spMkLst>
            <pc:docMk/>
            <pc:sldMk cId="1414278494" sldId="383"/>
            <ac:spMk id="2" creationId="{18048F7F-64D3-735E-583A-101D87082AD9}"/>
          </ac:spMkLst>
        </pc:spChg>
        <pc:spChg chg="add mod">
          <ac:chgData name="Olivier Bergeron" userId="25eb1b54-485f-4e43-901d-d18d08f0214c" providerId="ADAL" clId="{29DD34B8-463E-481B-8BB8-7C2F32D58337}" dt="2026-03-13T13:13:57.978" v="130" actId="1076"/>
          <ac:spMkLst>
            <pc:docMk/>
            <pc:sldMk cId="1414278494" sldId="383"/>
            <ac:spMk id="16" creationId="{74D87A3C-C2E1-2E6E-5FB9-6338C681ACC2}"/>
          </ac:spMkLst>
        </pc:spChg>
        <pc:spChg chg="add mod">
          <ac:chgData name="Olivier Bergeron" userId="25eb1b54-485f-4e43-901d-d18d08f0214c" providerId="ADAL" clId="{29DD34B8-463E-481B-8BB8-7C2F32D58337}" dt="2026-03-13T13:13:15.813" v="121" actId="1076"/>
          <ac:spMkLst>
            <pc:docMk/>
            <pc:sldMk cId="1414278494" sldId="383"/>
            <ac:spMk id="17" creationId="{0A3A27A1-82C5-E2BC-F593-CD4B70844DFD}"/>
          </ac:spMkLst>
        </pc:spChg>
        <pc:spChg chg="add mod">
          <ac:chgData name="Olivier Bergeron" userId="25eb1b54-485f-4e43-901d-d18d08f0214c" providerId="ADAL" clId="{29DD34B8-463E-481B-8BB8-7C2F32D58337}" dt="2026-03-13T13:14:32.539" v="142" actId="1076"/>
          <ac:spMkLst>
            <pc:docMk/>
            <pc:sldMk cId="1414278494" sldId="383"/>
            <ac:spMk id="18" creationId="{107626D6-191D-33F9-F81A-7EE3BC529CD4}"/>
          </ac:spMkLst>
        </pc:spChg>
        <pc:grpChg chg="mod">
          <ac:chgData name="Olivier Bergeron" userId="25eb1b54-485f-4e43-901d-d18d08f0214c" providerId="ADAL" clId="{29DD34B8-463E-481B-8BB8-7C2F32D58337}" dt="2026-03-13T13:14:28.748" v="141" actId="1076"/>
          <ac:grpSpMkLst>
            <pc:docMk/>
            <pc:sldMk cId="1414278494" sldId="383"/>
            <ac:grpSpMk id="107" creationId="{7A64D879-B2AF-9147-23AB-5433FC3F900A}"/>
          </ac:grpSpMkLst>
        </pc:grpChg>
        <pc:picChg chg="add mod">
          <ac:chgData name="Olivier Bergeron" userId="25eb1b54-485f-4e43-901d-d18d08f0214c" providerId="ADAL" clId="{29DD34B8-463E-481B-8BB8-7C2F32D58337}" dt="2026-03-10T16:05:35.657" v="58" actId="1076"/>
          <ac:picMkLst>
            <pc:docMk/>
            <pc:sldMk cId="1414278494" sldId="383"/>
            <ac:picMk id="7" creationId="{A7BE85FC-7E96-6552-9B44-721CFC6215F8}"/>
          </ac:picMkLst>
        </pc:picChg>
        <pc:cxnChg chg="add mod">
          <ac:chgData name="Olivier Bergeron" userId="25eb1b54-485f-4e43-901d-d18d08f0214c" providerId="ADAL" clId="{29DD34B8-463E-481B-8BB8-7C2F32D58337}" dt="2026-03-13T13:12:17.912" v="99" actId="208"/>
          <ac:cxnSpMkLst>
            <pc:docMk/>
            <pc:sldMk cId="1414278494" sldId="383"/>
            <ac:cxnSpMk id="4" creationId="{A0923364-AE36-FABE-B2A6-D9FAB2463F25}"/>
          </ac:cxnSpMkLst>
        </pc:cxnChg>
        <pc:cxnChg chg="add mod">
          <ac:chgData name="Olivier Bergeron" userId="25eb1b54-485f-4e43-901d-d18d08f0214c" providerId="ADAL" clId="{29DD34B8-463E-481B-8BB8-7C2F32D58337}" dt="2026-03-13T13:12:29.226" v="103" actId="14100"/>
          <ac:cxnSpMkLst>
            <pc:docMk/>
            <pc:sldMk cId="1414278494" sldId="383"/>
            <ac:cxnSpMk id="6" creationId="{1569BC54-692D-F789-C906-5FA3B8C08BDF}"/>
          </ac:cxnSpMkLst>
        </pc:cxnChg>
        <pc:cxnChg chg="add mod">
          <ac:chgData name="Olivier Bergeron" userId="25eb1b54-485f-4e43-901d-d18d08f0214c" providerId="ADAL" clId="{29DD34B8-463E-481B-8BB8-7C2F32D58337}" dt="2026-03-13T13:12:44.627" v="107" actId="14100"/>
          <ac:cxnSpMkLst>
            <pc:docMk/>
            <pc:sldMk cId="1414278494" sldId="383"/>
            <ac:cxnSpMk id="12" creationId="{64764E04-1283-15D5-6EFE-69623D7D12C1}"/>
          </ac:cxnSpMkLst>
        </pc:cxnChg>
      </pc:sldChg>
      <pc:sldChg chg="addSp delSp modSp add mod">
        <pc:chgData name="Olivier Bergeron" userId="25eb1b54-485f-4e43-901d-d18d08f0214c" providerId="ADAL" clId="{29DD34B8-463E-481B-8BB8-7C2F32D58337}" dt="2026-03-13T14:30:45.123" v="962" actId="20577"/>
        <pc:sldMkLst>
          <pc:docMk/>
          <pc:sldMk cId="2391693164" sldId="385"/>
        </pc:sldMkLst>
        <pc:spChg chg="del">
          <ac:chgData name="Olivier Bergeron" userId="25eb1b54-485f-4e43-901d-d18d08f0214c" providerId="ADAL" clId="{29DD34B8-463E-481B-8BB8-7C2F32D58337}" dt="2026-03-13T13:16:24.003" v="143" actId="478"/>
          <ac:spMkLst>
            <pc:docMk/>
            <pc:sldMk cId="2391693164" sldId="385"/>
            <ac:spMk id="3" creationId="{56B6B527-8F97-0EA5-8BE5-F12853C45E23}"/>
          </ac:spMkLst>
        </pc:spChg>
        <pc:spChg chg="add mod">
          <ac:chgData name="Olivier Bergeron" userId="25eb1b54-485f-4e43-901d-d18d08f0214c" providerId="ADAL" clId="{29DD34B8-463E-481B-8BB8-7C2F32D58337}" dt="2026-03-13T13:19:37.943" v="158" actId="1582"/>
          <ac:spMkLst>
            <pc:docMk/>
            <pc:sldMk cId="2391693164" sldId="385"/>
            <ac:spMk id="4" creationId="{1978E14C-F5B8-01E7-47F7-0B86B71C5884}"/>
          </ac:spMkLst>
        </pc:spChg>
        <pc:spChg chg="add mod">
          <ac:chgData name="Olivier Bergeron" userId="25eb1b54-485f-4e43-901d-d18d08f0214c" providerId="ADAL" clId="{29DD34B8-463E-481B-8BB8-7C2F32D58337}" dt="2026-03-13T13:20:23.724" v="172" actId="1076"/>
          <ac:spMkLst>
            <pc:docMk/>
            <pc:sldMk cId="2391693164" sldId="385"/>
            <ac:spMk id="5" creationId="{313FA251-9674-ED2C-7755-BA453F8437B7}"/>
          </ac:spMkLst>
        </pc:spChg>
        <pc:spChg chg="add mod">
          <ac:chgData name="Olivier Bergeron" userId="25eb1b54-485f-4e43-901d-d18d08f0214c" providerId="ADAL" clId="{29DD34B8-463E-481B-8BB8-7C2F32D58337}" dt="2026-03-13T13:20:15.220" v="171" actId="1076"/>
          <ac:spMkLst>
            <pc:docMk/>
            <pc:sldMk cId="2391693164" sldId="385"/>
            <ac:spMk id="6" creationId="{162C99A3-B18D-4329-B8EF-CC866DEDB326}"/>
          </ac:spMkLst>
        </pc:spChg>
        <pc:spChg chg="add mod">
          <ac:chgData name="Olivier Bergeron" userId="25eb1b54-485f-4e43-901d-d18d08f0214c" providerId="ADAL" clId="{29DD34B8-463E-481B-8BB8-7C2F32D58337}" dt="2026-03-13T13:20:07.793" v="168" actId="1076"/>
          <ac:spMkLst>
            <pc:docMk/>
            <pc:sldMk cId="2391693164" sldId="385"/>
            <ac:spMk id="7" creationId="{F0A2E57E-48B8-9ACA-3426-8C3AE85B8D49}"/>
          </ac:spMkLst>
        </pc:spChg>
        <pc:spChg chg="add mod">
          <ac:chgData name="Olivier Bergeron" userId="25eb1b54-485f-4e43-901d-d18d08f0214c" providerId="ADAL" clId="{29DD34B8-463E-481B-8BB8-7C2F32D58337}" dt="2026-03-13T13:20:04.250" v="167" actId="1076"/>
          <ac:spMkLst>
            <pc:docMk/>
            <pc:sldMk cId="2391693164" sldId="385"/>
            <ac:spMk id="8" creationId="{105B842D-05E5-1639-FB71-C930B0386FF0}"/>
          </ac:spMkLst>
        </pc:spChg>
        <pc:spChg chg="add mod">
          <ac:chgData name="Olivier Bergeron" userId="25eb1b54-485f-4e43-901d-d18d08f0214c" providerId="ADAL" clId="{29DD34B8-463E-481B-8BB8-7C2F32D58337}" dt="2026-03-13T13:20:56.903" v="177" actId="1076"/>
          <ac:spMkLst>
            <pc:docMk/>
            <pc:sldMk cId="2391693164" sldId="385"/>
            <ac:spMk id="10" creationId="{10FB7AE7-B140-7776-E47B-53D1E90E95AE}"/>
          </ac:spMkLst>
        </pc:spChg>
        <pc:spChg chg="add mod">
          <ac:chgData name="Olivier Bergeron" userId="25eb1b54-485f-4e43-901d-d18d08f0214c" providerId="ADAL" clId="{29DD34B8-463E-481B-8BB8-7C2F32D58337}" dt="2026-03-13T13:21:28.853" v="193" actId="20577"/>
          <ac:spMkLst>
            <pc:docMk/>
            <pc:sldMk cId="2391693164" sldId="385"/>
            <ac:spMk id="11" creationId="{F183655C-AE5A-BEEB-55CE-5AE537BCC7DF}"/>
          </ac:spMkLst>
        </pc:spChg>
        <pc:spChg chg="add mod">
          <ac:chgData name="Olivier Bergeron" userId="25eb1b54-485f-4e43-901d-d18d08f0214c" providerId="ADAL" clId="{29DD34B8-463E-481B-8BB8-7C2F32D58337}" dt="2026-03-13T13:21:26.203" v="191" actId="20577"/>
          <ac:spMkLst>
            <pc:docMk/>
            <pc:sldMk cId="2391693164" sldId="385"/>
            <ac:spMk id="12" creationId="{444CB22D-A356-CC29-9022-DC59CF9FA533}"/>
          </ac:spMkLst>
        </pc:spChg>
        <pc:spChg chg="add mod">
          <ac:chgData name="Olivier Bergeron" userId="25eb1b54-485f-4e43-901d-d18d08f0214c" providerId="ADAL" clId="{29DD34B8-463E-481B-8BB8-7C2F32D58337}" dt="2026-03-13T13:21:44.796" v="206" actId="14100"/>
          <ac:spMkLst>
            <pc:docMk/>
            <pc:sldMk cId="2391693164" sldId="385"/>
            <ac:spMk id="13" creationId="{A2BDEB8A-425F-4A10-F959-9D2DDFA82FF9}"/>
          </ac:spMkLst>
        </pc:spChg>
        <pc:spChg chg="add mod">
          <ac:chgData name="Olivier Bergeron" userId="25eb1b54-485f-4e43-901d-d18d08f0214c" providerId="ADAL" clId="{29DD34B8-463E-481B-8BB8-7C2F32D58337}" dt="2026-03-13T13:26:13.226" v="256" actId="1076"/>
          <ac:spMkLst>
            <pc:docMk/>
            <pc:sldMk cId="2391693164" sldId="385"/>
            <ac:spMk id="15" creationId="{17F5088B-6FCB-2797-410D-B8529AD3B669}"/>
          </ac:spMkLst>
        </pc:spChg>
        <pc:spChg chg="add del mod">
          <ac:chgData name="Olivier Bergeron" userId="25eb1b54-485f-4e43-901d-d18d08f0214c" providerId="ADAL" clId="{29DD34B8-463E-481B-8BB8-7C2F32D58337}" dt="2026-03-13T13:22:48.513" v="218" actId="478"/>
          <ac:spMkLst>
            <pc:docMk/>
            <pc:sldMk cId="2391693164" sldId="385"/>
            <ac:spMk id="16" creationId="{86AEACC3-ECAF-BDBB-8CDA-3B1EA2EAEED0}"/>
          </ac:spMkLst>
        </pc:spChg>
        <pc:spChg chg="add del mod">
          <ac:chgData name="Olivier Bergeron" userId="25eb1b54-485f-4e43-901d-d18d08f0214c" providerId="ADAL" clId="{29DD34B8-463E-481B-8BB8-7C2F32D58337}" dt="2026-03-13T13:22:39.193" v="216" actId="478"/>
          <ac:spMkLst>
            <pc:docMk/>
            <pc:sldMk cId="2391693164" sldId="385"/>
            <ac:spMk id="17" creationId="{FE2FBF44-CC45-E6A1-FFA7-21EEF6EA1B8B}"/>
          </ac:spMkLst>
        </pc:spChg>
        <pc:spChg chg="add mod">
          <ac:chgData name="Olivier Bergeron" userId="25eb1b54-485f-4e43-901d-d18d08f0214c" providerId="ADAL" clId="{29DD34B8-463E-481B-8BB8-7C2F32D58337}" dt="2026-03-13T13:23:26.900" v="229" actId="164"/>
          <ac:spMkLst>
            <pc:docMk/>
            <pc:sldMk cId="2391693164" sldId="385"/>
            <ac:spMk id="18" creationId="{51DD698D-5B8E-82E2-2008-9DEA33100BC8}"/>
          </ac:spMkLst>
        </pc:spChg>
        <pc:spChg chg="add mod">
          <ac:chgData name="Olivier Bergeron" userId="25eb1b54-485f-4e43-901d-d18d08f0214c" providerId="ADAL" clId="{29DD34B8-463E-481B-8BB8-7C2F32D58337}" dt="2026-03-13T13:23:26.900" v="229" actId="164"/>
          <ac:spMkLst>
            <pc:docMk/>
            <pc:sldMk cId="2391693164" sldId="385"/>
            <ac:spMk id="19" creationId="{F6C59D5D-B815-6E9C-6603-ABD855D3E652}"/>
          </ac:spMkLst>
        </pc:spChg>
        <pc:spChg chg="mod">
          <ac:chgData name="Olivier Bergeron" userId="25eb1b54-485f-4e43-901d-d18d08f0214c" providerId="ADAL" clId="{29DD34B8-463E-481B-8BB8-7C2F32D58337}" dt="2026-03-13T13:23:29.246" v="230"/>
          <ac:spMkLst>
            <pc:docMk/>
            <pc:sldMk cId="2391693164" sldId="385"/>
            <ac:spMk id="22" creationId="{91DAF156-AE2A-7657-F93B-E5D9835D5CFC}"/>
          </ac:spMkLst>
        </pc:spChg>
        <pc:spChg chg="mod">
          <ac:chgData name="Olivier Bergeron" userId="25eb1b54-485f-4e43-901d-d18d08f0214c" providerId="ADAL" clId="{29DD34B8-463E-481B-8BB8-7C2F32D58337}" dt="2026-03-13T13:23:29.246" v="230"/>
          <ac:spMkLst>
            <pc:docMk/>
            <pc:sldMk cId="2391693164" sldId="385"/>
            <ac:spMk id="23" creationId="{40B0085C-ADF6-ECF1-A017-652C941574CE}"/>
          </ac:spMkLst>
        </pc:spChg>
        <pc:spChg chg="add del">
          <ac:chgData name="Olivier Bergeron" userId="25eb1b54-485f-4e43-901d-d18d08f0214c" providerId="ADAL" clId="{29DD34B8-463E-481B-8BB8-7C2F32D58337}" dt="2026-03-13T13:24:05.395" v="234" actId="478"/>
          <ac:spMkLst>
            <pc:docMk/>
            <pc:sldMk cId="2391693164" sldId="385"/>
            <ac:spMk id="24" creationId="{E2B326D4-9BAA-BF5F-781F-BF1BE8AAF46E}"/>
          </ac:spMkLst>
        </pc:spChg>
        <pc:spChg chg="add del mod">
          <ac:chgData name="Olivier Bergeron" userId="25eb1b54-485f-4e43-901d-d18d08f0214c" providerId="ADAL" clId="{29DD34B8-463E-481B-8BB8-7C2F32D58337}" dt="2026-03-13T13:24:31.412" v="237" actId="478"/>
          <ac:spMkLst>
            <pc:docMk/>
            <pc:sldMk cId="2391693164" sldId="385"/>
            <ac:spMk id="25" creationId="{01D62484-65CB-6062-CA70-9DD10F7E4331}"/>
          </ac:spMkLst>
        </pc:spChg>
        <pc:spChg chg="add del mod">
          <ac:chgData name="Olivier Bergeron" userId="25eb1b54-485f-4e43-901d-d18d08f0214c" providerId="ADAL" clId="{29DD34B8-463E-481B-8BB8-7C2F32D58337}" dt="2026-03-13T13:25:00.761" v="241" actId="478"/>
          <ac:spMkLst>
            <pc:docMk/>
            <pc:sldMk cId="2391693164" sldId="385"/>
            <ac:spMk id="26" creationId="{89B264C5-B7B0-8702-0F0E-3B4EA3B6E7A3}"/>
          </ac:spMkLst>
        </pc:spChg>
        <pc:spChg chg="add mod">
          <ac:chgData name="Olivier Bergeron" userId="25eb1b54-485f-4e43-901d-d18d08f0214c" providerId="ADAL" clId="{29DD34B8-463E-481B-8BB8-7C2F32D58337}" dt="2026-03-13T14:14:02.839" v="293" actId="1076"/>
          <ac:spMkLst>
            <pc:docMk/>
            <pc:sldMk cId="2391693164" sldId="385"/>
            <ac:spMk id="33" creationId="{BA1411D0-AAD1-DA61-AEB9-31A0C81B2FE2}"/>
          </ac:spMkLst>
        </pc:spChg>
        <pc:spChg chg="add mod">
          <ac:chgData name="Olivier Bergeron" userId="25eb1b54-485f-4e43-901d-d18d08f0214c" providerId="ADAL" clId="{29DD34B8-463E-481B-8BB8-7C2F32D58337}" dt="2026-03-13T14:14:01.694" v="292" actId="1076"/>
          <ac:spMkLst>
            <pc:docMk/>
            <pc:sldMk cId="2391693164" sldId="385"/>
            <ac:spMk id="34" creationId="{CE4F3EDA-3ECB-4454-D9FD-D599CF8AB92D}"/>
          </ac:spMkLst>
        </pc:spChg>
        <pc:spChg chg="add mod">
          <ac:chgData name="Olivier Bergeron" userId="25eb1b54-485f-4e43-901d-d18d08f0214c" providerId="ADAL" clId="{29DD34B8-463E-481B-8BB8-7C2F32D58337}" dt="2026-03-13T14:15:14.142" v="307" actId="14100"/>
          <ac:spMkLst>
            <pc:docMk/>
            <pc:sldMk cId="2391693164" sldId="385"/>
            <ac:spMk id="37" creationId="{96624F24-B7E4-7092-5664-E0BE09F6267E}"/>
          </ac:spMkLst>
        </pc:spChg>
        <pc:spChg chg="add mod">
          <ac:chgData name="Olivier Bergeron" userId="25eb1b54-485f-4e43-901d-d18d08f0214c" providerId="ADAL" clId="{29DD34B8-463E-481B-8BB8-7C2F32D58337}" dt="2026-03-13T13:30:50.595" v="270" actId="207"/>
          <ac:spMkLst>
            <pc:docMk/>
            <pc:sldMk cId="2391693164" sldId="385"/>
            <ac:spMk id="38" creationId="{791BEB0C-BDD7-6245-2438-F474A9D2D90B}"/>
          </ac:spMkLst>
        </pc:spChg>
        <pc:spChg chg="add mod">
          <ac:chgData name="Olivier Bergeron" userId="25eb1b54-485f-4e43-901d-d18d08f0214c" providerId="ADAL" clId="{29DD34B8-463E-481B-8BB8-7C2F32D58337}" dt="2026-03-13T13:30:43.733" v="269" actId="207"/>
          <ac:spMkLst>
            <pc:docMk/>
            <pc:sldMk cId="2391693164" sldId="385"/>
            <ac:spMk id="39" creationId="{96C83130-4110-E31B-9F95-1B6063DDB7A5}"/>
          </ac:spMkLst>
        </pc:spChg>
        <pc:spChg chg="add mod">
          <ac:chgData name="Olivier Bergeron" userId="25eb1b54-485f-4e43-901d-d18d08f0214c" providerId="ADAL" clId="{29DD34B8-463E-481B-8BB8-7C2F32D58337}" dt="2026-03-13T14:16:02.780" v="351" actId="207"/>
          <ac:spMkLst>
            <pc:docMk/>
            <pc:sldMk cId="2391693164" sldId="385"/>
            <ac:spMk id="55" creationId="{96868FE3-F224-5193-E1CD-28ED6D8443EA}"/>
          </ac:spMkLst>
        </pc:spChg>
        <pc:spChg chg="add mod">
          <ac:chgData name="Olivier Bergeron" userId="25eb1b54-485f-4e43-901d-d18d08f0214c" providerId="ADAL" clId="{29DD34B8-463E-481B-8BB8-7C2F32D58337}" dt="2026-03-13T14:30:45.123" v="962" actId="20577"/>
          <ac:spMkLst>
            <pc:docMk/>
            <pc:sldMk cId="2391693164" sldId="385"/>
            <ac:spMk id="56" creationId="{F20176BC-AA9F-0208-081A-1DA5862D9E28}"/>
          </ac:spMkLst>
        </pc:spChg>
        <pc:grpChg chg="add mod">
          <ac:chgData name="Olivier Bergeron" userId="25eb1b54-485f-4e43-901d-d18d08f0214c" providerId="ADAL" clId="{29DD34B8-463E-481B-8BB8-7C2F32D58337}" dt="2026-03-13T14:13:54.916" v="290" actId="1076"/>
          <ac:grpSpMkLst>
            <pc:docMk/>
            <pc:sldMk cId="2391693164" sldId="385"/>
            <ac:grpSpMk id="20" creationId="{239FC0F7-C290-1E16-FE97-1CCD75E52A2E}"/>
          </ac:grpSpMkLst>
        </pc:grpChg>
        <pc:grpChg chg="add mod">
          <ac:chgData name="Olivier Bergeron" userId="25eb1b54-485f-4e43-901d-d18d08f0214c" providerId="ADAL" clId="{29DD34B8-463E-481B-8BB8-7C2F32D58337}" dt="2026-03-13T13:23:36.024" v="232" actId="1076"/>
          <ac:grpSpMkLst>
            <pc:docMk/>
            <pc:sldMk cId="2391693164" sldId="385"/>
            <ac:grpSpMk id="21" creationId="{29BCA65B-F56B-0C6F-7BE7-286E889C114F}"/>
          </ac:grpSpMkLst>
        </pc:grpChg>
        <pc:grpChg chg="del mod">
          <ac:chgData name="Olivier Bergeron" userId="25eb1b54-485f-4e43-901d-d18d08f0214c" providerId="ADAL" clId="{29DD34B8-463E-481B-8BB8-7C2F32D58337}" dt="2026-03-13T13:40:39.176" v="280" actId="478"/>
          <ac:grpSpMkLst>
            <pc:docMk/>
            <pc:sldMk cId="2391693164" sldId="385"/>
            <ac:grpSpMk id="44" creationId="{54DDA28D-DFE6-999B-0795-D8BEAE34A421}"/>
          </ac:grpSpMkLst>
        </pc:grpChg>
        <pc:grpChg chg="mod">
          <ac:chgData name="Olivier Bergeron" userId="25eb1b54-485f-4e43-901d-d18d08f0214c" providerId="ADAL" clId="{29DD34B8-463E-481B-8BB8-7C2F32D58337}" dt="2026-03-13T14:14:29.730" v="300"/>
          <ac:grpSpMkLst>
            <pc:docMk/>
            <pc:sldMk cId="2391693164" sldId="385"/>
            <ac:grpSpMk id="50" creationId="{A19DC9EB-E781-D9B2-C797-131281CF9DB4}"/>
          </ac:grpSpMkLst>
        </pc:grpChg>
        <pc:inkChg chg="add del">
          <ac:chgData name="Olivier Bergeron" userId="25eb1b54-485f-4e43-901d-d18d08f0214c" providerId="ADAL" clId="{29DD34B8-463E-481B-8BB8-7C2F32D58337}" dt="2026-03-13T13:25:20.474" v="243" actId="9405"/>
          <ac:inkMkLst>
            <pc:docMk/>
            <pc:sldMk cId="2391693164" sldId="385"/>
            <ac:inkMk id="27" creationId="{B08032A1-ECDA-8F2B-A203-86D9BE96D782}"/>
          </ac:inkMkLst>
        </pc:inkChg>
        <pc:inkChg chg="add del mod">
          <ac:chgData name="Olivier Bergeron" userId="25eb1b54-485f-4e43-901d-d18d08f0214c" providerId="ADAL" clId="{29DD34B8-463E-481B-8BB8-7C2F32D58337}" dt="2026-03-13T13:40:43.956" v="282" actId="478"/>
          <ac:inkMkLst>
            <pc:docMk/>
            <pc:sldMk cId="2391693164" sldId="385"/>
            <ac:inkMk id="28" creationId="{50967B00-26E3-9F52-42F0-DA7345F5C060}"/>
          </ac:inkMkLst>
        </pc:inkChg>
        <pc:inkChg chg="add del mod">
          <ac:chgData name="Olivier Bergeron" userId="25eb1b54-485f-4e43-901d-d18d08f0214c" providerId="ADAL" clId="{29DD34B8-463E-481B-8BB8-7C2F32D58337}" dt="2026-03-13T13:40:44.859" v="283" actId="478"/>
          <ac:inkMkLst>
            <pc:docMk/>
            <pc:sldMk cId="2391693164" sldId="385"/>
            <ac:inkMk id="29" creationId="{794E372D-164D-59D9-3AF9-2B42EE5B246C}"/>
          </ac:inkMkLst>
        </pc:inkChg>
        <pc:inkChg chg="add del">
          <ac:chgData name="Olivier Bergeron" userId="25eb1b54-485f-4e43-901d-d18d08f0214c" providerId="ADAL" clId="{29DD34B8-463E-481B-8BB8-7C2F32D58337}" dt="2026-03-13T13:25:31.417" v="247"/>
          <ac:inkMkLst>
            <pc:docMk/>
            <pc:sldMk cId="2391693164" sldId="385"/>
            <ac:inkMk id="30" creationId="{48A3B4E2-624C-28EE-CEF8-F2F36A8631C3}"/>
          </ac:inkMkLst>
        </pc:inkChg>
        <pc:inkChg chg="add del mod">
          <ac:chgData name="Olivier Bergeron" userId="25eb1b54-485f-4e43-901d-d18d08f0214c" providerId="ADAL" clId="{29DD34B8-463E-481B-8BB8-7C2F32D58337}" dt="2026-03-13T13:40:47.509" v="285" actId="478"/>
          <ac:inkMkLst>
            <pc:docMk/>
            <pc:sldMk cId="2391693164" sldId="385"/>
            <ac:inkMk id="31" creationId="{D348A488-6DBB-5060-4E09-1AD8DA705F8B}"/>
          </ac:inkMkLst>
        </pc:inkChg>
        <pc:inkChg chg="add del mod">
          <ac:chgData name="Olivier Bergeron" userId="25eb1b54-485f-4e43-901d-d18d08f0214c" providerId="ADAL" clId="{29DD34B8-463E-481B-8BB8-7C2F32D58337}" dt="2026-03-13T13:40:46.223" v="284" actId="478"/>
          <ac:inkMkLst>
            <pc:docMk/>
            <pc:sldMk cId="2391693164" sldId="385"/>
            <ac:inkMk id="32" creationId="{05A7A91D-4850-DA2C-AF18-B6ACBC598B54}"/>
          </ac:inkMkLst>
        </pc:inkChg>
        <pc:inkChg chg="add del mod">
          <ac:chgData name="Olivier Bergeron" userId="25eb1b54-485f-4e43-901d-d18d08f0214c" providerId="ADAL" clId="{29DD34B8-463E-481B-8BB8-7C2F32D58337}" dt="2026-03-13T13:40:48.956" v="287" actId="478"/>
          <ac:inkMkLst>
            <pc:docMk/>
            <pc:sldMk cId="2391693164" sldId="385"/>
            <ac:inkMk id="35" creationId="{66B0B93D-0392-A372-7C34-2EAA70C8EB79}"/>
          </ac:inkMkLst>
        </pc:inkChg>
        <pc:inkChg chg="add del mod">
          <ac:chgData name="Olivier Bergeron" userId="25eb1b54-485f-4e43-901d-d18d08f0214c" providerId="ADAL" clId="{29DD34B8-463E-481B-8BB8-7C2F32D58337}" dt="2026-03-13T13:40:48.040" v="286" actId="478"/>
          <ac:inkMkLst>
            <pc:docMk/>
            <pc:sldMk cId="2391693164" sldId="385"/>
            <ac:inkMk id="36" creationId="{6B7B5434-6082-6FA5-CAB0-60AF3F45FC53}"/>
          </ac:inkMkLst>
        </pc:inkChg>
        <pc:inkChg chg="add del">
          <ac:chgData name="Olivier Bergeron" userId="25eb1b54-485f-4e43-901d-d18d08f0214c" providerId="ADAL" clId="{29DD34B8-463E-481B-8BB8-7C2F32D58337}" dt="2026-03-13T13:40:38.433" v="279" actId="478"/>
          <ac:inkMkLst>
            <pc:docMk/>
            <pc:sldMk cId="2391693164" sldId="385"/>
            <ac:inkMk id="40" creationId="{34757BBF-9FE7-E3E7-E0D5-9D66BA82A45E}"/>
          </ac:inkMkLst>
        </pc:inkChg>
        <pc:inkChg chg="add del">
          <ac:chgData name="Olivier Bergeron" userId="25eb1b54-485f-4e43-901d-d18d08f0214c" providerId="ADAL" clId="{29DD34B8-463E-481B-8BB8-7C2F32D58337}" dt="2026-03-13T13:40:39.986" v="281" actId="478"/>
          <ac:inkMkLst>
            <pc:docMk/>
            <pc:sldMk cId="2391693164" sldId="385"/>
            <ac:inkMk id="41" creationId="{21BF8965-8C87-1421-9E10-14170880A5B5}"/>
          </ac:inkMkLst>
        </pc:inkChg>
        <pc:inkChg chg="add mod">
          <ac:chgData name="Olivier Bergeron" userId="25eb1b54-485f-4e43-901d-d18d08f0214c" providerId="ADAL" clId="{29DD34B8-463E-481B-8BB8-7C2F32D58337}" dt="2026-03-13T13:31:53.316" v="278"/>
          <ac:inkMkLst>
            <pc:docMk/>
            <pc:sldMk cId="2391693164" sldId="385"/>
            <ac:inkMk id="42" creationId="{3A432A8F-FD96-A400-42D4-C8A5F5496271}"/>
          </ac:inkMkLst>
        </pc:inkChg>
        <pc:inkChg chg="add mod">
          <ac:chgData name="Olivier Bergeron" userId="25eb1b54-485f-4e43-901d-d18d08f0214c" providerId="ADAL" clId="{29DD34B8-463E-481B-8BB8-7C2F32D58337}" dt="2026-03-13T13:31:53.316" v="278"/>
          <ac:inkMkLst>
            <pc:docMk/>
            <pc:sldMk cId="2391693164" sldId="385"/>
            <ac:inkMk id="43" creationId="{F4F54AF8-E86C-5F27-2AD5-2862A882FC83}"/>
          </ac:inkMkLst>
        </pc:inkChg>
        <pc:inkChg chg="add mod">
          <ac:chgData name="Olivier Bergeron" userId="25eb1b54-485f-4e43-901d-d18d08f0214c" providerId="ADAL" clId="{29DD34B8-463E-481B-8BB8-7C2F32D58337}" dt="2026-03-13T14:14:47.557" v="303" actId="208"/>
          <ac:inkMkLst>
            <pc:docMk/>
            <pc:sldMk cId="2391693164" sldId="385"/>
            <ac:inkMk id="45" creationId="{4BD5E7DB-8D2D-9F04-AEA1-859AB8B80FCD}"/>
          </ac:inkMkLst>
        </pc:inkChg>
        <pc:inkChg chg="add mod">
          <ac:chgData name="Olivier Bergeron" userId="25eb1b54-485f-4e43-901d-d18d08f0214c" providerId="ADAL" clId="{29DD34B8-463E-481B-8BB8-7C2F32D58337}" dt="2026-03-13T14:14:47.557" v="303" actId="208"/>
          <ac:inkMkLst>
            <pc:docMk/>
            <pc:sldMk cId="2391693164" sldId="385"/>
            <ac:inkMk id="46" creationId="{EC914528-5E6A-04C4-D38A-360AB9E65A51}"/>
          </ac:inkMkLst>
        </pc:inkChg>
        <pc:inkChg chg="add del">
          <ac:chgData name="Olivier Bergeron" userId="25eb1b54-485f-4e43-901d-d18d08f0214c" providerId="ADAL" clId="{29DD34B8-463E-481B-8BB8-7C2F32D58337}" dt="2026-03-13T14:14:22.533" v="297" actId="9405"/>
          <ac:inkMkLst>
            <pc:docMk/>
            <pc:sldMk cId="2391693164" sldId="385"/>
            <ac:inkMk id="47" creationId="{19B2D89B-127F-A106-5EE0-32428C1C6BBC}"/>
          </ac:inkMkLst>
        </pc:inkChg>
        <pc:inkChg chg="add mod">
          <ac:chgData name="Olivier Bergeron" userId="25eb1b54-485f-4e43-901d-d18d08f0214c" providerId="ADAL" clId="{29DD34B8-463E-481B-8BB8-7C2F32D58337}" dt="2026-03-13T14:14:29.730" v="300"/>
          <ac:inkMkLst>
            <pc:docMk/>
            <pc:sldMk cId="2391693164" sldId="385"/>
            <ac:inkMk id="48" creationId="{8E8B32C1-5F85-6022-FF72-E645352F3E85}"/>
          </ac:inkMkLst>
        </pc:inkChg>
        <pc:inkChg chg="add mod">
          <ac:chgData name="Olivier Bergeron" userId="25eb1b54-485f-4e43-901d-d18d08f0214c" providerId="ADAL" clId="{29DD34B8-463E-481B-8BB8-7C2F32D58337}" dt="2026-03-13T14:14:29.730" v="300"/>
          <ac:inkMkLst>
            <pc:docMk/>
            <pc:sldMk cId="2391693164" sldId="385"/>
            <ac:inkMk id="49" creationId="{4AA285A8-E0E2-9AF5-8A87-4E65E867C24C}"/>
          </ac:inkMkLst>
        </pc:inkChg>
        <pc:inkChg chg="add">
          <ac:chgData name="Olivier Bergeron" userId="25eb1b54-485f-4e43-901d-d18d08f0214c" providerId="ADAL" clId="{29DD34B8-463E-481B-8BB8-7C2F32D58337}" dt="2026-03-13T14:14:32.073" v="301" actId="9405"/>
          <ac:inkMkLst>
            <pc:docMk/>
            <pc:sldMk cId="2391693164" sldId="385"/>
            <ac:inkMk id="51" creationId="{BD679D58-6192-64E2-B013-D9060C5791EB}"/>
          </ac:inkMkLst>
        </pc:inkChg>
        <pc:inkChg chg="add mod">
          <ac:chgData name="Olivier Bergeron" userId="25eb1b54-485f-4e43-901d-d18d08f0214c" providerId="ADAL" clId="{29DD34B8-463E-481B-8BB8-7C2F32D58337}" dt="2026-03-13T14:14:47.557" v="303" actId="208"/>
          <ac:inkMkLst>
            <pc:docMk/>
            <pc:sldMk cId="2391693164" sldId="385"/>
            <ac:inkMk id="52" creationId="{59CA9B9C-9BEF-8A5E-1AE0-FB48E0532A40}"/>
          </ac:inkMkLst>
        </pc:inkChg>
        <pc:inkChg chg="add">
          <ac:chgData name="Olivier Bergeron" userId="25eb1b54-485f-4e43-901d-d18d08f0214c" providerId="ADAL" clId="{29DD34B8-463E-481B-8BB8-7C2F32D58337}" dt="2026-03-13T14:14:59.306" v="304" actId="9405"/>
          <ac:inkMkLst>
            <pc:docMk/>
            <pc:sldMk cId="2391693164" sldId="385"/>
            <ac:inkMk id="53" creationId="{D98B94EC-6166-DA7F-FEE5-416675B9FAA3}"/>
          </ac:inkMkLst>
        </pc:inkChg>
        <pc:inkChg chg="add">
          <ac:chgData name="Olivier Bergeron" userId="25eb1b54-485f-4e43-901d-d18d08f0214c" providerId="ADAL" clId="{29DD34B8-463E-481B-8BB8-7C2F32D58337}" dt="2026-03-13T14:15:05.791" v="305" actId="9405"/>
          <ac:inkMkLst>
            <pc:docMk/>
            <pc:sldMk cId="2391693164" sldId="385"/>
            <ac:inkMk id="54" creationId="{BB5A82A7-F1BE-BDE2-EB7D-76345D0CFF17}"/>
          </ac:inkMkLst>
        </pc:inkChg>
      </pc:sldChg>
      <pc:sldChg chg="modSp add mod">
        <pc:chgData name="Olivier Bergeron" userId="25eb1b54-485f-4e43-901d-d18d08f0214c" providerId="ADAL" clId="{29DD34B8-463E-481B-8BB8-7C2F32D58337}" dt="2026-03-13T14:32:36.387" v="995" actId="20577"/>
        <pc:sldMkLst>
          <pc:docMk/>
          <pc:sldMk cId="2463989566" sldId="386"/>
        </pc:sldMkLst>
        <pc:spChg chg="mod">
          <ac:chgData name="Olivier Bergeron" userId="25eb1b54-485f-4e43-901d-d18d08f0214c" providerId="ADAL" clId="{29DD34B8-463E-481B-8BB8-7C2F32D58337}" dt="2026-03-13T14:32:36.387" v="995" actId="20577"/>
          <ac:spMkLst>
            <pc:docMk/>
            <pc:sldMk cId="2463989566" sldId="386"/>
            <ac:spMk id="3" creationId="{773FEA59-8C1D-8339-C394-34A537623E63}"/>
          </ac:spMkLst>
        </pc:spChg>
      </pc:sldChg>
      <pc:sldChg chg="add del">
        <pc:chgData name="Olivier Bergeron" userId="25eb1b54-485f-4e43-901d-d18d08f0214c" providerId="ADAL" clId="{29DD34B8-463E-481B-8BB8-7C2F32D58337}" dt="2026-03-13T14:17:44.187" v="417" actId="47"/>
        <pc:sldMkLst>
          <pc:docMk/>
          <pc:sldMk cId="2020625878" sldId="387"/>
        </pc:sldMkLst>
      </pc:sldChg>
      <pc:sldChg chg="add del">
        <pc:chgData name="Olivier Bergeron" userId="25eb1b54-485f-4e43-901d-d18d08f0214c" providerId="ADAL" clId="{29DD34B8-463E-481B-8BB8-7C2F32D58337}" dt="2026-03-13T14:34:26.671" v="1026"/>
        <pc:sldMkLst>
          <pc:docMk/>
          <pc:sldMk cId="3968896805" sldId="387"/>
        </pc:sldMkLst>
      </pc:sldChg>
      <pc:sldChg chg="modSp add mod">
        <pc:chgData name="Olivier Bergeron" userId="25eb1b54-485f-4e43-901d-d18d08f0214c" providerId="ADAL" clId="{29DD34B8-463E-481B-8BB8-7C2F32D58337}" dt="2026-03-13T14:25:47.069" v="917" actId="20577"/>
        <pc:sldMkLst>
          <pc:docMk/>
          <pc:sldMk cId="815787755" sldId="388"/>
        </pc:sldMkLst>
        <pc:spChg chg="mod">
          <ac:chgData name="Olivier Bergeron" userId="25eb1b54-485f-4e43-901d-d18d08f0214c" providerId="ADAL" clId="{29DD34B8-463E-481B-8BB8-7C2F32D58337}" dt="2026-03-13T14:18:02.027" v="434" actId="20577"/>
          <ac:spMkLst>
            <pc:docMk/>
            <pc:sldMk cId="815787755" sldId="388"/>
            <ac:spMk id="2" creationId="{E25C27E2-047F-15A6-16E2-50AC9FC5923E}"/>
          </ac:spMkLst>
        </pc:spChg>
        <pc:spChg chg="mod">
          <ac:chgData name="Olivier Bergeron" userId="25eb1b54-485f-4e43-901d-d18d08f0214c" providerId="ADAL" clId="{29DD34B8-463E-481B-8BB8-7C2F32D58337}" dt="2026-03-13T14:25:47.069" v="917" actId="20577"/>
          <ac:spMkLst>
            <pc:docMk/>
            <pc:sldMk cId="815787755" sldId="388"/>
            <ac:spMk id="3" creationId="{5C66BC2B-A484-8C27-0A1B-9615BD357FA1}"/>
          </ac:spMkLst>
        </pc:spChg>
      </pc:sldChg>
      <pc:sldChg chg="addSp delSp modSp add mod">
        <pc:chgData name="Olivier Bergeron" userId="25eb1b54-485f-4e43-901d-d18d08f0214c" providerId="ADAL" clId="{29DD34B8-463E-481B-8BB8-7C2F32D58337}" dt="2026-03-13T12:43:45.760" v="95" actId="14100"/>
        <pc:sldMkLst>
          <pc:docMk/>
          <pc:sldMk cId="386491180" sldId="389"/>
        </pc:sldMkLst>
        <pc:spChg chg="add mod">
          <ac:chgData name="Olivier Bergeron" userId="25eb1b54-485f-4e43-901d-d18d08f0214c" providerId="ADAL" clId="{29DD34B8-463E-481B-8BB8-7C2F32D58337}" dt="2026-03-13T12:42:22.916" v="72" actId="1076"/>
          <ac:spMkLst>
            <pc:docMk/>
            <pc:sldMk cId="386491180" sldId="389"/>
            <ac:spMk id="2" creationId="{A03CA54B-EAA7-35DA-DE80-4FA0ACA914F6}"/>
          </ac:spMkLst>
        </pc:spChg>
        <pc:spChg chg="add mod">
          <ac:chgData name="Olivier Bergeron" userId="25eb1b54-485f-4e43-901d-d18d08f0214c" providerId="ADAL" clId="{29DD34B8-463E-481B-8BB8-7C2F32D58337}" dt="2026-03-13T12:42:18.498" v="71" actId="14100"/>
          <ac:spMkLst>
            <pc:docMk/>
            <pc:sldMk cId="386491180" sldId="389"/>
            <ac:spMk id="3" creationId="{209AA0B1-929C-F9A9-082A-682A00382D67}"/>
          </ac:spMkLst>
        </pc:spChg>
        <pc:picChg chg="add mod">
          <ac:chgData name="Olivier Bergeron" userId="25eb1b54-485f-4e43-901d-d18d08f0214c" providerId="ADAL" clId="{29DD34B8-463E-481B-8BB8-7C2F32D58337}" dt="2026-03-13T12:42:00.566" v="60" actId="1076"/>
          <ac:picMkLst>
            <pc:docMk/>
            <pc:sldMk cId="386491180" sldId="389"/>
            <ac:picMk id="7" creationId="{2758BFFD-EBBA-0229-00C0-F107ABA2473D}"/>
          </ac:picMkLst>
        </pc:picChg>
        <pc:cxnChg chg="add mod">
          <ac:chgData name="Olivier Bergeron" userId="25eb1b54-485f-4e43-901d-d18d08f0214c" providerId="ADAL" clId="{29DD34B8-463E-481B-8BB8-7C2F32D58337}" dt="2026-03-13T12:42:56.214" v="79" actId="14100"/>
          <ac:cxnSpMkLst>
            <pc:docMk/>
            <pc:sldMk cId="386491180" sldId="389"/>
            <ac:cxnSpMk id="5" creationId="{D016CF41-886B-1F53-1A62-D0F7ED410443}"/>
          </ac:cxnSpMkLst>
        </pc:cxnChg>
        <pc:cxnChg chg="add mod">
          <ac:chgData name="Olivier Bergeron" userId="25eb1b54-485f-4e43-901d-d18d08f0214c" providerId="ADAL" clId="{29DD34B8-463E-481B-8BB8-7C2F32D58337}" dt="2026-03-13T12:42:53.479" v="78" actId="14100"/>
          <ac:cxnSpMkLst>
            <pc:docMk/>
            <pc:sldMk cId="386491180" sldId="389"/>
            <ac:cxnSpMk id="6" creationId="{9ADD48B1-296A-08BB-4407-91D87BCF884B}"/>
          </ac:cxnSpMkLst>
        </pc:cxnChg>
        <pc:cxnChg chg="add mod">
          <ac:chgData name="Olivier Bergeron" userId="25eb1b54-485f-4e43-901d-d18d08f0214c" providerId="ADAL" clId="{29DD34B8-463E-481B-8BB8-7C2F32D58337}" dt="2026-03-13T12:43:16.990" v="83" actId="14100"/>
          <ac:cxnSpMkLst>
            <pc:docMk/>
            <pc:sldMk cId="386491180" sldId="389"/>
            <ac:cxnSpMk id="12" creationId="{A6A3E9DB-DC70-38E7-FEFE-4A5BFA992C55}"/>
          </ac:cxnSpMkLst>
        </pc:cxnChg>
        <pc:cxnChg chg="add mod">
          <ac:chgData name="Olivier Bergeron" userId="25eb1b54-485f-4e43-901d-d18d08f0214c" providerId="ADAL" clId="{29DD34B8-463E-481B-8BB8-7C2F32D58337}" dt="2026-03-13T12:43:40.494" v="93" actId="14100"/>
          <ac:cxnSpMkLst>
            <pc:docMk/>
            <pc:sldMk cId="386491180" sldId="389"/>
            <ac:cxnSpMk id="16" creationId="{CD0ED019-E361-D60D-70CE-E04E34B19758}"/>
          </ac:cxnSpMkLst>
        </pc:cxnChg>
        <pc:cxnChg chg="add mod">
          <ac:chgData name="Olivier Bergeron" userId="25eb1b54-485f-4e43-901d-d18d08f0214c" providerId="ADAL" clId="{29DD34B8-463E-481B-8BB8-7C2F32D58337}" dt="2026-03-13T12:43:42.965" v="94" actId="14100"/>
          <ac:cxnSpMkLst>
            <pc:docMk/>
            <pc:sldMk cId="386491180" sldId="389"/>
            <ac:cxnSpMk id="19" creationId="{CB1495F5-110A-7C3D-D457-81AEAC59A990}"/>
          </ac:cxnSpMkLst>
        </pc:cxnChg>
        <pc:cxnChg chg="add mod">
          <ac:chgData name="Olivier Bergeron" userId="25eb1b54-485f-4e43-901d-d18d08f0214c" providerId="ADAL" clId="{29DD34B8-463E-481B-8BB8-7C2F32D58337}" dt="2026-03-13T12:43:45.760" v="95" actId="14100"/>
          <ac:cxnSpMkLst>
            <pc:docMk/>
            <pc:sldMk cId="386491180" sldId="389"/>
            <ac:cxnSpMk id="22" creationId="{678E2338-DCEE-3832-AE7A-AC8D29A78A41}"/>
          </ac:cxnSpMkLst>
        </pc:cxnChg>
      </pc:sldChg>
      <pc:sldChg chg="addSp modSp add mod ord">
        <pc:chgData name="Olivier Bergeron" userId="25eb1b54-485f-4e43-901d-d18d08f0214c" providerId="ADAL" clId="{29DD34B8-463E-481B-8BB8-7C2F32D58337}" dt="2026-03-13T18:15:07.657" v="1047"/>
        <pc:sldMkLst>
          <pc:docMk/>
          <pc:sldMk cId="3893516094" sldId="390"/>
        </pc:sldMkLst>
        <pc:spChg chg="mod">
          <ac:chgData name="Olivier Bergeron" userId="25eb1b54-485f-4e43-901d-d18d08f0214c" providerId="ADAL" clId="{29DD34B8-463E-481B-8BB8-7C2F32D58337}" dt="2026-03-13T14:22:24.669" v="702" actId="20577"/>
          <ac:spMkLst>
            <pc:docMk/>
            <pc:sldMk cId="3893516094" sldId="390"/>
            <ac:spMk id="2" creationId="{21DB761E-2A28-85DA-30FB-3CC1A13E5099}"/>
          </ac:spMkLst>
        </pc:spChg>
        <pc:spChg chg="mod">
          <ac:chgData name="Olivier Bergeron" userId="25eb1b54-485f-4e43-901d-d18d08f0214c" providerId="ADAL" clId="{29DD34B8-463E-481B-8BB8-7C2F32D58337}" dt="2026-03-13T14:23:25.963" v="908" actId="20577"/>
          <ac:spMkLst>
            <pc:docMk/>
            <pc:sldMk cId="3893516094" sldId="390"/>
            <ac:spMk id="3" creationId="{FEDDC52D-504A-62DD-90F7-DB7D0C958573}"/>
          </ac:spMkLst>
        </pc:spChg>
        <pc:picChg chg="add mod">
          <ac:chgData name="Olivier Bergeron" userId="25eb1b54-485f-4e43-901d-d18d08f0214c" providerId="ADAL" clId="{29DD34B8-463E-481B-8BB8-7C2F32D58337}" dt="2026-03-13T14:26:29.474" v="922" actId="1076"/>
          <ac:picMkLst>
            <pc:docMk/>
            <pc:sldMk cId="3893516094" sldId="390"/>
            <ac:picMk id="5" creationId="{C4C87AD3-DF33-9148-1E69-B70E97362C3A}"/>
          </ac:picMkLst>
        </pc:picChg>
        <pc:picChg chg="add mod">
          <ac:chgData name="Olivier Bergeron" userId="25eb1b54-485f-4e43-901d-d18d08f0214c" providerId="ADAL" clId="{29DD34B8-463E-481B-8BB8-7C2F32D58337}" dt="2026-03-13T14:27:17.270" v="927" actId="1076"/>
          <ac:picMkLst>
            <pc:docMk/>
            <pc:sldMk cId="3893516094" sldId="390"/>
            <ac:picMk id="7" creationId="{C69738FE-F0EA-8444-3C0A-1E5EA13A8CBA}"/>
          </ac:picMkLst>
        </pc:picChg>
      </pc:sldChg>
      <pc:sldChg chg="addSp delSp modSp add mod">
        <pc:chgData name="Olivier Bergeron" userId="25eb1b54-485f-4e43-901d-d18d08f0214c" providerId="ADAL" clId="{29DD34B8-463E-481B-8BB8-7C2F32D58337}" dt="2026-03-13T14:35:26.102" v="1043" actId="1076"/>
        <pc:sldMkLst>
          <pc:docMk/>
          <pc:sldMk cId="1717267296" sldId="391"/>
        </pc:sldMkLst>
        <pc:spChg chg="mod">
          <ac:chgData name="Olivier Bergeron" userId="25eb1b54-485f-4e43-901d-d18d08f0214c" providerId="ADAL" clId="{29DD34B8-463E-481B-8BB8-7C2F32D58337}" dt="2026-03-13T14:34:52.308" v="1035" actId="1076"/>
          <ac:spMkLst>
            <pc:docMk/>
            <pc:sldMk cId="1717267296" sldId="391"/>
            <ac:spMk id="3" creationId="{2E09729A-4384-1F9E-4864-6C8CC14D8388}"/>
          </ac:spMkLst>
        </pc:spChg>
        <pc:spChg chg="del mod">
          <ac:chgData name="Olivier Bergeron" userId="25eb1b54-485f-4e43-901d-d18d08f0214c" providerId="ADAL" clId="{29DD34B8-463E-481B-8BB8-7C2F32D58337}" dt="2026-03-13T14:34:58.855" v="1037" actId="478"/>
          <ac:spMkLst>
            <pc:docMk/>
            <pc:sldMk cId="1717267296" sldId="391"/>
            <ac:spMk id="9" creationId="{7178B8FE-3657-D89C-0D1A-5740ACDD880F}"/>
          </ac:spMkLst>
        </pc:spChg>
        <pc:picChg chg="add mod">
          <ac:chgData name="Olivier Bergeron" userId="25eb1b54-485f-4e43-901d-d18d08f0214c" providerId="ADAL" clId="{29DD34B8-463E-481B-8BB8-7C2F32D58337}" dt="2026-03-13T14:34:42.382" v="1032" actId="1076"/>
          <ac:picMkLst>
            <pc:docMk/>
            <pc:sldMk cId="1717267296" sldId="391"/>
            <ac:picMk id="4" creationId="{531F5DAA-8433-D02A-724C-691F3618290C}"/>
          </ac:picMkLst>
        </pc:picChg>
        <pc:picChg chg="add mod">
          <ac:chgData name="Olivier Bergeron" userId="25eb1b54-485f-4e43-901d-d18d08f0214c" providerId="ADAL" clId="{29DD34B8-463E-481B-8BB8-7C2F32D58337}" dt="2026-03-13T14:34:49.493" v="1033" actId="1076"/>
          <ac:picMkLst>
            <pc:docMk/>
            <pc:sldMk cId="1717267296" sldId="391"/>
            <ac:picMk id="5" creationId="{457E7995-DA21-05D6-793A-E5EACB5062B8}"/>
          </ac:picMkLst>
        </pc:picChg>
        <pc:picChg chg="add mod">
          <ac:chgData name="Olivier Bergeron" userId="25eb1b54-485f-4e43-901d-d18d08f0214c" providerId="ADAL" clId="{29DD34B8-463E-481B-8BB8-7C2F32D58337}" dt="2026-03-13T14:34:39.425" v="1031" actId="1076"/>
          <ac:picMkLst>
            <pc:docMk/>
            <pc:sldMk cId="1717267296" sldId="391"/>
            <ac:picMk id="6" creationId="{0FFBB4F5-FF1D-2F43-ED39-2FEA3BCCCCBE}"/>
          </ac:picMkLst>
        </pc:picChg>
        <pc:picChg chg="add mod">
          <ac:chgData name="Olivier Bergeron" userId="25eb1b54-485f-4e43-901d-d18d08f0214c" providerId="ADAL" clId="{29DD34B8-463E-481B-8BB8-7C2F32D58337}" dt="2026-03-13T14:35:26.102" v="1043" actId="1076"/>
          <ac:picMkLst>
            <pc:docMk/>
            <pc:sldMk cId="1717267296" sldId="391"/>
            <ac:picMk id="7" creationId="{1CBF315B-3E5E-ECE8-F2D6-37B797BCD437}"/>
          </ac:picMkLst>
        </pc:picChg>
      </pc:sldChg>
      <pc:sldChg chg="add del">
        <pc:chgData name="Olivier Bergeron" userId="25eb1b54-485f-4e43-901d-d18d08f0214c" providerId="ADAL" clId="{29DD34B8-463E-481B-8BB8-7C2F32D58337}" dt="2026-03-13T14:33:41.213" v="1011"/>
        <pc:sldMkLst>
          <pc:docMk/>
          <pc:sldMk cId="2948444834" sldId="392"/>
        </pc:sldMkLst>
      </pc:sldChg>
      <pc:sldChg chg="add del">
        <pc:chgData name="Olivier Bergeron" userId="25eb1b54-485f-4e43-901d-d18d08f0214c" providerId="ADAL" clId="{29DD34B8-463E-481B-8BB8-7C2F32D58337}" dt="2026-03-13T14:35:11.554" v="1039"/>
        <pc:sldMkLst>
          <pc:docMk/>
          <pc:sldMk cId="3763187718" sldId="392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4:14:08.558"/>
    </inkml:context>
    <inkml:brush xml:id="br0">
      <inkml:brushProperty name="width" value="0.035" units="cm"/>
      <inkml:brushProperty name="height" value="0.035" units="cm"/>
      <inkml:brushProperty name="color" value="#0652CF"/>
    </inkml:brush>
  </inkml:definitions>
  <inkml:trace contextRef="#ctx0" brushRef="#br0">1 49 24575,'1850'0'0,"-1818"-2"0,52-8 0,23-3 0,-90 12 43,0-2 0,22-4 0,26-4-1537,-46 10-5332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4:14:12.933"/>
    </inkml:context>
    <inkml:brush xml:id="br0">
      <inkml:brushProperty name="width" value="0.035" units="cm"/>
      <inkml:brushProperty name="height" value="0.035" units="cm"/>
      <inkml:brushProperty name="color" value="#0652CF"/>
    </inkml:brush>
  </inkml:definitions>
  <inkml:trace contextRef="#ctx0" brushRef="#br0">0 4890 24575,'853'0'0,"-837"-1"0,0 0 0,1-1 0,-1-1 0,-1 0 0,24-9 0,75-35 0,-19 6 0,17-1 0,-2-6 0,132-77 0,-102 30 0,-120 81 0,-11 7 0,-2 0 0,1-1 0,-1 0 0,0 0 0,8-13 0,-7 11 0,-1 0 0,1 0 0,13-12 0,80-52 0,-70 53 0,-1-1 0,46-44 0,105-109 0,-76 76 0,175-169 0,-266 253 0,-1 0 0,-1-1 0,0-1 0,14-26 0,30-77 0,-26 53 0,-9 23 0,0 2 0,-2 0 0,20-69 0,-2-22 0,-3 14 0,32-208 0,-60 289 0,21-66 0,-3 13 0,-11 33 0,-3-1 0,-3 0 0,1-62 0,3-57 0,0 8 0,-12-786 0,3 927 0,1-1 0,2 1 0,9-38 0,-6 37 0,-2 0 0,4-57 0,-8 65 0,8-43 0,1-13 0,-8 56 31,0-1 0,2 1-1,8-26 1,6-25-1519,-16 53-5338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4:14:26.11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1 235 24575,'353'-64'0,"-263"51"0,715-92-768,10 52 540,-175 78-86,-2 46 353,-323-34 87,142 32 1019,-367-55-1145,115 3 0,90-14 0,-176-4 0,-71-1 0,-1-3 0,67-15 0,8-2 0,-62 13 0,-27 3 0,61-2 0,-74 8-273,-1 1 0,0 0 0,1 2 0,28 7 0,-32-6-6553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4:14:28.85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4974 24575,'0'-2'0,"1"0"0,0 0 0,-1-1 0,1 1 0,0 0 0,0 0 0,0 0 0,1 0 0,-1 0 0,1 0 0,-1 0 0,1 0 0,-1 0 0,1 1 0,0-1 0,3-2 0,36-24 0,-36 25 0,28-15 0,0 0 0,1 3 0,50-16 0,113-24 0,-163 47 0,374-73 0,4 25 0,-131 19 0,-148 19 0,408-63 0,-452 65 0,0-5 0,-2-3 0,-1-4 0,96-46 0,-120 46 0,619-311 0,-275 79 0,-260 166 0,14-10 0,125-115 0,-219 162 0,-3-3 0,64-77 0,231-236 0,-123 139 0,-115 106 0,282-285 0,-186 194 0,-191 192 0,67-77 0,11-25 0,-82 105 0,21-35 0,-28 38 0,0-2 0,-2 0 0,-1-1 0,-1 0 0,8-30 0,-3 12 0,70-191 0,-73 197 0,16-74 0,-4 13 0,-12 57 0,10-70 0,-15 65 0,1-10 0,1-81 0,-8 113 0,1-1 0,7-26 0,-5 23 0,3-36 0,-2 21-1365,0 27-5461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4:14:32.07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0 588 24575,'1'-6'0,"-1"0"0,1 0 0,1 0 0,-1 0 0,1 0 0,0 0 0,1 0 0,-1 1 0,1-1 0,0 1 0,7-9 0,6-7 0,27-28 0,-14 17 0,-7 7 0,21-27 0,74-69 0,-87 95 0,2 2 0,0 0 0,43-21 0,-53 33 0,1 1 0,0 2 0,1 0 0,0 2 0,1 0 0,29-3 0,106-7 0,320 8 0,-437 12 0,0 2 0,0 1 0,60 18 0,117 55 0,-185-66 0,-27-11 0,0 1 0,0 0 0,0 0 0,0 1 0,-1 0 0,1 0 0,-1 0 0,0 1 0,0 0 0,-1 1 0,1 0 0,10 12 0,-10-8 0,1 0 0,1-1 0,-1 1 0,2-2 0,-1 0 0,15 10 0,68 36 0,-38-24 0,-37-21 0,1-1 0,0-1 0,30 8 0,21 8 0,76 31 0,55 24 0,-164-60 0,-9-4 0,0-1 0,1-1 0,49 14 0,202 40 0,-256-61 0,94 28 0,-73-18 0,-20-8 0,-1 1 0,0 2 0,28 15 0,-35-17 19,0-1-1,0 0 0,0-1 1,34 6-1,12 6-1475,-47-13-5369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4:14:37.888"/>
    </inkml:context>
    <inkml:brush xml:id="br0">
      <inkml:brushProperty name="width" value="0.035" units="cm"/>
      <inkml:brushProperty name="height" value="0.035" units="cm"/>
      <inkml:brushProperty name="color" value="#0652CF"/>
    </inkml:brush>
  </inkml:definitions>
  <inkml:trace contextRef="#ctx0" brushRef="#br0">168 1252 24575,'-26'-39'0,"3"-1"0,1-1 0,3-1 0,-18-51 0,27 61 0,1-1 0,2-1 0,1 0 0,1 1 0,2-2 0,2-44 0,2 69 0,1-1 0,0 0 0,1 0 0,0 1 0,0-1 0,1 1 0,0 0 0,1 0 0,0 1 0,1-1 0,0 1 0,0 0 0,1 1 0,0-1 0,16-12 0,5-4 0,1 2 0,1 2 0,44-25 0,55-26 0,3 5 0,200-70 0,-219 100 0,1 4 0,2 6 0,181-19 0,428 32 0,-575 17 0,-49 4 0,0 5 0,160 38 0,-45-6 0,-140-32 0,110 24 0,-160-29 0,-2 1 0,0 1 0,0 2 0,0 0 0,33 22 0,90 61 0,5-7 0,3-7 0,179 66 0,-62-35 0,-209-85 0,2-3 0,0-3 0,122 22 0,11-28 0,65 23 0,-240-33 0,0 1 0,-1 2 0,37 14 0,-31-10 0,41 10 0,-21-8 0,47 20 0,-53-17 0,75 18 0,-36-16 0,-42-8 0,67 7 0,-69-13 0,0 2 0,-1 1 0,45 16 0,101 45 0,-94-33 0,-26-6 0,-51-22 0,0-1 0,1-1 0,-1 0 0,1 0 0,1-1 0,-1-1 0,0 0 0,19 2 0,19-4 0,-32-2 0,0 1 0,-1 1 0,1 1 0,0 0 0,-1 2 0,0-1 0,21 9 0,-22-5-1365,-2-1-5461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4:14:59.3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24575,'65'2'0,"-1"3"0,0 3 0,94 24 0,179 69 0,-330-99 0,41 14 0,-1 2 0,-1 2 0,-1 2 0,-1 2 0,-1 1 0,68 55 0,-85-58 0,-2 0 0,0 2 0,35 46 0,-50-57 0,0 0 0,-1 1 0,0 1 0,-2-1 0,11 29 0,-8-7 0,8 52 0,-4 4 0,-1 100 0,-13 96 0,-1-106 0,2 401 0,-2-547 0,-9 50 0,6-49 0,-2 45 0,5-43 0,-11 56 0,6-45 0,-4 7 0,7-38 0,0 0 0,-1 30 0,3-22 0,-2 0 0,0-1 0,-2 0 0,-15 44 0,-4 13 0,8 14 0,11-60 0,-11 40 0,-4 7 0,11-40 0,-22 56 0,26-81 0,1-1 0,0 1 0,2 0 0,0 0 0,0 19 0,2-21 0,-3 4 0,0 0 0,-1 0 0,-1-1 0,-9 22 0,8-24 0,0 1 0,2-1 0,0 1 0,1 1 0,-2 20 0,4-14 0,-1 1 0,-2-1 0,0 0 0,-2 0 0,-1 0 0,-13 28 0,14-32 0,0-1 0,-5 39 0,8-37 0,-1 0 0,-11 31 0,12-40 0,0 0 0,0 1 0,1-1 0,1 1 0,0 19 0,3 79 0,2-41 0,-4-10 0,-12 97 0,8-130 0,-15 84 0,16-89 0,-2 40 0,-2 6 0,-2 18 0,4 0 0,7 131 0,1-78 0,-2 262 0,1-386 0,1 0 0,1 0 0,0 0 0,12 32 0,-10-32 0,0 1 0,0-1 0,-2 1 0,3 27 0,-6 0 0,0-17 0,0 0 0,2-1 0,9 44 0,13 46 0,-15-69 0,-6-30 0,1 1 0,12 33 0,-8-28 0,10 50 0,-13-53 0,0 0 0,0 0 0,16 34 0,14 26-1365,-28-68-5461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4:15:05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24575,'60'3'0,"-1"3"0,81 18 0,-68-10 0,342 79 0,-340-69 0,0 2 0,-2 4 0,102 58 0,-117-55 0,74 42 0,128 100 0,-227-149 0,-2 1 0,-1 2 0,-2 1 0,0 2 0,-3 0 0,0 2 0,-2 0 0,-2 1 0,-1 2 0,28 75 0,35 80 0,11 30 0,-68-156 0,9 29 0,15 38 0,-34-97 0,-1 1 0,16 70 0,1 74 0,-7 2 0,-2 230 0,-21-303 0,-1 52 0,-21 170 0,6-211 0,1 170 0,13-262 0,-2 0 0,-1 0 0,-14 50 0,1-3 0,-108 465 0,29-143 0,70-289 0,-54 147 0,71-229 0,2 1 0,1-1 0,-4 47 0,8-47 0,-2 0 0,-1 0 0,-16 50 0,-8 9 0,-29 141 0,7-18 0,10-75 0,-43 165 0,73-244 0,1-1 0,4 1 0,0 92 0,7-104 0,14 75 0,-11-86 0,0 61 0,-4-64 0,2 1 0,7 45 0,-1-17-17,-2 1 0,-2-1-1,-6 83 1,0-35-1279,2-86-5530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5FFC8-D122-46F0-98B9-35D09C51C3C4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4B2D1-2D8B-48AB-9FFA-BB9831E80B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928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A59733B-369F-54B9-BD05-F38D3CE9D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7C8171A6-0DE7-B7C0-6239-1E9C16E515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60EF76D-30EB-1F1F-7105-F6F6ADC890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8683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3F3E7E7-EC45-0DC8-0221-74FD51D8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DCA1FFC6-AB8C-E728-7AE0-124E45C9A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EE8FED7-0ECE-D581-85B1-84F2C3E8D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0797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AC962CB-9E17-A8C2-A9F7-1B59FA42F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62AF407C-4764-DF4D-3792-20DA270C75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F1EEB0A-1B1B-921A-88BB-678A6D35AD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9816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32BAB3D-4874-0AC4-0283-73293E83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A76DAE07-A7E6-0AE9-1AB6-C0CF5041E0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54597EB-9EC2-91F2-B3EE-5620E4D3CC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0001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C7CFF49-3FF7-FCAE-D7C3-6FC869B03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EE5FD064-A8A1-E227-FDD9-C996B09EEF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52E45F5-C6ED-ADDD-34E1-05F518A2F8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70397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55BE65A-790C-02DF-7E53-D15AC45C5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80BFCC8C-0538-1A70-FF70-C2429A9FA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B018228-25AC-0E5A-2B28-87986116EE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63285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5358D791-FAA9-79EC-E0B4-79DF20037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993DFFFF-304E-C25E-E4D4-8C693074B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789E872-B405-23D3-1FBE-D68B8B0B6B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1591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9146-6582-5C33-8BC9-A5CBB6189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E53EF-9130-3BF5-6474-05A027267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1816D-F85A-FD32-CFFC-0DDF78AA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B51BE-01F5-C633-0CD2-6BEF25EB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4BA87-886B-81D8-468F-1BE6653A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778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DC62-0D8F-92FE-9673-360037E3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93B02-405C-F5CD-AF53-5917A5EEC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9A2A-FB0F-54AF-D482-875C35FB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73925-81D4-D2FE-4ACB-DCF10E71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16561-FECB-43E3-B9E9-D029ECF1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730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BBE0-D503-B72B-17F6-6E8CBFBF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467A5-0F51-B742-6E0A-C93F4297E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BBAF2-F39A-F3A7-F88C-B2064708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12887-98D1-08D2-5ED7-9A23E4944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1AA6-EFEE-2F34-FB24-631C3671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118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E3DD-49F9-48A1-72E6-3EAD5D26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1C026-F649-B229-46B0-FC63F89C1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E675E-0EA1-47EE-19F8-28DB412BA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FE955-460F-31B7-791C-FE1E2B49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A7F41-E0FF-34B7-0FF3-4EE90550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804BE-6AAF-02E8-816E-E117C513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328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C58-F44F-F3CF-212A-54EA2199E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0ADB2-00DF-8BCD-879A-EC8F9CD42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4D597-3066-48D8-89FD-31BE0A4F9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E0E59-34E3-7766-CE55-B8F401B24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3DC86-2858-16AD-388A-17E41DC07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DF264-3D71-997D-741F-3CDC2DBC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F1183-3F56-7135-2461-52D37A7D3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AAD777-0C32-476C-3FF3-E9B1F739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06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FAF0-6041-15B5-AF1A-99247C51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4F25B-0804-9ACA-C9AB-E23ADCEA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15E15-FD8F-6D3E-E84D-0D7E98F6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2A7F8-0032-DF0F-0D7B-35A542D0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148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71945-41FC-26D8-7366-06EC92A7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BFD87-89EA-28C4-315A-7EDC8866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CBBD-DF8F-C090-A1D1-F484B515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4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C357-D5EC-8FD4-0BAA-2EE1FAEA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6A4D8-E1AC-2106-F221-28AADCD2A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B7461-8D44-FA59-7AD1-37EAD1B2D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77B39-A07C-C50E-761C-0E47EA38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93881-1C02-AC1E-0B7D-BF5A5845E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170B8-CA5A-126C-947B-3AC69D78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45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648B-78C8-0CB6-7DBD-380BDAAB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4AB08-3104-5356-23E7-272E95B34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FAA32-B646-065E-C0E6-AEFA9D261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0BA1B-C0B7-948B-C8F9-EE8259CE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1E513-CA0A-5CEC-5563-167FB9AE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56206-140D-DEE2-BE4B-5AED4194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240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1FE6-C35F-B190-E474-F0EF2B46E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72BC4-B9AB-46E7-9BFF-9B960007E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16619-094A-09F3-F319-97461040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70BC-D21F-038B-B964-61A685EC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AAE75-259C-E2A0-1D3D-492CC6B8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98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E5E6A-062A-29D4-C6F0-DD4278AD8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7E4F2-5EA9-E27C-F06C-A193CCB89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EE69F-AF62-3AF4-8A4F-21C6AED9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3FFD-EDF6-941F-F191-535B70D2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3E7B6-F111-A562-2990-040471B0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32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037FB-7632-DFAA-9C65-1982E591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7577-F106-695C-5612-6D55B074A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95688-1F51-46F6-2FDF-6A97B0999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7FEF7-F4CB-47C3-A078-A6DFF96AA897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75ABB-140C-6C34-F227-C1C1E2917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E52AF-6636-9F9B-11F0-BAB379027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3365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0.png"/><Relationship Id="rId18" Type="http://schemas.openxmlformats.org/officeDocument/2006/relationships/customXml" Target="../ink/ink8.xml"/><Relationship Id="rId3" Type="http://schemas.openxmlformats.org/officeDocument/2006/relationships/image" Target="../media/image3.png"/><Relationship Id="rId7" Type="http://schemas.openxmlformats.org/officeDocument/2006/relationships/image" Target="../media/image70.png"/><Relationship Id="rId12" Type="http://schemas.openxmlformats.org/officeDocument/2006/relationships/customXml" Target="../ink/ink5.xml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9.png"/><Relationship Id="rId5" Type="http://schemas.openxmlformats.org/officeDocument/2006/relationships/image" Target="../media/image60.png"/><Relationship Id="rId15" Type="http://schemas.openxmlformats.org/officeDocument/2006/relationships/image" Target="../media/image11.png"/><Relationship Id="rId10" Type="http://schemas.openxmlformats.org/officeDocument/2006/relationships/customXml" Target="../ink/ink4.xml"/><Relationship Id="rId19" Type="http://schemas.openxmlformats.org/officeDocument/2006/relationships/image" Target="../media/image13.png"/><Relationship Id="rId4" Type="http://schemas.openxmlformats.org/officeDocument/2006/relationships/customXml" Target="../ink/ink1.xml"/><Relationship Id="rId9" Type="http://schemas.openxmlformats.org/officeDocument/2006/relationships/image" Target="../media/image8.png"/><Relationship Id="rId1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89" name="Google Shape;89;p1"/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>
            <a:spLocks noGrp="1"/>
          </p:cNvSpPr>
          <p:nvPr>
            <p:ph type="title"/>
          </p:nvPr>
        </p:nvSpPr>
        <p:spPr>
          <a:xfrm>
            <a:off x="1949813" y="2444606"/>
            <a:ext cx="7857000" cy="92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/>
          <a:p>
            <a:pPr algn="ctr">
              <a:buClr>
                <a:srgbClr val="000000"/>
              </a:buClr>
              <a:buSzPts val="1800"/>
              <a:buFont typeface="Arial"/>
            </a:pPr>
            <a:r>
              <a:rPr lang="en-US" sz="66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Updates</a:t>
            </a: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88" y="5861303"/>
            <a:ext cx="2351532" cy="970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1255" y="4661915"/>
            <a:ext cx="48387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4E2995-9FD1-2510-FEE6-7E6C9ACF4A27}"/>
              </a:ext>
            </a:extLst>
          </p:cNvPr>
          <p:cNvSpPr txBox="1"/>
          <p:nvPr/>
        </p:nvSpPr>
        <p:spPr>
          <a:xfrm>
            <a:off x="4041058" y="3590544"/>
            <a:ext cx="357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Olivier Bergeron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3CE5B-2A1C-BF3C-DB8A-65409D331B2C}"/>
              </a:ext>
            </a:extLst>
          </p:cNvPr>
          <p:cNvSpPr txBox="1"/>
          <p:nvPr/>
        </p:nvSpPr>
        <p:spPr>
          <a:xfrm>
            <a:off x="4041058" y="4051316"/>
            <a:ext cx="357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13/03/2026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B5004BCA-F621-1F34-A65A-ECF961867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85D4E5B7-3FE7-94C9-E64B-82AA442192F1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2E50DDDE-E1B1-06D2-02EC-3CB69E58B6D8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53FC4C8-E644-E24E-B1FF-DB5ADE6A6317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2931437-7AB3-05FD-6C57-9AC602C526F1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05E1F934-3F47-15F6-ABEE-EAAEDAF582A6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1B0D2A9C-7414-3F61-0E63-6A64F3BBF6DE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1EA6CE4C-3951-9D60-5968-F891283DC0C0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B09FC98E-240D-A5F9-71ED-333E67C6E853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6E5C51D8-F2F3-3C3F-B092-F89A0F9875F5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5E6D252F-80F2-0E41-A0DA-C7D06183DCAA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A09DA4F6-5343-92C8-0558-6AEEFE212937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5AE48AEF-50AC-611D-0486-2170BDA03A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454EDD9C-9656-3C30-C14D-09F054CD7899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53B7957E-E650-9D91-22F3-91CFA1C2B4B6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B761E-2A28-85DA-30FB-3CC1A13E5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Follow ups with Ankur (ETS)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DC52D-504A-62DD-90F7-DB7D0C958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Couple calls with Ankur about a new design</a:t>
            </a:r>
          </a:p>
          <a:p>
            <a:pPr lvl="1"/>
            <a:r>
              <a:rPr lang="en-CA" dirty="0"/>
              <a:t>Small miscommunication issues</a:t>
            </a:r>
          </a:p>
          <a:p>
            <a:pPr lvl="1"/>
            <a:r>
              <a:rPr lang="en-CA" dirty="0"/>
              <a:t>Still asking for its process limitation</a:t>
            </a:r>
          </a:p>
          <a:p>
            <a:pPr lvl="1"/>
            <a:r>
              <a:rPr lang="en-CA" dirty="0"/>
              <a:t>Working on a design for the Main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C87AD3-DF33-9148-1E69-B70E97362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185" y="3590544"/>
            <a:ext cx="3225347" cy="30727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9738FE-F0EA-8444-3C0A-1E5EA13A8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9713" y="3615255"/>
            <a:ext cx="5099115" cy="302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516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84EBC29-F1A1-6D9A-BDC8-9DF0A0FD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7A64D879-B2AF-9147-23AB-5433FC3F900A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D4B6F0F9-8D43-4DE1-A037-0A3F3B635C90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5213BD9-D4FB-059D-D239-0E319F979DF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8520272-CA75-0957-6445-EDC4F427165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2F09B547-5EA3-6ED0-15E2-64755C737E6C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44B9D86-B246-DBCD-1FEB-C4CAE4165979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241DDC3-66D9-EDC2-E90B-CD4951FAC091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64AD78F7-BFFD-6AF9-C1BD-179D1D479721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05A5A468-664B-5915-C631-A7111F73041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4859E4A0-968B-782C-2930-4151EE32EC9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E2DC6D7-8BF3-FB45-0B29-7AA4FB6BE7C8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DB4FBA11-B6BA-3F1F-EB7F-B0D8D03758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FE073AD9-35A3-37FE-BDAE-6CA3E8CDFDE6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8E7DB96-EC1D-D556-918F-E271A92449EE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48F7F-64D3-735E-583A-101D8708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Impedance test bench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BE85FC-7E96-6552-9B44-721CFC621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634" y="1929763"/>
            <a:ext cx="9621593" cy="4563112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0923364-AE36-FABE-B2A6-D9FAB2463F25}"/>
              </a:ext>
            </a:extLst>
          </p:cNvPr>
          <p:cNvCxnSpPr>
            <a:cxnSpLocks/>
          </p:cNvCxnSpPr>
          <p:nvPr/>
        </p:nvCxnSpPr>
        <p:spPr>
          <a:xfrm flipV="1">
            <a:off x="1272634" y="2218267"/>
            <a:ext cx="5805499" cy="1058333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569BC54-692D-F789-C906-5FA3B8C08BDF}"/>
              </a:ext>
            </a:extLst>
          </p:cNvPr>
          <p:cNvCxnSpPr>
            <a:cxnSpLocks/>
          </p:cNvCxnSpPr>
          <p:nvPr/>
        </p:nvCxnSpPr>
        <p:spPr>
          <a:xfrm>
            <a:off x="1109133" y="4783667"/>
            <a:ext cx="3564467" cy="165919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4764E04-1283-15D5-6EFE-69623D7D12C1}"/>
              </a:ext>
            </a:extLst>
          </p:cNvPr>
          <p:cNvCxnSpPr>
            <a:cxnSpLocks/>
          </p:cNvCxnSpPr>
          <p:nvPr/>
        </p:nvCxnSpPr>
        <p:spPr>
          <a:xfrm>
            <a:off x="10778066" y="3962400"/>
            <a:ext cx="0" cy="1414252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4D87A3C-C2E1-2E6E-5FB9-6338C681ACC2}"/>
              </a:ext>
            </a:extLst>
          </p:cNvPr>
          <p:cNvSpPr txBox="1"/>
          <p:nvPr/>
        </p:nvSpPr>
        <p:spPr>
          <a:xfrm rot="1543922">
            <a:off x="1572260" y="5420227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135.5 mm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3A27A1-82C5-E2BC-F593-CD4B70844DFD}"/>
              </a:ext>
            </a:extLst>
          </p:cNvPr>
          <p:cNvSpPr txBox="1"/>
          <p:nvPr/>
        </p:nvSpPr>
        <p:spPr>
          <a:xfrm rot="20955907">
            <a:off x="2670048" y="2423977"/>
            <a:ext cx="1617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128.5 mm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7626D6-191D-33F9-F81A-7EE3BC529CD4}"/>
              </a:ext>
            </a:extLst>
          </p:cNvPr>
          <p:cNvSpPr txBox="1"/>
          <p:nvPr/>
        </p:nvSpPr>
        <p:spPr>
          <a:xfrm>
            <a:off x="9885174" y="5540422"/>
            <a:ext cx="1069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22.2 mm</a:t>
            </a:r>
          </a:p>
        </p:txBody>
      </p:sp>
    </p:spTree>
    <p:extLst>
      <p:ext uri="{BB962C8B-B14F-4D97-AF65-F5344CB8AC3E}">
        <p14:creationId xmlns:p14="http://schemas.microsoft.com/office/powerpoint/2010/main" val="1414278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B9A1FC05-00AE-7C66-DF2F-8AE702B4F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10C7655C-296B-B36D-ACCA-CB660603C7B8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0E71DF62-1203-CE71-76AC-E5B18B31053E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682607EB-22C0-D866-1383-08111AD934D3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5F011083-0AF6-19B2-D1A9-6F1785E50A45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E012B2DB-5DF7-D6C0-3BBB-5736DC8926A9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589D00B8-EC2E-648A-21CC-8BA41A589FA0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88BE5326-4DD1-6117-319E-6BA56BB6068A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52CBBC45-13AD-9988-E63F-A74BD2409F06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41CF2634-8C65-1619-51E0-C0850086E7AC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28FDE94D-2296-E0A3-E4EC-0FD1761F7ACB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E5CD45FF-B7B3-6870-9D95-F1E9982C4CEB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33434086-8B4B-ADEC-6B0A-6C73FC5EAC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179A3F8C-9012-4210-EC04-FDFDCA8CF6EC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EFFB2E88-0A2E-C8DB-A3FA-E6F78A284404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58BFFD-EBBA-0229-00C0-F107ABA24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2615" y="0"/>
            <a:ext cx="7916618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3CA54B-EAA7-35DA-DE80-4FA0ACA914F6}"/>
              </a:ext>
            </a:extLst>
          </p:cNvPr>
          <p:cNvSpPr txBox="1"/>
          <p:nvPr/>
        </p:nvSpPr>
        <p:spPr>
          <a:xfrm>
            <a:off x="998969" y="2999734"/>
            <a:ext cx="741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TPU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AA0B1-929C-F9A9-082A-682A00382D67}"/>
              </a:ext>
            </a:extLst>
          </p:cNvPr>
          <p:cNvSpPr txBox="1"/>
          <p:nvPr/>
        </p:nvSpPr>
        <p:spPr>
          <a:xfrm>
            <a:off x="990600" y="4216400"/>
            <a:ext cx="741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PETG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016CF41-886B-1F53-1A62-D0F7ED410443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740350" y="3184400"/>
            <a:ext cx="2755450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ADD48B1-296A-08BB-4407-91D87BCF884B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740350" y="3184400"/>
            <a:ext cx="2755450" cy="10822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A3E9DB-DC70-38E7-FEFE-4A5BFA992C55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1731981" y="2769257"/>
            <a:ext cx="2016656" cy="1631809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D0ED019-E361-D60D-70CE-E04E34B19758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1731981" y="4401066"/>
            <a:ext cx="1384087" cy="223201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B1495F5-110A-7C3D-D457-81AEAC59A990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1731981" y="4401066"/>
            <a:ext cx="1365585" cy="656546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8E2338-DCEE-3832-AE7A-AC8D29A78A41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1731981" y="4401066"/>
            <a:ext cx="1342265" cy="974697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91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A1C1011-05D1-5135-9FC2-24E0F112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79E2AF85-A18D-8024-FDB8-DCFD5E6D3A8B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2E80CFB4-63FD-35CD-C804-5A5994DE31EB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6D4D8F4-66EF-38B1-D045-B06F951BE338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8BC67018-3BCA-75A2-052B-6D1C42F901C0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E67B14D2-D124-7BA1-BDFE-8CA39B492123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6A943500-8C29-45A7-D627-FA54B94B9304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DCED0CA-6BC5-A1FF-0FBB-97D2BC10BFBF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DA1EF705-6C68-5FD1-B4A6-F33A79C940A0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72EC2A43-9068-2F54-F5AB-C440EA09953C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BEB37A44-7E69-CB2D-83FA-862A54357E45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040FC58E-7EEB-5391-CB0B-6C21FCA832CF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89F22D48-F80A-8171-0E36-90E1365722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B6DF7670-EB13-5DE7-BCF8-83D129257235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1BEF08B2-8BB1-DF17-E9FB-F8DF81E9A495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51DB9B-79EE-A09E-2048-C2378D733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Impedance test bench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978E14C-F5B8-01E7-47F7-0B86B71C5884}"/>
              </a:ext>
            </a:extLst>
          </p:cNvPr>
          <p:cNvSpPr/>
          <p:nvPr/>
        </p:nvSpPr>
        <p:spPr>
          <a:xfrm>
            <a:off x="651933" y="1625600"/>
            <a:ext cx="1346200" cy="4406265"/>
          </a:xfrm>
          <a:custGeom>
            <a:avLst/>
            <a:gdLst>
              <a:gd name="csX0" fmla="*/ 0 w 1346200"/>
              <a:gd name="csY0" fmla="*/ 0 h 3327400"/>
              <a:gd name="csX1" fmla="*/ 1346200 w 1346200"/>
              <a:gd name="csY1" fmla="*/ 0 h 3327400"/>
              <a:gd name="csX2" fmla="*/ 1346200 w 1346200"/>
              <a:gd name="csY2" fmla="*/ 3327400 h 3327400"/>
              <a:gd name="csX3" fmla="*/ 0 w 1346200"/>
              <a:gd name="csY3" fmla="*/ 3327400 h 3327400"/>
              <a:gd name="csX4" fmla="*/ 0 w 1346200"/>
              <a:gd name="csY4" fmla="*/ 0 h 332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46200" h="3327400">
                <a:moveTo>
                  <a:pt x="0" y="0"/>
                </a:moveTo>
                <a:lnTo>
                  <a:pt x="1346200" y="0"/>
                </a:lnTo>
                <a:lnTo>
                  <a:pt x="1346200" y="3327400"/>
                </a:lnTo>
                <a:lnTo>
                  <a:pt x="0" y="33274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`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3FA251-9674-ED2C-7755-BA453F8437B7}"/>
              </a:ext>
            </a:extLst>
          </p:cNvPr>
          <p:cNvSpPr/>
          <p:nvPr/>
        </p:nvSpPr>
        <p:spPr>
          <a:xfrm>
            <a:off x="1318090" y="2217147"/>
            <a:ext cx="431292" cy="434203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2C99A3-B18D-4329-B8EF-CC866DEDB326}"/>
              </a:ext>
            </a:extLst>
          </p:cNvPr>
          <p:cNvSpPr/>
          <p:nvPr/>
        </p:nvSpPr>
        <p:spPr>
          <a:xfrm>
            <a:off x="1327359" y="3177809"/>
            <a:ext cx="431292" cy="434203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0A2E57E-48B8-9ACA-3426-8C3AE85B8D49}"/>
              </a:ext>
            </a:extLst>
          </p:cNvPr>
          <p:cNvSpPr/>
          <p:nvPr/>
        </p:nvSpPr>
        <p:spPr>
          <a:xfrm>
            <a:off x="1328883" y="4225369"/>
            <a:ext cx="431292" cy="434203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05B842D-05E5-1639-FB71-C930B0386FF0}"/>
              </a:ext>
            </a:extLst>
          </p:cNvPr>
          <p:cNvSpPr/>
          <p:nvPr/>
        </p:nvSpPr>
        <p:spPr>
          <a:xfrm>
            <a:off x="1327359" y="5270436"/>
            <a:ext cx="431292" cy="434203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B7AE7-B140-7776-E47B-53D1E90E95AE}"/>
              </a:ext>
            </a:extLst>
          </p:cNvPr>
          <p:cNvSpPr txBox="1"/>
          <p:nvPr/>
        </p:nvSpPr>
        <p:spPr>
          <a:xfrm>
            <a:off x="745149" y="4768334"/>
            <a:ext cx="504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V1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83655C-AE5A-BEEB-55CE-5AE537BCC7DF}"/>
              </a:ext>
            </a:extLst>
          </p:cNvPr>
          <p:cNvSpPr txBox="1"/>
          <p:nvPr/>
        </p:nvSpPr>
        <p:spPr>
          <a:xfrm>
            <a:off x="1349669" y="3887226"/>
            <a:ext cx="504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4CB22D-A356-CC29-9022-DC59CF9FA533}"/>
              </a:ext>
            </a:extLst>
          </p:cNvPr>
          <p:cNvSpPr txBox="1"/>
          <p:nvPr/>
        </p:nvSpPr>
        <p:spPr>
          <a:xfrm>
            <a:off x="1338502" y="4937354"/>
            <a:ext cx="504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BDEB8A-425F-4A10-F959-9D2DDFA82FF9}"/>
              </a:ext>
            </a:extLst>
          </p:cNvPr>
          <p:cNvSpPr txBox="1"/>
          <p:nvPr/>
        </p:nvSpPr>
        <p:spPr>
          <a:xfrm>
            <a:off x="828329" y="2808477"/>
            <a:ext cx="1169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CURRENT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F5088B-6FCB-2797-410D-B8529AD3B669}"/>
              </a:ext>
            </a:extLst>
          </p:cNvPr>
          <p:cNvSpPr txBox="1"/>
          <p:nvPr/>
        </p:nvSpPr>
        <p:spPr>
          <a:xfrm>
            <a:off x="1257710" y="1825788"/>
            <a:ext cx="1169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OUT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39FC0F7-C290-1E16-FE97-1CCD75E52A2E}"/>
              </a:ext>
            </a:extLst>
          </p:cNvPr>
          <p:cNvGrpSpPr/>
          <p:nvPr/>
        </p:nvGrpSpPr>
        <p:grpSpPr>
          <a:xfrm>
            <a:off x="3605493" y="3048874"/>
            <a:ext cx="463514" cy="694373"/>
            <a:chOff x="2427514" y="3023010"/>
            <a:chExt cx="463514" cy="69437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1DD698D-5B8E-82E2-2008-9DEA33100BC8}"/>
                </a:ext>
              </a:extLst>
            </p:cNvPr>
            <p:cNvSpPr/>
            <p:nvPr/>
          </p:nvSpPr>
          <p:spPr>
            <a:xfrm>
              <a:off x="2427514" y="3285067"/>
              <a:ext cx="463514" cy="17026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6C59D5D-B815-6E9C-6603-ABD855D3E652}"/>
                </a:ext>
              </a:extLst>
            </p:cNvPr>
            <p:cNvSpPr/>
            <p:nvPr/>
          </p:nvSpPr>
          <p:spPr>
            <a:xfrm>
              <a:off x="2704858" y="3023010"/>
              <a:ext cx="186170" cy="69437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9BCA65B-F56B-0C6F-7BE7-286E889C114F}"/>
              </a:ext>
            </a:extLst>
          </p:cNvPr>
          <p:cNvGrpSpPr/>
          <p:nvPr/>
        </p:nvGrpSpPr>
        <p:grpSpPr>
          <a:xfrm>
            <a:off x="2427514" y="2055561"/>
            <a:ext cx="463514" cy="694373"/>
            <a:chOff x="2427514" y="3023010"/>
            <a:chExt cx="463514" cy="69437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DAF156-AE2A-7657-F93B-E5D9835D5CFC}"/>
                </a:ext>
              </a:extLst>
            </p:cNvPr>
            <p:cNvSpPr/>
            <p:nvPr/>
          </p:nvSpPr>
          <p:spPr>
            <a:xfrm>
              <a:off x="2427514" y="3285067"/>
              <a:ext cx="463514" cy="17026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0B0085C-ADF6-ECF1-A017-652C941574CE}"/>
                </a:ext>
              </a:extLst>
            </p:cNvPr>
            <p:cNvSpPr/>
            <p:nvPr/>
          </p:nvSpPr>
          <p:spPr>
            <a:xfrm>
              <a:off x="2704858" y="3023010"/>
              <a:ext cx="186170" cy="69437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A1411D0-AAD1-DA61-AEB9-31A0C81B2FE2}"/>
              </a:ext>
            </a:extLst>
          </p:cNvPr>
          <p:cNvSpPr/>
          <p:nvPr/>
        </p:nvSpPr>
        <p:spPr>
          <a:xfrm>
            <a:off x="5285184" y="1975951"/>
            <a:ext cx="575733" cy="28652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4F3EDA-3ECB-4454-D9FD-D599CF8AB92D}"/>
              </a:ext>
            </a:extLst>
          </p:cNvPr>
          <p:cNvSpPr/>
          <p:nvPr/>
        </p:nvSpPr>
        <p:spPr>
          <a:xfrm>
            <a:off x="5269750" y="3034547"/>
            <a:ext cx="575733" cy="28652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6624F24-B7E4-7092-5664-E0BE09F6267E}"/>
              </a:ext>
            </a:extLst>
          </p:cNvPr>
          <p:cNvSpPr/>
          <p:nvPr/>
        </p:nvSpPr>
        <p:spPr>
          <a:xfrm>
            <a:off x="6003036" y="4472939"/>
            <a:ext cx="3903133" cy="1495912"/>
          </a:xfrm>
          <a:custGeom>
            <a:avLst/>
            <a:gdLst>
              <a:gd name="csX0" fmla="*/ 0 w 3903133"/>
              <a:gd name="csY0" fmla="*/ 0 h 948267"/>
              <a:gd name="csX1" fmla="*/ 0 w 3903133"/>
              <a:gd name="csY1" fmla="*/ 948267 h 948267"/>
              <a:gd name="csX2" fmla="*/ 3903133 w 3903133"/>
              <a:gd name="csY2" fmla="*/ 948267 h 948267"/>
              <a:gd name="csX3" fmla="*/ 3903133 w 3903133"/>
              <a:gd name="csY3" fmla="*/ 42333 h 9482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03133" h="948267">
                <a:moveTo>
                  <a:pt x="0" y="0"/>
                </a:moveTo>
                <a:lnTo>
                  <a:pt x="0" y="948267"/>
                </a:lnTo>
                <a:lnTo>
                  <a:pt x="3903133" y="948267"/>
                </a:lnTo>
                <a:lnTo>
                  <a:pt x="3903133" y="42333"/>
                </a:lnTo>
              </a:path>
            </a:pathLst>
          </a:cu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1BEB0C-BDD7-6245-2438-F474A9D2D90B}"/>
              </a:ext>
            </a:extLst>
          </p:cNvPr>
          <p:cNvSpPr/>
          <p:nvPr/>
        </p:nvSpPr>
        <p:spPr>
          <a:xfrm>
            <a:off x="6231467" y="5537960"/>
            <a:ext cx="3496355" cy="304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6C83130-4110-E31B-9F95-1B6063DDB7A5}"/>
              </a:ext>
            </a:extLst>
          </p:cNvPr>
          <p:cNvSpPr/>
          <p:nvPr/>
        </p:nvSpPr>
        <p:spPr>
          <a:xfrm>
            <a:off x="6231467" y="4920000"/>
            <a:ext cx="3496355" cy="304040"/>
          </a:xfrm>
          <a:prstGeom prst="rect">
            <a:avLst/>
          </a:prstGeom>
          <a:solidFill>
            <a:srgbClr val="DA20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BD5E7DB-8D2D-9F04-AEA1-859AB8B80FCD}"/>
                  </a:ext>
                </a:extLst>
              </p14:cNvPr>
              <p14:cNvContentPartPr/>
              <p14:nvPr/>
            </p14:nvContentPartPr>
            <p14:xfrm>
              <a:off x="1574667" y="2429360"/>
              <a:ext cx="803520" cy="176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BD5E7DB-8D2D-9F04-AEA1-859AB8B80F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8547" y="2423240"/>
                <a:ext cx="81576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C914528-5E6A-04C4-D38A-360AB9E65A51}"/>
                  </a:ext>
                </a:extLst>
              </p14:cNvPr>
              <p14:cNvContentPartPr/>
              <p14:nvPr/>
            </p14:nvContentPartPr>
            <p14:xfrm>
              <a:off x="1591587" y="2727080"/>
              <a:ext cx="1202400" cy="17607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C914528-5E6A-04C4-D38A-360AB9E65A5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85467" y="2720960"/>
                <a:ext cx="1214640" cy="177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A19DC9EB-E781-D9B2-C797-131281CF9DB4}"/>
              </a:ext>
            </a:extLst>
          </p:cNvPr>
          <p:cNvGrpSpPr/>
          <p:nvPr/>
        </p:nvGrpSpPr>
        <p:grpSpPr>
          <a:xfrm>
            <a:off x="1582947" y="3327560"/>
            <a:ext cx="2425680" cy="2209680"/>
            <a:chOff x="1582947" y="3327560"/>
            <a:chExt cx="2425680" cy="220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E8B32C1-5F85-6022-FF72-E645352F3E85}"/>
                    </a:ext>
                  </a:extLst>
                </p14:cNvPr>
                <p14:cNvContentPartPr/>
                <p14:nvPr/>
              </p14:nvContentPartPr>
              <p14:xfrm>
                <a:off x="1599867" y="3327560"/>
                <a:ext cx="1973880" cy="853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E8B32C1-5F85-6022-FF72-E645352F3E8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93747" y="3321440"/>
                  <a:ext cx="19861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AA285A8-E0E2-9AF5-8A87-4E65E867C24C}"/>
                    </a:ext>
                  </a:extLst>
                </p14:cNvPr>
                <p14:cNvContentPartPr/>
                <p14:nvPr/>
              </p14:nvContentPartPr>
              <p14:xfrm>
                <a:off x="1582947" y="3746240"/>
                <a:ext cx="2425680" cy="1791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AA285A8-E0E2-9AF5-8A87-4E65E867C24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76827" y="3740120"/>
                  <a:ext cx="2437920" cy="180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D679D58-6192-64E2-B013-D9060C5791EB}"/>
                  </a:ext>
                </a:extLst>
              </p14:cNvPr>
              <p14:cNvContentPartPr/>
              <p14:nvPr/>
            </p14:nvContentPartPr>
            <p14:xfrm>
              <a:off x="3945627" y="2870000"/>
              <a:ext cx="1297440" cy="3110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D679D58-6192-64E2-B013-D9060C5791E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39507" y="2863880"/>
                <a:ext cx="130968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9CA9B9C-9BEF-8A5E-1AE0-FB48E0532A40}"/>
                  </a:ext>
                </a:extLst>
              </p14:cNvPr>
              <p14:cNvContentPartPr/>
              <p14:nvPr/>
            </p14:nvContentPartPr>
            <p14:xfrm>
              <a:off x="2742147" y="1615040"/>
              <a:ext cx="2526480" cy="4986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9CA9B9C-9BEF-8A5E-1AE0-FB48E0532A4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36027" y="1608920"/>
                <a:ext cx="2538720" cy="51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98B94EC-6166-DA7F-FEE5-416675B9FAA3}"/>
                  </a:ext>
                </a:extLst>
              </p14:cNvPr>
              <p14:cNvContentPartPr/>
              <p14:nvPr/>
            </p14:nvContentPartPr>
            <p14:xfrm>
              <a:off x="5841747" y="3183200"/>
              <a:ext cx="475560" cy="24850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98B94EC-6166-DA7F-FEE5-416675B9FAA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835627" y="3177080"/>
                <a:ext cx="487800" cy="249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B5A82A7-F1BE-BDE2-EB7D-76345D0CFF17}"/>
                  </a:ext>
                </a:extLst>
              </p14:cNvPr>
              <p14:cNvContentPartPr/>
              <p14:nvPr/>
            </p14:nvContentPartPr>
            <p14:xfrm>
              <a:off x="5825187" y="2133080"/>
              <a:ext cx="830880" cy="27680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B5A82A7-F1BE-BDE2-EB7D-76345D0CFF1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819067" y="2126960"/>
                <a:ext cx="843120" cy="2780280"/>
              </a:xfrm>
              <a:prstGeom prst="rect">
                <a:avLst/>
              </a:prstGeom>
            </p:spPr>
          </p:pic>
        </mc:Fallback>
      </mc:AlternateContent>
      <p:sp>
        <p:nvSpPr>
          <p:cNvPr id="55" name="Rectangle 54">
            <a:extLst>
              <a:ext uri="{FF2B5EF4-FFF2-40B4-BE49-F238E27FC236}">
                <a16:creationId xmlns:a16="http://schemas.microsoft.com/office/drawing/2014/main" id="{96868FE3-F224-5193-E1CD-28ED6D8443EA}"/>
              </a:ext>
            </a:extLst>
          </p:cNvPr>
          <p:cNvSpPr/>
          <p:nvPr/>
        </p:nvSpPr>
        <p:spPr>
          <a:xfrm>
            <a:off x="6003036" y="5037667"/>
            <a:ext cx="3903133" cy="945558"/>
          </a:xfrm>
          <a:prstGeom prst="rect">
            <a:avLst/>
          </a:prstGeom>
          <a:solidFill>
            <a:schemeClr val="accent1">
              <a:lumMod val="40000"/>
              <a:lumOff val="6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0176BC-AA9F-0208-081A-1DA5862D9E28}"/>
              </a:ext>
            </a:extLst>
          </p:cNvPr>
          <p:cNvSpPr txBox="1"/>
          <p:nvPr/>
        </p:nvSpPr>
        <p:spPr>
          <a:xfrm>
            <a:off x="567267" y="6265333"/>
            <a:ext cx="1583266" cy="367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Solartron</a:t>
            </a:r>
            <a:r>
              <a:rPr lang="en-US" dirty="0"/>
              <a:t> 1260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169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97EE045-988B-7C1E-7484-F65873BC1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29572BF8-DEE2-772D-B1E5-166E8275C04F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E563FA9A-5FF0-61B2-7975-921C72B43914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BD966B2-1675-7035-ADF8-08B287EECCA1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D4AC542-22B6-B0AB-2ABC-163DE24BAA0A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999AAF5C-7F05-A046-6520-BAFA10AB504E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8BC23969-3C36-FFCD-CA08-01A2E80C36A2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23A7340B-6BCD-1F0F-F36D-1DFF3D44F731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7E37ECAC-8CC0-D568-0E10-A2D643B75114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3D47A75C-1DE8-7D1D-0617-B72A4A499B8F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0A7A3208-323B-A3D4-5B21-6DBBA83F39A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64280A1A-E845-01FC-EF1A-FBC69A487322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4F6A06EF-931C-3C24-B0FC-4C88595F42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21835F25-75BA-06E6-3DE5-BAD628D11627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CCD6CA2-7DC7-412B-4151-AA1108DD998E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D42A16-38FC-7061-4D86-B6E71EE86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Impedance test bench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FEA59-8C1D-8339-C394-34A537623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Order material (BOM ready)</a:t>
            </a:r>
          </a:p>
          <a:p>
            <a:r>
              <a:rPr lang="en-US" dirty="0"/>
              <a:t>Print</a:t>
            </a:r>
            <a:r>
              <a:rPr lang="en-CA" dirty="0"/>
              <a:t> parts</a:t>
            </a:r>
          </a:p>
          <a:p>
            <a:r>
              <a:rPr lang="en-CA" dirty="0"/>
              <a:t>Prepare setup</a:t>
            </a:r>
            <a:endParaRPr lang="en-US" dirty="0"/>
          </a:p>
          <a:p>
            <a:r>
              <a:rPr lang="en-US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2463989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FAEFE8C-81AE-CB5C-FFE4-2469400AC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157C4B78-2BEA-FE0B-E54A-D1F693181E63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54E5033C-7A25-F5AD-B466-A1476441C414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3F096E3-C7DC-C2F5-D0F8-F34C911FF36F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F170DE7-44FB-DF95-8E3F-1621521469C4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8575B004-A29E-CC51-B043-B90766B217D4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123CAB60-E9A8-17A2-4223-B5EF5315703D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19E900F3-48F6-3B4D-B9EA-3F2E24E504E4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302A535B-0145-8BD5-EE83-D38FD3AA5055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95E6A15B-229E-7187-521C-2B10E20901F8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53BACA9D-8618-2895-9ED1-80E25F7F8590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A6F93CF1-251B-37E2-16C8-4B3BC2E65EC2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C6B5BD91-63F3-3E5C-23A0-54339E6297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D43AACA9-A52F-D6BF-DFB7-8532B784D790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E7B54CF-DEA0-0199-7A86-132EF5D40BAC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5C27E2-047F-15A6-16E2-50AC9FC5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Process analysis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6BC2B-A484-8C27-0A1B-9615BD357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Preparing an analysis for Benoit: WIP</a:t>
            </a:r>
          </a:p>
          <a:p>
            <a:pPr lvl="1"/>
            <a:r>
              <a:rPr lang="en-CA" dirty="0"/>
              <a:t>Electrode process: Done</a:t>
            </a:r>
          </a:p>
          <a:p>
            <a:pPr lvl="1"/>
            <a:r>
              <a:rPr lang="en-CA" dirty="0"/>
              <a:t>Flexible circuit: Almost done</a:t>
            </a:r>
          </a:p>
          <a:p>
            <a:pPr lvl="1"/>
            <a:r>
              <a:rPr lang="en-CA" dirty="0"/>
              <a:t>Electronic connection: Started</a:t>
            </a:r>
          </a:p>
          <a:p>
            <a:pPr lvl="1"/>
            <a:endParaRPr lang="en-CA" dirty="0"/>
          </a:p>
          <a:p>
            <a:r>
              <a:rPr lang="en-CA" dirty="0"/>
              <a:t>Main goal while waiting for impedance test setup</a:t>
            </a:r>
          </a:p>
        </p:txBody>
      </p:sp>
    </p:spTree>
    <p:extLst>
      <p:ext uri="{BB962C8B-B14F-4D97-AF65-F5344CB8AC3E}">
        <p14:creationId xmlns:p14="http://schemas.microsoft.com/office/powerpoint/2010/main" val="815787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0E41731-02C8-5F93-C9D1-B17EA21EA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CD835473-AE68-0E91-BA1B-9ABDA6ED87DE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25973F36-AAC3-AA82-7078-4441EA7D59EB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C4BB94C-E310-543A-6F09-4F35D818B803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5AE056C6-643F-A0E5-3A8D-E1057E32237E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43C5A380-DCDC-355D-C2B8-536B59FB007F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C7DEEF3B-1915-61F8-E911-BFAE2ED80C97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1F0C3262-4B76-230C-E282-D1211D66DF4E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5A67FF71-505D-16FC-AB1C-C0E01A01DD45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8FBFBF09-6E4F-52E1-BA89-EAFA468BAE44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0758AD6A-0763-B52D-CB27-4390CFE940D3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2C9F4B31-CB21-48BF-3A20-D137E1058D17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AED0F801-7ED6-08A7-926F-7AC2D1FF9A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51ACC437-84DC-5249-12AC-94E68142C6AA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F63613-C538-ADC6-743C-1E5C152AE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Process analysis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9729A-4384-1F9E-4864-6C8CC14D8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Little preview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F5DAA-8433-D02A-724C-691F36182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095" y="2431383"/>
            <a:ext cx="3453162" cy="19424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7E7995-DA21-05D6-793A-E5EACB5062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9281" y="2431384"/>
            <a:ext cx="3453162" cy="19424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FBB4F5-FF1D-2F43-ED39-2FEA3BCCCC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421" y="4635957"/>
            <a:ext cx="3454509" cy="1943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BF315B-3E5E-ECE8-F2D6-37B797BCD4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1106" y="4636714"/>
            <a:ext cx="3453162" cy="19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267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7E94E571C96249947AF13F777C3916" ma:contentTypeVersion="11" ma:contentTypeDescription="Create a new document." ma:contentTypeScope="" ma:versionID="32f3e3dbf5c00dd14358b190e05f6610">
  <xsd:schema xmlns:xsd="http://www.w3.org/2001/XMLSchema" xmlns:xs="http://www.w3.org/2001/XMLSchema" xmlns:p="http://schemas.microsoft.com/office/2006/metadata/properties" xmlns:ns2="3606489e-11c3-4fd4-8b0d-38c84dce880a" xmlns:ns3="bea3b32f-3821-4413-abbe-b6b43d475949" targetNamespace="http://schemas.microsoft.com/office/2006/metadata/properties" ma:root="true" ma:fieldsID="ed37537aec0b87aed9704591e269c2a2" ns2:_="" ns3:_="">
    <xsd:import namespace="3606489e-11c3-4fd4-8b0d-38c84dce880a"/>
    <xsd:import namespace="bea3b32f-3821-4413-abbe-b6b43d475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6489e-11c3-4fd4-8b0d-38c84dce88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eaa8290-3616-4126-84aa-16f277ca9c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a3b32f-3821-4413-abbe-b6b43d47594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fd0a47-6781-48cf-8e1a-f9c3cc5d7710}" ma:internalName="TaxCatchAll" ma:showField="CatchAllData" ma:web="bea3b32f-3821-4413-abbe-b6b43d4759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7D68A9-96C5-48E1-B021-F48510BDE7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CE2D6E-7FC2-495B-9135-41F149EBD8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6489e-11c3-4fd4-8b0d-38c84dce880a"/>
    <ds:schemaRef ds:uri="bea3b32f-3821-4413-abbe-b6b43d4759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Widescreen</PresentationFormat>
  <Paragraphs>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Updates</vt:lpstr>
      <vt:lpstr>Follow ups with Ankur (ETS)</vt:lpstr>
      <vt:lpstr>Impedance test bench</vt:lpstr>
      <vt:lpstr>PowerPoint Presentation</vt:lpstr>
      <vt:lpstr>Impedance test bench</vt:lpstr>
      <vt:lpstr>Impedance test bench</vt:lpstr>
      <vt:lpstr>Process analysis</vt:lpstr>
      <vt:lpstr>Process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Avancements VR</dc:title>
  <dc:creator>Thomas Labbé</dc:creator>
  <cp:lastModifiedBy>Olivier Bergeron</cp:lastModifiedBy>
  <cp:revision>18</cp:revision>
  <dcterms:created xsi:type="dcterms:W3CDTF">2024-02-22T13:11:49Z</dcterms:created>
  <dcterms:modified xsi:type="dcterms:W3CDTF">2026-03-13T18:15:14Z</dcterms:modified>
</cp:coreProperties>
</file>