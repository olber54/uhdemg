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4"/>
  </p:notesMasterIdLst>
  <p:sldIdLst>
    <p:sldId id="302" r:id="rId4"/>
    <p:sldId id="383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80AC8-ECA6-4A2E-8A09-4B2FC307D977}" v="14" dt="2025-07-30T15:10:40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E6580AC8-ECA6-4A2E-8A09-4B2FC307D977}"/>
    <pc:docChg chg="undo custSel addSld delSld modSld">
      <pc:chgData name="Olivier Bergeron" userId="25eb1b54-485f-4e43-901d-d18d08f0214c" providerId="ADAL" clId="{E6580AC8-ECA6-4A2E-8A09-4B2FC307D977}" dt="2025-07-30T15:14:08.149" v="3385" actId="5793"/>
      <pc:docMkLst>
        <pc:docMk/>
      </pc:docMkLst>
      <pc:sldChg chg="modSp mod">
        <pc:chgData name="Olivier Bergeron" userId="25eb1b54-485f-4e43-901d-d18d08f0214c" providerId="ADAL" clId="{E6580AC8-ECA6-4A2E-8A09-4B2FC307D977}" dt="2025-07-30T14:38:16.904" v="1119" actId="27636"/>
        <pc:sldMkLst>
          <pc:docMk/>
          <pc:sldMk cId="1414278494" sldId="383"/>
        </pc:sldMkLst>
        <pc:spChg chg="mod">
          <ac:chgData name="Olivier Bergeron" userId="25eb1b54-485f-4e43-901d-d18d08f0214c" providerId="ADAL" clId="{E6580AC8-ECA6-4A2E-8A09-4B2FC307D977}" dt="2025-07-30T14:17:30.472" v="16" actId="20577"/>
          <ac:spMkLst>
            <pc:docMk/>
            <pc:sldMk cId="1414278494" sldId="383"/>
            <ac:spMk id="2" creationId="{18048F7F-64D3-735E-583A-101D87082AD9}"/>
          </ac:spMkLst>
        </pc:spChg>
        <pc:spChg chg="mod">
          <ac:chgData name="Olivier Bergeron" userId="25eb1b54-485f-4e43-901d-d18d08f0214c" providerId="ADAL" clId="{E6580AC8-ECA6-4A2E-8A09-4B2FC307D977}" dt="2025-07-30T14:38:16.904" v="1119" actId="27636"/>
          <ac:spMkLst>
            <pc:docMk/>
            <pc:sldMk cId="1414278494" sldId="383"/>
            <ac:spMk id="3" creationId="{BD037286-E129-6F50-7D39-9643009A53E7}"/>
          </ac:spMkLst>
        </pc:spChg>
      </pc:sldChg>
      <pc:sldChg chg="addSp delSp modSp new del mod">
        <pc:chgData name="Olivier Bergeron" userId="25eb1b54-485f-4e43-901d-d18d08f0214c" providerId="ADAL" clId="{E6580AC8-ECA6-4A2E-8A09-4B2FC307D977}" dt="2025-07-30T14:27:51.959" v="466" actId="47"/>
        <pc:sldMkLst>
          <pc:docMk/>
          <pc:sldMk cId="210192407" sldId="384"/>
        </pc:sldMkLst>
        <pc:spChg chg="add del mod">
          <ac:chgData name="Olivier Bergeron" userId="25eb1b54-485f-4e43-901d-d18d08f0214c" providerId="ADAL" clId="{E6580AC8-ECA6-4A2E-8A09-4B2FC307D977}" dt="2025-07-30T14:27:48.678" v="464" actId="20577"/>
          <ac:spMkLst>
            <pc:docMk/>
            <pc:sldMk cId="210192407" sldId="384"/>
            <ac:spMk id="2" creationId="{DC7EE227-972D-9EBD-66E5-866AA334F06F}"/>
          </ac:spMkLst>
        </pc:spChg>
      </pc:sldChg>
      <pc:sldChg chg="modSp add mod">
        <pc:chgData name="Olivier Bergeron" userId="25eb1b54-485f-4e43-901d-d18d08f0214c" providerId="ADAL" clId="{E6580AC8-ECA6-4A2E-8A09-4B2FC307D977}" dt="2025-07-30T14:37:04.095" v="1040" actId="20577"/>
        <pc:sldMkLst>
          <pc:docMk/>
          <pc:sldMk cId="2350137370" sldId="385"/>
        </pc:sldMkLst>
        <pc:spChg chg="mod">
          <ac:chgData name="Olivier Bergeron" userId="25eb1b54-485f-4e43-901d-d18d08f0214c" providerId="ADAL" clId="{E6580AC8-ECA6-4A2E-8A09-4B2FC307D977}" dt="2025-07-30T14:28:05.813" v="485" actId="20577"/>
          <ac:spMkLst>
            <pc:docMk/>
            <pc:sldMk cId="2350137370" sldId="385"/>
            <ac:spMk id="2" creationId="{ECE5C4F8-6994-BCE1-A9E7-3A3E152B1BA7}"/>
          </ac:spMkLst>
        </pc:spChg>
        <pc:spChg chg="mod">
          <ac:chgData name="Olivier Bergeron" userId="25eb1b54-485f-4e43-901d-d18d08f0214c" providerId="ADAL" clId="{E6580AC8-ECA6-4A2E-8A09-4B2FC307D977}" dt="2025-07-30T14:37:04.095" v="1040" actId="20577"/>
          <ac:spMkLst>
            <pc:docMk/>
            <pc:sldMk cId="2350137370" sldId="385"/>
            <ac:spMk id="3" creationId="{732C8159-3F65-4FFF-C439-F6E4C7C1A8D2}"/>
          </ac:spMkLst>
        </pc:spChg>
      </pc:sldChg>
      <pc:sldChg chg="modSp add mod">
        <pc:chgData name="Olivier Bergeron" userId="25eb1b54-485f-4e43-901d-d18d08f0214c" providerId="ADAL" clId="{E6580AC8-ECA6-4A2E-8A09-4B2FC307D977}" dt="2025-07-30T14:40:11.128" v="1245" actId="20577"/>
        <pc:sldMkLst>
          <pc:docMk/>
          <pc:sldMk cId="3622080288" sldId="386"/>
        </pc:sldMkLst>
        <pc:spChg chg="mod">
          <ac:chgData name="Olivier Bergeron" userId="25eb1b54-485f-4e43-901d-d18d08f0214c" providerId="ADAL" clId="{E6580AC8-ECA6-4A2E-8A09-4B2FC307D977}" dt="2025-07-30T14:33:08.899" v="780" actId="20577"/>
          <ac:spMkLst>
            <pc:docMk/>
            <pc:sldMk cId="3622080288" sldId="386"/>
            <ac:spMk id="2" creationId="{038E1DF3-E5B1-CEA7-1888-4EFDBE2F09D1}"/>
          </ac:spMkLst>
        </pc:spChg>
        <pc:spChg chg="mod">
          <ac:chgData name="Olivier Bergeron" userId="25eb1b54-485f-4e43-901d-d18d08f0214c" providerId="ADAL" clId="{E6580AC8-ECA6-4A2E-8A09-4B2FC307D977}" dt="2025-07-30T14:40:11.128" v="1245" actId="20577"/>
          <ac:spMkLst>
            <pc:docMk/>
            <pc:sldMk cId="3622080288" sldId="386"/>
            <ac:spMk id="3" creationId="{0ED1E32E-7D3A-3C4F-96F9-54E8C513DAC2}"/>
          </ac:spMkLst>
        </pc:spChg>
      </pc:sldChg>
      <pc:sldChg chg="modSp add mod">
        <pc:chgData name="Olivier Bergeron" userId="25eb1b54-485f-4e43-901d-d18d08f0214c" providerId="ADAL" clId="{E6580AC8-ECA6-4A2E-8A09-4B2FC307D977}" dt="2025-07-30T14:42:10.288" v="1428" actId="20577"/>
        <pc:sldMkLst>
          <pc:docMk/>
          <pc:sldMk cId="1211930336" sldId="387"/>
        </pc:sldMkLst>
        <pc:spChg chg="mod">
          <ac:chgData name="Olivier Bergeron" userId="25eb1b54-485f-4e43-901d-d18d08f0214c" providerId="ADAL" clId="{E6580AC8-ECA6-4A2E-8A09-4B2FC307D977}" dt="2025-07-30T14:40:18.584" v="1254" actId="20577"/>
          <ac:spMkLst>
            <pc:docMk/>
            <pc:sldMk cId="1211930336" sldId="387"/>
            <ac:spMk id="2" creationId="{73CF58A2-1343-992E-EBB6-842C7369478A}"/>
          </ac:spMkLst>
        </pc:spChg>
        <pc:spChg chg="mod">
          <ac:chgData name="Olivier Bergeron" userId="25eb1b54-485f-4e43-901d-d18d08f0214c" providerId="ADAL" clId="{E6580AC8-ECA6-4A2E-8A09-4B2FC307D977}" dt="2025-07-30T14:42:10.288" v="1428" actId="20577"/>
          <ac:spMkLst>
            <pc:docMk/>
            <pc:sldMk cId="1211930336" sldId="387"/>
            <ac:spMk id="3" creationId="{9295A3F3-A6E7-A54F-8856-961C1D57FF8C}"/>
          </ac:spMkLst>
        </pc:spChg>
      </pc:sldChg>
      <pc:sldChg chg="modSp add mod">
        <pc:chgData name="Olivier Bergeron" userId="25eb1b54-485f-4e43-901d-d18d08f0214c" providerId="ADAL" clId="{E6580AC8-ECA6-4A2E-8A09-4B2FC307D977}" dt="2025-07-30T14:43:23.362" v="1555" actId="20577"/>
        <pc:sldMkLst>
          <pc:docMk/>
          <pc:sldMk cId="978499451" sldId="388"/>
        </pc:sldMkLst>
        <pc:spChg chg="mod">
          <ac:chgData name="Olivier Bergeron" userId="25eb1b54-485f-4e43-901d-d18d08f0214c" providerId="ADAL" clId="{E6580AC8-ECA6-4A2E-8A09-4B2FC307D977}" dt="2025-07-30T14:42:27.722" v="1437" actId="20577"/>
          <ac:spMkLst>
            <pc:docMk/>
            <pc:sldMk cId="978499451" sldId="388"/>
            <ac:spMk id="2" creationId="{93F41FF0-EDEA-C120-71A2-C3F931C5CE1F}"/>
          </ac:spMkLst>
        </pc:spChg>
        <pc:spChg chg="mod">
          <ac:chgData name="Olivier Bergeron" userId="25eb1b54-485f-4e43-901d-d18d08f0214c" providerId="ADAL" clId="{E6580AC8-ECA6-4A2E-8A09-4B2FC307D977}" dt="2025-07-30T14:43:23.362" v="1555" actId="20577"/>
          <ac:spMkLst>
            <pc:docMk/>
            <pc:sldMk cId="978499451" sldId="388"/>
            <ac:spMk id="3" creationId="{AC21601A-91C1-0A70-A866-FF87081E0D43}"/>
          </ac:spMkLst>
        </pc:spChg>
      </pc:sldChg>
      <pc:sldChg chg="modSp add mod">
        <pc:chgData name="Olivier Bergeron" userId="25eb1b54-485f-4e43-901d-d18d08f0214c" providerId="ADAL" clId="{E6580AC8-ECA6-4A2E-8A09-4B2FC307D977}" dt="2025-07-30T14:49:47.867" v="2153" actId="20577"/>
        <pc:sldMkLst>
          <pc:docMk/>
          <pc:sldMk cId="2743403623" sldId="389"/>
        </pc:sldMkLst>
        <pc:spChg chg="mod">
          <ac:chgData name="Olivier Bergeron" userId="25eb1b54-485f-4e43-901d-d18d08f0214c" providerId="ADAL" clId="{E6580AC8-ECA6-4A2E-8A09-4B2FC307D977}" dt="2025-07-30T14:44:56.717" v="1594" actId="20577"/>
          <ac:spMkLst>
            <pc:docMk/>
            <pc:sldMk cId="2743403623" sldId="389"/>
            <ac:spMk id="2" creationId="{02581433-251B-79D4-EB2E-0C6897A260B7}"/>
          </ac:spMkLst>
        </pc:spChg>
        <pc:spChg chg="mod">
          <ac:chgData name="Olivier Bergeron" userId="25eb1b54-485f-4e43-901d-d18d08f0214c" providerId="ADAL" clId="{E6580AC8-ECA6-4A2E-8A09-4B2FC307D977}" dt="2025-07-30T14:49:47.867" v="2153" actId="20577"/>
          <ac:spMkLst>
            <pc:docMk/>
            <pc:sldMk cId="2743403623" sldId="389"/>
            <ac:spMk id="3" creationId="{F52438AC-CCC3-7071-B1B1-9F36783B87E3}"/>
          </ac:spMkLst>
        </pc:spChg>
      </pc:sldChg>
      <pc:sldChg chg="add del">
        <pc:chgData name="Olivier Bergeron" userId="25eb1b54-485f-4e43-901d-d18d08f0214c" providerId="ADAL" clId="{E6580AC8-ECA6-4A2E-8A09-4B2FC307D977}" dt="2025-07-30T14:44:39.576" v="1557" actId="47"/>
        <pc:sldMkLst>
          <pc:docMk/>
          <pc:sldMk cId="3342070780" sldId="389"/>
        </pc:sldMkLst>
      </pc:sldChg>
      <pc:sldChg chg="modSp add mod">
        <pc:chgData name="Olivier Bergeron" userId="25eb1b54-485f-4e43-901d-d18d08f0214c" providerId="ADAL" clId="{E6580AC8-ECA6-4A2E-8A09-4B2FC307D977}" dt="2025-07-30T15:06:10.258" v="2704" actId="20577"/>
        <pc:sldMkLst>
          <pc:docMk/>
          <pc:sldMk cId="2622531111" sldId="390"/>
        </pc:sldMkLst>
        <pc:spChg chg="mod">
          <ac:chgData name="Olivier Bergeron" userId="25eb1b54-485f-4e43-901d-d18d08f0214c" providerId="ADAL" clId="{E6580AC8-ECA6-4A2E-8A09-4B2FC307D977}" dt="2025-07-30T15:06:10.258" v="2704" actId="20577"/>
          <ac:spMkLst>
            <pc:docMk/>
            <pc:sldMk cId="2622531111" sldId="390"/>
            <ac:spMk id="3" creationId="{79A2559C-E11D-CD4F-D090-707FAF529AFC}"/>
          </ac:spMkLst>
        </pc:spChg>
      </pc:sldChg>
      <pc:sldChg chg="modSp add mod">
        <pc:chgData name="Olivier Bergeron" userId="25eb1b54-485f-4e43-901d-d18d08f0214c" providerId="ADAL" clId="{E6580AC8-ECA6-4A2E-8A09-4B2FC307D977}" dt="2025-07-30T15:10:37.414" v="3080" actId="20577"/>
        <pc:sldMkLst>
          <pc:docMk/>
          <pc:sldMk cId="453549266" sldId="391"/>
        </pc:sldMkLst>
        <pc:spChg chg="mod">
          <ac:chgData name="Olivier Bergeron" userId="25eb1b54-485f-4e43-901d-d18d08f0214c" providerId="ADAL" clId="{E6580AC8-ECA6-4A2E-8A09-4B2FC307D977}" dt="2025-07-30T15:10:37.414" v="3080" actId="20577"/>
          <ac:spMkLst>
            <pc:docMk/>
            <pc:sldMk cId="453549266" sldId="391"/>
            <ac:spMk id="3" creationId="{15C81491-729C-8F33-DCBC-A9BBFEA758DC}"/>
          </ac:spMkLst>
        </pc:spChg>
      </pc:sldChg>
      <pc:sldChg chg="modSp add mod">
        <pc:chgData name="Olivier Bergeron" userId="25eb1b54-485f-4e43-901d-d18d08f0214c" providerId="ADAL" clId="{E6580AC8-ECA6-4A2E-8A09-4B2FC307D977}" dt="2025-07-30T15:14:08.149" v="3385" actId="5793"/>
        <pc:sldMkLst>
          <pc:docMk/>
          <pc:sldMk cId="408143329" sldId="392"/>
        </pc:sldMkLst>
        <pc:spChg chg="mod">
          <ac:chgData name="Olivier Bergeron" userId="25eb1b54-485f-4e43-901d-d18d08f0214c" providerId="ADAL" clId="{E6580AC8-ECA6-4A2E-8A09-4B2FC307D977}" dt="2025-07-30T15:10:47.193" v="3093" actId="20577"/>
          <ac:spMkLst>
            <pc:docMk/>
            <pc:sldMk cId="408143329" sldId="392"/>
            <ac:spMk id="2" creationId="{E9845C2E-D4A3-5652-D568-E5FBDA0533DE}"/>
          </ac:spMkLst>
        </pc:spChg>
        <pc:spChg chg="mod">
          <ac:chgData name="Olivier Bergeron" userId="25eb1b54-485f-4e43-901d-d18d08f0214c" providerId="ADAL" clId="{E6580AC8-ECA6-4A2E-8A09-4B2FC307D977}" dt="2025-07-30T15:14:08.149" v="3385" actId="5793"/>
          <ac:spMkLst>
            <pc:docMk/>
            <pc:sldMk cId="408143329" sldId="392"/>
            <ac:spMk id="3" creationId="{6FF97AA3-2C40-1465-8202-6AA0105347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1DA0542-BD2E-EE97-320A-2714241E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7C69312-C9EA-4670-D264-BEFF97BCA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D22BD1C-E71A-59EC-900D-74C689F72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0683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3ECEBE9-8EE0-B9BC-3C31-8CF1CBD8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DAFFF6B-CCF5-3D9D-EB20-1D9C5D43F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4066161-A4EF-BBAA-EC37-6B4FB6199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8459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4E7EE2B-F0FD-56F6-C115-EFB09AF6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008F893-896E-5DCD-BFBA-3CD8661CD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49E00F-466F-F0F5-737D-09477AB620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697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E2C35EE-55B7-45E0-66A4-7BA577C9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052027E-D4C6-13EF-6A71-14F52DE3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010A59-BDE8-C99D-03E6-E42936098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388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786C4BA-B0B3-951A-1DA6-68C9021A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273AA20-DBA8-BD29-9986-4E8964ABB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9E6AC8-067E-4812-2490-D8FF56818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6952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173DE0D-BAC7-BFF2-D56C-67CC42A2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84D9AC3-E364-F622-4322-5A26EBE264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91EDA8-5EEE-C423-8F81-EA08901C8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885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7C66D90-6E4A-4903-1109-AF77CC0D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1C50501-F20D-856A-D6FB-C9D5D9EB0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7E9FD64-9161-46CB-C10C-95571FBE7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1579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EC4D291-18A5-9D75-1765-1439F559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9D2F588-D9BA-EB2D-242F-CBFE2BFED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9D16013-0384-05EA-C945-B9E6E3FEF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89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2025-07-30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Avancements</a:t>
            </a:r>
            <a:endParaRPr lang="en-US" sz="660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FE073AD9-35A3-37FE-BDAE-6CA3E8CDFDE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8F7F-64D3-735E-583A-101D8708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Since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37286-E129-6F50-7D39-9643009A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Project finally got defined</a:t>
            </a:r>
          </a:p>
          <a:p>
            <a:pPr lvl="1"/>
            <a:r>
              <a:rPr lang="en-CA" dirty="0"/>
              <a:t>Design a HD-EMG forearm sleeve with high count of electrodes (≥ 256 channels) aimed at </a:t>
            </a:r>
            <a:r>
              <a:rPr lang="en-US" dirty="0"/>
              <a:t>detecting and decomposing motor unit activity to enable accurate hand movement recreation in an offline environment.</a:t>
            </a:r>
            <a:endParaRPr lang="en-CA" dirty="0"/>
          </a:p>
          <a:p>
            <a:pPr lvl="1"/>
            <a:r>
              <a:rPr lang="en-CA" dirty="0"/>
              <a:t>Definition still </a:t>
            </a:r>
            <a:r>
              <a:rPr lang="en-CA" dirty="0" err="1"/>
              <a:t>w.i.p.</a:t>
            </a:r>
            <a:endParaRPr lang="en-CA" dirty="0"/>
          </a:p>
          <a:p>
            <a:endParaRPr lang="en-CA" dirty="0"/>
          </a:p>
          <a:p>
            <a:r>
              <a:rPr lang="en-CA" dirty="0"/>
              <a:t>Start defining project needs/goals</a:t>
            </a:r>
          </a:p>
          <a:p>
            <a:pPr lvl="1"/>
            <a:r>
              <a:rPr lang="en-CA" dirty="0"/>
              <a:t>Multiple categories</a:t>
            </a:r>
          </a:p>
          <a:p>
            <a:pPr lvl="2"/>
            <a:r>
              <a:rPr lang="en-CA" dirty="0"/>
              <a:t>Mechanical</a:t>
            </a:r>
          </a:p>
          <a:p>
            <a:pPr lvl="2"/>
            <a:r>
              <a:rPr lang="en-CA" dirty="0"/>
              <a:t>Electronics</a:t>
            </a:r>
          </a:p>
          <a:p>
            <a:pPr lvl="2"/>
            <a:r>
              <a:rPr lang="en-CA" dirty="0"/>
              <a:t>Firmware</a:t>
            </a:r>
          </a:p>
          <a:p>
            <a:pPr lvl="2"/>
            <a:r>
              <a:rPr lang="en-CA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24663F2-E94F-E812-884D-C427C774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17A7EA9-BFF6-C98A-1406-97983441650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98B60BC5-9315-FF0F-5A29-CE510EA2E04E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43AD63E-BC58-0365-D16E-44DAE2B61F4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320A31E-8067-3191-CD7E-6A96BBC94A42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7D01218-88F1-195A-06CB-0269FAB4328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4B28F8E-9D7A-5CAC-39B9-2B74B9B99E00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547AEEF-D79B-52A8-C86D-77E6D6D990BC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D662CF16-45A1-3B1C-A403-0FF222D4ACB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1D5BC81B-DDE7-DAB8-F6F3-B01F6DE83FB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7BF5661-87FF-7DCF-1B34-C4790F0D63C7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AB62596-520A-FE1C-BDEC-DA665DEEA1BD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8D96471C-B9B0-1F12-F245-69C95A1927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9D65A271-B9F9-6605-1A4C-63E350051E6C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CD796A0-D0B8-FAC8-0874-3F32C2653833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5C4F8-6994-BCE1-A9E7-3A3E152B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Mechanical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8159-3F65-4FFF-C439-F6E4C7C1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First major design phase</a:t>
            </a:r>
          </a:p>
          <a:p>
            <a:endParaRPr lang="en-CA" dirty="0"/>
          </a:p>
          <a:p>
            <a:r>
              <a:rPr lang="en-CA" dirty="0"/>
              <a:t>Sleeve design</a:t>
            </a:r>
          </a:p>
          <a:p>
            <a:pPr lvl="1"/>
            <a:r>
              <a:rPr lang="en-CA" dirty="0"/>
              <a:t>Structure (Material, Shape, Size)</a:t>
            </a:r>
          </a:p>
          <a:p>
            <a:pPr lvl="1"/>
            <a:r>
              <a:rPr lang="en-CA" dirty="0"/>
              <a:t>Electrode design (Material, Size, Positioning, Quantity)</a:t>
            </a:r>
          </a:p>
          <a:p>
            <a:pPr lvl="1"/>
            <a:r>
              <a:rPr lang="en-CA" dirty="0"/>
              <a:t>Cable management</a:t>
            </a:r>
          </a:p>
          <a:p>
            <a:pPr lvl="1"/>
            <a:r>
              <a:rPr lang="en-CA" dirty="0"/>
              <a:t>Ease of use</a:t>
            </a:r>
          </a:p>
          <a:p>
            <a:endParaRPr lang="en-CA" dirty="0"/>
          </a:p>
          <a:p>
            <a:r>
              <a:rPr lang="en-CA" dirty="0"/>
              <a:t>Design approach: Custom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5013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1D4E590-E049-EE92-196D-56A935C8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05A051B-EC97-8B1F-0C14-39ABD3EF8F5B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EE083556-2E4F-73F5-F696-BCEEDE4BFF62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2293583-9B08-B2F3-2887-BF89563F8FD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9844DC7-1222-24EB-B849-A506EF942415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DD80E355-75B2-A301-0D2F-9E20F70C237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2A9DA4D-0200-ED4E-F13B-33B2EF9495D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19E6512-8E42-876A-AAAA-C11DDA3D4766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FE6DB6CA-E7FC-A143-50BA-342824F426A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C4453912-84D4-ECD9-9009-9729F5A927D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D970C89-04DB-F810-A848-0A6109B6EA0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28B05CD-5434-A88D-9040-65ADFB9FE67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52A9C6BA-90CE-0CFC-CAD9-8A23352A03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4192D6CE-B37A-EC23-CB57-595F1078BAB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8D2B61B-7631-422E-523E-A308EABC3C27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E1DF3-E5B1-CEA7-1888-4EFDBE2F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Electronic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1E32E-7D3A-3C4F-96F9-54E8C513D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Second major design phase</a:t>
            </a:r>
          </a:p>
          <a:p>
            <a:endParaRPr lang="en-CA" dirty="0"/>
          </a:p>
          <a:p>
            <a:r>
              <a:rPr lang="en-CA" dirty="0"/>
              <a:t>Data acquisition design</a:t>
            </a:r>
          </a:p>
          <a:p>
            <a:pPr lvl="1"/>
            <a:r>
              <a:rPr lang="en-CA" dirty="0"/>
              <a:t>Acquisition module (Data to be read by an FPGA)</a:t>
            </a:r>
          </a:p>
          <a:p>
            <a:pPr lvl="1"/>
            <a:r>
              <a:rPr lang="en-CA" dirty="0"/>
              <a:t>FPGA module for acquisition</a:t>
            </a:r>
          </a:p>
          <a:p>
            <a:pPr lvl="1"/>
            <a:r>
              <a:rPr lang="en-CA" dirty="0"/>
              <a:t>GPU module for software use</a:t>
            </a:r>
          </a:p>
          <a:p>
            <a:pPr lvl="1"/>
            <a:endParaRPr lang="en-CA" dirty="0"/>
          </a:p>
          <a:p>
            <a:r>
              <a:rPr lang="en-CA" dirty="0"/>
              <a:t>Design approach: Not fully defined, but might go with overkill already existing design (try to avoid having it as a bottleneck)</a:t>
            </a:r>
          </a:p>
        </p:txBody>
      </p:sp>
    </p:spTree>
    <p:extLst>
      <p:ext uri="{BB962C8B-B14F-4D97-AF65-F5344CB8AC3E}">
        <p14:creationId xmlns:p14="http://schemas.microsoft.com/office/powerpoint/2010/main" val="362208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1A62CA-C235-7C1B-5FFC-03251D06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B3B07A0-890B-A26F-AE2B-96A7BEB6CAE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784D3AA-B1EA-7FCB-3647-BCEEC583E29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4EFD4B7-CCC6-A9E8-B8EC-C7E55B293C8C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2010A7-6B47-05CC-A209-B34339479F2D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B552DDDC-9FFC-D3F5-046E-1C353B9B9EC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79F8C8FC-AC49-D5F6-55D9-E7B6FE298588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E04C9E51-EAE3-F4CC-D4FE-67E764F6AC6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BAD1616A-9F30-97A8-90FF-494CFC62873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A3A19C5-BB2C-11E2-BC71-AE37A12727C2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059145F6-C1CB-88AF-0F77-01C6EC10C692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8C67635-7969-279F-AA01-78A9BE3E250A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270660D3-1C50-DBE4-F23C-666B3AFCD5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DCD11F7-51BD-EDC5-0600-1E16CB8245F9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A481AF54-0957-B37B-173E-1B39662A027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F58A2-1343-992E-EBB6-842C7369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Firmware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A3F3-A6E7-A54F-8856-961C1D57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Third major design phase</a:t>
            </a:r>
          </a:p>
          <a:p>
            <a:endParaRPr lang="en-CA" dirty="0"/>
          </a:p>
          <a:p>
            <a:r>
              <a:rPr lang="en-CA" dirty="0"/>
              <a:t>Data acquisition code</a:t>
            </a:r>
          </a:p>
          <a:p>
            <a:pPr lvl="1"/>
            <a:r>
              <a:rPr lang="en-CA" dirty="0"/>
              <a:t>Program the FPGA to get all the channels and transfer the data to a GPU</a:t>
            </a:r>
          </a:p>
          <a:p>
            <a:pPr lvl="1"/>
            <a:r>
              <a:rPr lang="en-CA" dirty="0"/>
              <a:t>Sampling frequency objective: 2 kHz</a:t>
            </a:r>
          </a:p>
        </p:txBody>
      </p:sp>
    </p:spTree>
    <p:extLst>
      <p:ext uri="{BB962C8B-B14F-4D97-AF65-F5344CB8AC3E}">
        <p14:creationId xmlns:p14="http://schemas.microsoft.com/office/powerpoint/2010/main" val="121193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28C74B-C7CE-EF81-9D56-014D8FB7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0D6A5C9-6278-C868-7A3B-DE877424F1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81952DD-B704-1AFF-F197-224ADBF35B77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BD56830-ED9F-CBC9-F90E-34426105399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DE51E5-18C9-B7D3-4B86-A696FDC94224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8294B3D1-4109-B4C1-4757-C086FE9C17AB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2855A3F4-B59F-CCFC-04D5-B7EE1DB64C3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81BDD163-81CA-FCF3-C332-A48118A586C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43D77E2-017B-A882-1968-597C140F4AC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94CCA61-757F-F638-505E-14DCC929087B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E36A1FD8-3CFC-9341-263A-470A6C05CD31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9427980-2378-0A27-6942-C173F2A1016F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829F9E55-1557-0BC7-090C-F82CCD7629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136AB63D-E0F7-9033-50DA-EA057A9B0BE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DABE0FC-B643-8108-0924-3A97CAC735B4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41FF0-EDEA-C120-71A2-C3F931C5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1601A-91C1-0A70-A866-FF87081E0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Last major design phase</a:t>
            </a:r>
          </a:p>
          <a:p>
            <a:endParaRPr lang="en-CA" dirty="0"/>
          </a:p>
          <a:p>
            <a:r>
              <a:rPr lang="en-CA" dirty="0"/>
              <a:t>Algorithm implementation</a:t>
            </a:r>
          </a:p>
          <a:p>
            <a:pPr lvl="1"/>
            <a:r>
              <a:rPr lang="en-CA" dirty="0"/>
              <a:t>Use of motor unit decomposition algorithms to reconstruct hand movements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849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E7AFE7-2B02-B275-764C-0405A683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7BA4DC6-F9C7-ACCD-80B4-3AB0BC01029B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918B2B1-F6E9-07C9-3C90-7B2ACF8B1E6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8B36CB5-B8E8-1721-0DC5-EFF6A14AFA8B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84A3D93-2AEC-808F-8E4D-01F1110A01C4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1BC2F784-24D4-00AB-1A3E-053AE6EEC07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A7A4AC2-B8F6-DE64-2D93-3F61878C741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A12AF4C1-AE2C-4C83-F950-74009F45B25F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0392E0F-BB2F-43C0-0977-37A72256F492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F063EE7-A18F-0C0E-4191-4D8E2AE79BE8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35655146-B6B7-DB88-07AC-B9538C3C76B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AE8E4CA-D0C0-FECC-63F7-9818C02639D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27464539-E62A-4995-A1F5-763F15A7D5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32B449E-5B16-910E-0B90-E4DAD0F322BE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67E62A6-3ADE-70CC-843D-C914D7AC3DA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81433-251B-79D4-EB2E-0C6897A2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Some start of mechanical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38AC-CCC3-7071-B1B1-9F36783B8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Context: Electrodes needs to be small and close to each other for motor unit decomposition</a:t>
            </a:r>
          </a:p>
          <a:p>
            <a:endParaRPr lang="en-CA" dirty="0"/>
          </a:p>
          <a:p>
            <a:r>
              <a:rPr lang="en-CA" dirty="0"/>
              <a:t>Rule of thumb: IED ≈ 2 x Electrode diameter</a:t>
            </a:r>
          </a:p>
          <a:p>
            <a:pPr lvl="1"/>
            <a:r>
              <a:rPr lang="en-CA" dirty="0"/>
              <a:t>With a small electrode diameter</a:t>
            </a:r>
          </a:p>
          <a:p>
            <a:pPr lvl="2"/>
            <a:r>
              <a:rPr lang="en-CA" dirty="0"/>
              <a:t>More motor units will be detectable</a:t>
            </a:r>
          </a:p>
          <a:p>
            <a:pPr lvl="2"/>
            <a:r>
              <a:rPr lang="en-CA" dirty="0"/>
              <a:t>Noisier the signal will be</a:t>
            </a:r>
          </a:p>
          <a:p>
            <a:pPr lvl="2"/>
            <a:r>
              <a:rPr lang="en-CA" dirty="0"/>
              <a:t>Sweet spot seems to be between 2 mm and 4 mm</a:t>
            </a:r>
          </a:p>
        </p:txBody>
      </p:sp>
    </p:spTree>
    <p:extLst>
      <p:ext uri="{BB962C8B-B14F-4D97-AF65-F5344CB8AC3E}">
        <p14:creationId xmlns:p14="http://schemas.microsoft.com/office/powerpoint/2010/main" val="274340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04F9B1-7147-9610-16C5-48BBA7C1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E5B6181-CE25-1F00-9E08-90B991318B10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C2A5D117-38B2-3FBF-B8D6-FCC083C7BDF5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DA23C7D-BAD0-17D1-7762-620207853BE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07F6EDA-23B2-9303-68BF-7C325F05BDAB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0D81A850-5648-C8EC-2541-5E1A49C2052D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84520D4-8CAF-41B8-47A8-CF2F9A4F2CDB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5B8A253F-B467-FD3C-A081-462699314A1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7EB7850-0F34-C0C4-CCFC-30B0A2496929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983AAE3D-CCAC-0B34-7F6B-07949DB710AB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35B0023-5439-7A33-1138-F9FAFA5ADF3D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D0EF5A1C-A5AC-C11F-01F2-4C2A4BAE1D6A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7F4494A-F235-A0EB-F3D7-0D886BDDE9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C71059F-44FE-A301-0576-181540D2DDB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2BC01AB-A97D-11FE-7A7A-BD130CE6D5C2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D04A3-31BB-A723-3F5F-A309F2A41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Some start of mechanical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559C-E11D-CD4F-D090-707FAF52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Example</a:t>
            </a:r>
          </a:p>
          <a:p>
            <a:pPr lvl="1"/>
            <a:r>
              <a:rPr lang="en-CA" dirty="0"/>
              <a:t>265 mm circumference where the sleeve will be</a:t>
            </a:r>
          </a:p>
          <a:p>
            <a:pPr lvl="1"/>
            <a:r>
              <a:rPr lang="en-CA" dirty="0"/>
              <a:t>With an IED of 4 mm =&gt; approx. 67 electrodes needed for 1 row of electrodes</a:t>
            </a:r>
          </a:p>
          <a:p>
            <a:pPr lvl="1"/>
            <a:r>
              <a:rPr lang="en-CA" dirty="0"/>
              <a:t>If we want 256 electrodes max =&gt; only 3 columns are possible</a:t>
            </a:r>
          </a:p>
          <a:p>
            <a:pPr lvl="1"/>
            <a:endParaRPr lang="en-CA" dirty="0"/>
          </a:p>
          <a:p>
            <a:r>
              <a:rPr lang="en-CA" dirty="0"/>
              <a:t>Three possible approaches:</a:t>
            </a:r>
          </a:p>
          <a:p>
            <a:pPr lvl="1"/>
            <a:r>
              <a:rPr lang="en-CA" dirty="0"/>
              <a:t>1- More electrodes</a:t>
            </a:r>
          </a:p>
          <a:p>
            <a:pPr lvl="1"/>
            <a:r>
              <a:rPr lang="en-CA" dirty="0"/>
              <a:t>2- Increase IED (Higher and/or asymmetrical values)</a:t>
            </a:r>
          </a:p>
          <a:p>
            <a:pPr lvl="1"/>
            <a:r>
              <a:rPr lang="en-CA" dirty="0"/>
              <a:t>3- Half sleeve instead of full sleeve</a:t>
            </a:r>
          </a:p>
        </p:txBody>
      </p:sp>
    </p:spTree>
    <p:extLst>
      <p:ext uri="{BB962C8B-B14F-4D97-AF65-F5344CB8AC3E}">
        <p14:creationId xmlns:p14="http://schemas.microsoft.com/office/powerpoint/2010/main" val="262253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926BD54-7BAD-B808-308E-50C33411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FEF8EE15-F58C-FB32-6C2C-B336C82AEE4C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41BE83AB-2526-820A-04CC-86AF45ADDB5A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4929030-7291-090C-C967-D91B16AB00C6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9341B02-61D9-BBF3-5FA2-4EE03397548B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F5B139BC-259A-B3CB-B55C-48A40DE0873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8104A4E0-C8E5-EB26-6BFB-04EA73DAFD94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5774249-FD1C-09D6-F6E2-F0CECF02BB8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2C93DAC-AB52-7876-12E6-F02087D44455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1969BFA3-ADFE-49DE-8956-A74EB9FBCFD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898C5F93-B907-C133-D395-74FBDC1F610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75C99B65-40D8-C9F9-E578-53FC5ED4245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F2BC5654-1A2D-8D36-DCEA-6FED14526E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379167E-9022-7AD1-68AD-14313C41DE81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CD86AFBB-2921-CEF5-868F-2DDDD8BF409C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CEA2C-2609-09FC-A363-1A0C8EEF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Some start of mechanical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1491-729C-8F33-DCBC-A9BBFEA7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What have been found so far</a:t>
            </a:r>
          </a:p>
          <a:p>
            <a:pPr lvl="1"/>
            <a:r>
              <a:rPr lang="en-CA" dirty="0"/>
              <a:t>Avoid half sleeve because of less detectable motor units</a:t>
            </a:r>
          </a:p>
          <a:p>
            <a:pPr lvl="1"/>
            <a:r>
              <a:rPr lang="en-CA" dirty="0"/>
              <a:t>Asymmetrical IED values, since circumferential coverage is more important than longitudinal coverage</a:t>
            </a:r>
          </a:p>
          <a:p>
            <a:pPr lvl="1"/>
            <a:r>
              <a:rPr lang="en-CA" dirty="0"/>
              <a:t>To keep electrodes small and close, higher electrode count will be needed</a:t>
            </a:r>
          </a:p>
          <a:p>
            <a:pPr lvl="1"/>
            <a:endParaRPr lang="en-CA" dirty="0"/>
          </a:p>
          <a:p>
            <a:r>
              <a:rPr lang="en-CA" dirty="0"/>
              <a:t>First draft: 60 x 8 grid with circumferential IED close to 4 mm and longitudinal IED of 10 mm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5354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51E5DA5-3D18-0D28-B1B7-BA0C8728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7C7182B-61DC-7C88-CAAF-1DE79CF0FE5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8CFA2A4-C917-2AC7-6D99-45CD622EFC9F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26BB749-F9E3-960C-00BD-E8FE666BE807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070125E-29B2-0B18-B81A-DF926985214E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C0ABF1A4-0CBB-C105-0FC6-D1AE9CE37465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F269A8C-FB88-AD31-8A60-8B7D10773F0E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6A3FA76A-B253-9418-AD1B-AB48D46C3984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E8467CC4-A345-DB81-0A61-FFF6D599644F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5E979B14-E628-4ED9-071C-3E8D5FBF807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75246F9-DD93-6BD9-CF7A-93DE1E31F2D8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20B2E78-4991-1BDF-1F73-7A8186BE0691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50D52458-8A0B-16D8-D6DD-48E934D1A7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4D16C91-4FC2-B8AF-7C9E-38E2197B9EE0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4F434F0-59FB-4E66-835B-68C45DCD4BB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45C2E-D4A3-5652-D568-E5FBDA05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97AA3-2C40-1465-8202-6AA010534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Figure out if there is a maximum of channels electronic wise</a:t>
            </a:r>
          </a:p>
          <a:p>
            <a:r>
              <a:rPr lang="en-CA" dirty="0"/>
              <a:t>Try different grid values</a:t>
            </a:r>
          </a:p>
          <a:p>
            <a:r>
              <a:rPr lang="en-CA" dirty="0"/>
              <a:t>Simulate coverage when forearm size change</a:t>
            </a:r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814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417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Avancements</vt:lpstr>
      <vt:lpstr>Since last time</vt:lpstr>
      <vt:lpstr>Mechanical Design</vt:lpstr>
      <vt:lpstr>Electronic Design</vt:lpstr>
      <vt:lpstr>Firmware Design</vt:lpstr>
      <vt:lpstr>Software Design</vt:lpstr>
      <vt:lpstr>Some start of mechanical design</vt:lpstr>
      <vt:lpstr>Some start of mechanical design</vt:lpstr>
      <vt:lpstr>Some start of mechanical design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18</cp:revision>
  <dcterms:created xsi:type="dcterms:W3CDTF">2024-02-22T13:11:49Z</dcterms:created>
  <dcterms:modified xsi:type="dcterms:W3CDTF">2025-07-30T15:14:13Z</dcterms:modified>
</cp:coreProperties>
</file>