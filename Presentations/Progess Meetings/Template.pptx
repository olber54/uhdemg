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6"/>
  </p:notesMasterIdLst>
  <p:sldIdLst>
    <p:sldId id="302" r:id="rId4"/>
    <p:sldId id="3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BD688-29A9-4733-8C06-15646DD9137D}" v="1" dt="2026-04-09T22:00:14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29DD34B8-463E-481B-8BB8-7C2F32D58337}"/>
    <pc:docChg chg="custSel modSld sldOrd">
      <pc:chgData name="Olivier Bergeron" userId="25eb1b54-485f-4e43-901d-d18d08f0214c" providerId="ADAL" clId="{29DD34B8-463E-481B-8BB8-7C2F32D58337}" dt="2026-04-09T22:00:36.466" v="6" actId="478"/>
      <pc:docMkLst>
        <pc:docMk/>
      </pc:docMkLst>
      <pc:sldChg chg="addSp delSp modSp mod">
        <pc:chgData name="Olivier Bergeron" userId="25eb1b54-485f-4e43-901d-d18d08f0214c" providerId="ADAL" clId="{29DD34B8-463E-481B-8BB8-7C2F32D58337}" dt="2026-04-09T22:00:36.466" v="6" actId="478"/>
        <pc:sldMkLst>
          <pc:docMk/>
          <pc:sldMk cId="0" sldId="302"/>
        </pc:sldMkLst>
        <pc:spChg chg="add del mod">
          <ac:chgData name="Olivier Bergeron" userId="25eb1b54-485f-4e43-901d-d18d08f0214c" providerId="ADAL" clId="{29DD34B8-463E-481B-8BB8-7C2F32D58337}" dt="2026-04-09T22:00:36.466" v="6" actId="478"/>
          <ac:spMkLst>
            <pc:docMk/>
            <pc:sldMk cId="0" sldId="302"/>
            <ac:spMk id="3" creationId="{1D3DC200-2498-C147-5C7D-34D29742AE16}"/>
          </ac:spMkLst>
        </pc:spChg>
      </pc:sldChg>
      <pc:sldChg chg="delSp mod ord">
        <pc:chgData name="Olivier Bergeron" userId="25eb1b54-485f-4e43-901d-d18d08f0214c" providerId="ADAL" clId="{29DD34B8-463E-481B-8BB8-7C2F32D58337}" dt="2026-03-13T17:11:30.594" v="2"/>
        <pc:sldMkLst>
          <pc:docMk/>
          <pc:sldMk cId="1414278494" sldId="3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Avancements</a:t>
            </a:r>
            <a:endParaRPr lang="en-US" sz="66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Avancements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2026-04-09T22:00:45Z</dcterms:modified>
</cp:coreProperties>
</file>