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notesMasterIdLst>
    <p:notesMasterId r:id="rId8"/>
  </p:notesMasterIdLst>
  <p:handoutMasterIdLst>
    <p:handoutMasterId r:id="rId9"/>
  </p:handoutMasterIdLst>
  <p:sldIdLst>
    <p:sldId id="256" r:id="rId2"/>
    <p:sldId id="257" r:id="rId3"/>
    <p:sldId id="260" r:id="rId4"/>
    <p:sldId id="259" r:id="rId5"/>
    <p:sldId id="258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2E4A"/>
    <a:srgbClr val="F1BB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55798A-3A00-402D-AE87-CB108EA74E83}" v="23" dt="2026-05-15T12:40:33.5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86554" autoAdjust="0"/>
  </p:normalViewPr>
  <p:slideViewPr>
    <p:cSldViewPr snapToGrid="0">
      <p:cViewPr>
        <p:scale>
          <a:sx n="100" d="100"/>
          <a:sy n="100" d="100"/>
        </p:scale>
        <p:origin x="1002" y="-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2" d="100"/>
          <a:sy n="72" d="100"/>
        </p:scale>
        <p:origin x="3010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ivier Bergeron" userId="25eb1b54-485f-4e43-901d-d18d08f0214c" providerId="ADAL" clId="{1C8F5D2F-0B18-4284-BE65-D934514D84A1}"/>
    <pc:docChg chg="undo redo custSel addSld modSld sldOrd">
      <pc:chgData name="Olivier Bergeron" userId="25eb1b54-485f-4e43-901d-d18d08f0214c" providerId="ADAL" clId="{1C8F5D2F-0B18-4284-BE65-D934514D84A1}" dt="2026-05-15T12:48:31.505" v="903" actId="20577"/>
      <pc:docMkLst>
        <pc:docMk/>
      </pc:docMkLst>
      <pc:sldChg chg="modSp mod">
        <pc:chgData name="Olivier Bergeron" userId="25eb1b54-485f-4e43-901d-d18d08f0214c" providerId="ADAL" clId="{1C8F5D2F-0B18-4284-BE65-D934514D84A1}" dt="2026-05-15T12:21:11.675" v="21" actId="20577"/>
        <pc:sldMkLst>
          <pc:docMk/>
          <pc:sldMk cId="447853837" sldId="256"/>
        </pc:sldMkLst>
        <pc:spChg chg="mod">
          <ac:chgData name="Olivier Bergeron" userId="25eb1b54-485f-4e43-901d-d18d08f0214c" providerId="ADAL" clId="{1C8F5D2F-0B18-4284-BE65-D934514D84A1}" dt="2026-05-15T12:21:07.899" v="5" actId="20577"/>
          <ac:spMkLst>
            <pc:docMk/>
            <pc:sldMk cId="447853837" sldId="256"/>
            <ac:spMk id="2" creationId="{83B78DA0-819E-AB54-1E7C-6E0A421AA59C}"/>
          </ac:spMkLst>
        </pc:spChg>
        <pc:spChg chg="mod">
          <ac:chgData name="Olivier Bergeron" userId="25eb1b54-485f-4e43-901d-d18d08f0214c" providerId="ADAL" clId="{1C8F5D2F-0B18-4284-BE65-D934514D84A1}" dt="2026-05-15T12:21:11.675" v="21" actId="20577"/>
          <ac:spMkLst>
            <pc:docMk/>
            <pc:sldMk cId="447853837" sldId="256"/>
            <ac:spMk id="3" creationId="{3EEFD950-FE96-2C25-4CDC-D891EFCFA396}"/>
          </ac:spMkLst>
        </pc:spChg>
      </pc:sldChg>
      <pc:sldChg chg="addSp delSp modSp new mod modClrScheme chgLayout">
        <pc:chgData name="Olivier Bergeron" userId="25eb1b54-485f-4e43-901d-d18d08f0214c" providerId="ADAL" clId="{1C8F5D2F-0B18-4284-BE65-D934514D84A1}" dt="2026-05-15T12:30:19.750" v="205" actId="20577"/>
        <pc:sldMkLst>
          <pc:docMk/>
          <pc:sldMk cId="344311748" sldId="257"/>
        </pc:sldMkLst>
        <pc:spChg chg="mod ord">
          <ac:chgData name="Olivier Bergeron" userId="25eb1b54-485f-4e43-901d-d18d08f0214c" providerId="ADAL" clId="{1C8F5D2F-0B18-4284-BE65-D934514D84A1}" dt="2026-05-15T12:28:18.108" v="75" actId="700"/>
          <ac:spMkLst>
            <pc:docMk/>
            <pc:sldMk cId="344311748" sldId="257"/>
            <ac:spMk id="2" creationId="{90FB5981-2E2C-358C-4945-5B916A216102}"/>
          </ac:spMkLst>
        </pc:spChg>
        <pc:spChg chg="del mod ord">
          <ac:chgData name="Olivier Bergeron" userId="25eb1b54-485f-4e43-901d-d18d08f0214c" providerId="ADAL" clId="{1C8F5D2F-0B18-4284-BE65-D934514D84A1}" dt="2026-05-15T12:28:18.108" v="75" actId="700"/>
          <ac:spMkLst>
            <pc:docMk/>
            <pc:sldMk cId="344311748" sldId="257"/>
            <ac:spMk id="3" creationId="{00C6D7B8-5599-2257-0EE3-9FE955ECE5EB}"/>
          </ac:spMkLst>
        </pc:spChg>
        <pc:spChg chg="mod ord">
          <ac:chgData name="Olivier Bergeron" userId="25eb1b54-485f-4e43-901d-d18d08f0214c" providerId="ADAL" clId="{1C8F5D2F-0B18-4284-BE65-D934514D84A1}" dt="2026-05-15T12:28:18.108" v="75" actId="700"/>
          <ac:spMkLst>
            <pc:docMk/>
            <pc:sldMk cId="344311748" sldId="257"/>
            <ac:spMk id="4" creationId="{59F2EF88-0DFE-55E3-B11B-5D6236ADB67D}"/>
          </ac:spMkLst>
        </pc:spChg>
        <pc:spChg chg="add mod ord">
          <ac:chgData name="Olivier Bergeron" userId="25eb1b54-485f-4e43-901d-d18d08f0214c" providerId="ADAL" clId="{1C8F5D2F-0B18-4284-BE65-D934514D84A1}" dt="2026-05-15T12:30:19.750" v="205" actId="20577"/>
          <ac:spMkLst>
            <pc:docMk/>
            <pc:sldMk cId="344311748" sldId="257"/>
            <ac:spMk id="5" creationId="{693EAF54-3267-0E68-FA8A-032B03D3BEB2}"/>
          </ac:spMkLst>
        </pc:spChg>
        <pc:spChg chg="add del mod ord">
          <ac:chgData name="Olivier Bergeron" userId="25eb1b54-485f-4e43-901d-d18d08f0214c" providerId="ADAL" clId="{1C8F5D2F-0B18-4284-BE65-D934514D84A1}" dt="2026-05-15T12:28:31.166" v="76" actId="22"/>
          <ac:spMkLst>
            <pc:docMk/>
            <pc:sldMk cId="344311748" sldId="257"/>
            <ac:spMk id="6" creationId="{B5530ECD-43A4-595F-0393-652243232C66}"/>
          </ac:spMkLst>
        </pc:spChg>
        <pc:spChg chg="add del mod">
          <ac:chgData name="Olivier Bergeron" userId="25eb1b54-485f-4e43-901d-d18d08f0214c" providerId="ADAL" clId="{1C8F5D2F-0B18-4284-BE65-D934514D84A1}" dt="2026-05-15T12:28:34.798" v="78" actId="478"/>
          <ac:spMkLst>
            <pc:docMk/>
            <pc:sldMk cId="344311748" sldId="257"/>
            <ac:spMk id="10" creationId="{8E934EA2-98AD-22AD-FBEA-799FA90A92BA}"/>
          </ac:spMkLst>
        </pc:spChg>
        <pc:picChg chg="add del mod ord">
          <ac:chgData name="Olivier Bergeron" userId="25eb1b54-485f-4e43-901d-d18d08f0214c" providerId="ADAL" clId="{1C8F5D2F-0B18-4284-BE65-D934514D84A1}" dt="2026-05-15T12:28:33.484" v="77" actId="478"/>
          <ac:picMkLst>
            <pc:docMk/>
            <pc:sldMk cId="344311748" sldId="257"/>
            <ac:picMk id="8" creationId="{136CB582-069F-EC6E-8979-79F1CB783683}"/>
          </ac:picMkLst>
        </pc:picChg>
        <pc:picChg chg="add mod">
          <ac:chgData name="Olivier Bergeron" userId="25eb1b54-485f-4e43-901d-d18d08f0214c" providerId="ADAL" clId="{1C8F5D2F-0B18-4284-BE65-D934514D84A1}" dt="2026-05-15T12:28:49.236" v="84" actId="1076"/>
          <ac:picMkLst>
            <pc:docMk/>
            <pc:sldMk cId="344311748" sldId="257"/>
            <ac:picMk id="12" creationId="{5706F6CA-B0EF-3A95-CB91-727B20868A12}"/>
          </ac:picMkLst>
        </pc:picChg>
      </pc:sldChg>
      <pc:sldChg chg="addSp delSp modSp new mod ord modClrScheme chgLayout">
        <pc:chgData name="Olivier Bergeron" userId="25eb1b54-485f-4e43-901d-d18d08f0214c" providerId="ADAL" clId="{1C8F5D2F-0B18-4284-BE65-D934514D84A1}" dt="2026-05-15T12:46:21.002" v="735"/>
        <pc:sldMkLst>
          <pc:docMk/>
          <pc:sldMk cId="2250140738" sldId="258"/>
        </pc:sldMkLst>
        <pc:spChg chg="del mod ord">
          <ac:chgData name="Olivier Bergeron" userId="25eb1b54-485f-4e43-901d-d18d08f0214c" providerId="ADAL" clId="{1C8F5D2F-0B18-4284-BE65-D934514D84A1}" dt="2026-05-15T12:30:37.574" v="207" actId="700"/>
          <ac:spMkLst>
            <pc:docMk/>
            <pc:sldMk cId="2250140738" sldId="258"/>
            <ac:spMk id="2" creationId="{1B89CBBB-E53B-BB7F-DD29-E704B43345BD}"/>
          </ac:spMkLst>
        </pc:spChg>
        <pc:spChg chg="del mod ord">
          <ac:chgData name="Olivier Bergeron" userId="25eb1b54-485f-4e43-901d-d18d08f0214c" providerId="ADAL" clId="{1C8F5D2F-0B18-4284-BE65-D934514D84A1}" dt="2026-05-15T12:30:37.574" v="207" actId="700"/>
          <ac:spMkLst>
            <pc:docMk/>
            <pc:sldMk cId="2250140738" sldId="258"/>
            <ac:spMk id="3" creationId="{3D2E7901-92BA-1380-0C41-AEDA98094624}"/>
          </ac:spMkLst>
        </pc:spChg>
        <pc:spChg chg="del">
          <ac:chgData name="Olivier Bergeron" userId="25eb1b54-485f-4e43-901d-d18d08f0214c" providerId="ADAL" clId="{1C8F5D2F-0B18-4284-BE65-D934514D84A1}" dt="2026-05-15T12:30:37.574" v="207" actId="700"/>
          <ac:spMkLst>
            <pc:docMk/>
            <pc:sldMk cId="2250140738" sldId="258"/>
            <ac:spMk id="4" creationId="{E08F7CF6-18F1-5D80-E838-05E16B73F0BF}"/>
          </ac:spMkLst>
        </pc:spChg>
        <pc:spChg chg="mod ord">
          <ac:chgData name="Olivier Bergeron" userId="25eb1b54-485f-4e43-901d-d18d08f0214c" providerId="ADAL" clId="{1C8F5D2F-0B18-4284-BE65-D934514D84A1}" dt="2026-05-15T12:32:12.850" v="222" actId="700"/>
          <ac:spMkLst>
            <pc:docMk/>
            <pc:sldMk cId="2250140738" sldId="258"/>
            <ac:spMk id="5" creationId="{99BA06D5-FC76-B793-1EB5-6F8DA98598EB}"/>
          </ac:spMkLst>
        </pc:spChg>
        <pc:spChg chg="add mod ord">
          <ac:chgData name="Olivier Bergeron" userId="25eb1b54-485f-4e43-901d-d18d08f0214c" providerId="ADAL" clId="{1C8F5D2F-0B18-4284-BE65-D934514D84A1}" dt="2026-05-15T12:32:12.850" v="222" actId="700"/>
          <ac:spMkLst>
            <pc:docMk/>
            <pc:sldMk cId="2250140738" sldId="258"/>
            <ac:spMk id="6" creationId="{C2FFE5F7-BCF3-193A-02E5-4F8C451EA058}"/>
          </ac:spMkLst>
        </pc:spChg>
        <pc:spChg chg="add del mod ord">
          <ac:chgData name="Olivier Bergeron" userId="25eb1b54-485f-4e43-901d-d18d08f0214c" providerId="ADAL" clId="{1C8F5D2F-0B18-4284-BE65-D934514D84A1}" dt="2026-05-15T12:32:12.850" v="222" actId="700"/>
          <ac:spMkLst>
            <pc:docMk/>
            <pc:sldMk cId="2250140738" sldId="258"/>
            <ac:spMk id="7" creationId="{C10D224C-627E-4FD8-CED2-9429E32467A7}"/>
          </ac:spMkLst>
        </pc:spChg>
        <pc:spChg chg="add mod ord">
          <ac:chgData name="Olivier Bergeron" userId="25eb1b54-485f-4e43-901d-d18d08f0214c" providerId="ADAL" clId="{1C8F5D2F-0B18-4284-BE65-D934514D84A1}" dt="2026-05-15T12:33:02.157" v="321" actId="20577"/>
          <ac:spMkLst>
            <pc:docMk/>
            <pc:sldMk cId="2250140738" sldId="258"/>
            <ac:spMk id="8" creationId="{725F5567-6A6C-57F8-40B9-67A3963D88D2}"/>
          </ac:spMkLst>
        </pc:spChg>
        <pc:spChg chg="add del mod ord">
          <ac:chgData name="Olivier Bergeron" userId="25eb1b54-485f-4e43-901d-d18d08f0214c" providerId="ADAL" clId="{1C8F5D2F-0B18-4284-BE65-D934514D84A1}" dt="2026-05-15T12:32:14.325" v="223" actId="478"/>
          <ac:spMkLst>
            <pc:docMk/>
            <pc:sldMk cId="2250140738" sldId="258"/>
            <ac:spMk id="9" creationId="{ECCEF48C-3C94-CA65-70B2-E5538E7A4A8E}"/>
          </ac:spMkLst>
        </pc:spChg>
        <pc:picChg chg="add mod">
          <ac:chgData name="Olivier Bergeron" userId="25eb1b54-485f-4e43-901d-d18d08f0214c" providerId="ADAL" clId="{1C8F5D2F-0B18-4284-BE65-D934514D84A1}" dt="2026-05-15T12:32:21.812" v="226" actId="1076"/>
          <ac:picMkLst>
            <pc:docMk/>
            <pc:sldMk cId="2250140738" sldId="258"/>
            <ac:picMk id="11" creationId="{18BFF114-23B6-4B37-93C4-E5A20DF5C3CF}"/>
          </ac:picMkLst>
        </pc:picChg>
      </pc:sldChg>
      <pc:sldChg chg="addSp delSp modSp new mod">
        <pc:chgData name="Olivier Bergeron" userId="25eb1b54-485f-4e43-901d-d18d08f0214c" providerId="ADAL" clId="{1C8F5D2F-0B18-4284-BE65-D934514D84A1}" dt="2026-05-15T12:42:32.036" v="581" actId="20577"/>
        <pc:sldMkLst>
          <pc:docMk/>
          <pc:sldMk cId="3168535725" sldId="259"/>
        </pc:sldMkLst>
        <pc:spChg chg="mod">
          <ac:chgData name="Olivier Bergeron" userId="25eb1b54-485f-4e43-901d-d18d08f0214c" providerId="ADAL" clId="{1C8F5D2F-0B18-4284-BE65-D934514D84A1}" dt="2026-05-15T12:41:39.043" v="429" actId="20577"/>
          <ac:spMkLst>
            <pc:docMk/>
            <pc:sldMk cId="3168535725" sldId="259"/>
            <ac:spMk id="2" creationId="{6EB228E0-2239-D858-89A0-EC7679A957F6}"/>
          </ac:spMkLst>
        </pc:spChg>
        <pc:spChg chg="mod">
          <ac:chgData name="Olivier Bergeron" userId="25eb1b54-485f-4e43-901d-d18d08f0214c" providerId="ADAL" clId="{1C8F5D2F-0B18-4284-BE65-D934514D84A1}" dt="2026-05-15T12:42:32.036" v="581" actId="20577"/>
          <ac:spMkLst>
            <pc:docMk/>
            <pc:sldMk cId="3168535725" sldId="259"/>
            <ac:spMk id="3" creationId="{85DE2F18-4990-EB22-4A27-955EABB9B976}"/>
          </ac:spMkLst>
        </pc:spChg>
        <pc:spChg chg="del">
          <ac:chgData name="Olivier Bergeron" userId="25eb1b54-485f-4e43-901d-d18d08f0214c" providerId="ADAL" clId="{1C8F5D2F-0B18-4284-BE65-D934514D84A1}" dt="2026-05-15T12:36:29.890" v="323" actId="478"/>
          <ac:spMkLst>
            <pc:docMk/>
            <pc:sldMk cId="3168535725" sldId="259"/>
            <ac:spMk id="4" creationId="{9E6A0172-2D90-C3DA-C5C5-FF9B7CF48FCB}"/>
          </ac:spMkLst>
        </pc:spChg>
        <pc:spChg chg="add del mod">
          <ac:chgData name="Olivier Bergeron" userId="25eb1b54-485f-4e43-901d-d18d08f0214c" providerId="ADAL" clId="{1C8F5D2F-0B18-4284-BE65-D934514D84A1}" dt="2026-05-15T12:37:35.067" v="336" actId="21"/>
          <ac:spMkLst>
            <pc:docMk/>
            <pc:sldMk cId="3168535725" sldId="259"/>
            <ac:spMk id="8" creationId="{F2DEF28B-9B90-B54F-FC1B-63F4EA78D654}"/>
          </ac:spMkLst>
        </pc:spChg>
        <pc:spChg chg="add del mod">
          <ac:chgData name="Olivier Bergeron" userId="25eb1b54-485f-4e43-901d-d18d08f0214c" providerId="ADAL" clId="{1C8F5D2F-0B18-4284-BE65-D934514D84A1}" dt="2026-05-15T12:37:35.067" v="336" actId="21"/>
          <ac:spMkLst>
            <pc:docMk/>
            <pc:sldMk cId="3168535725" sldId="259"/>
            <ac:spMk id="9" creationId="{F080A1AB-8002-C845-4CED-F90E614A2CAD}"/>
          </ac:spMkLst>
        </pc:spChg>
        <pc:spChg chg="mod">
          <ac:chgData name="Olivier Bergeron" userId="25eb1b54-485f-4e43-901d-d18d08f0214c" providerId="ADAL" clId="{1C8F5D2F-0B18-4284-BE65-D934514D84A1}" dt="2026-05-15T12:39:34.976" v="373"/>
          <ac:spMkLst>
            <pc:docMk/>
            <pc:sldMk cId="3168535725" sldId="259"/>
            <ac:spMk id="10" creationId="{F2DEF28B-9B90-B54F-FC1B-63F4EA78D654}"/>
          </ac:spMkLst>
        </pc:spChg>
        <pc:spChg chg="mod">
          <ac:chgData name="Olivier Bergeron" userId="25eb1b54-485f-4e43-901d-d18d08f0214c" providerId="ADAL" clId="{1C8F5D2F-0B18-4284-BE65-D934514D84A1}" dt="2026-05-15T12:39:34.976" v="373"/>
          <ac:spMkLst>
            <pc:docMk/>
            <pc:sldMk cId="3168535725" sldId="259"/>
            <ac:spMk id="11" creationId="{F080A1AB-8002-C845-4CED-F90E614A2CAD}"/>
          </ac:spMkLst>
        </pc:spChg>
        <pc:spChg chg="mod">
          <ac:chgData name="Olivier Bergeron" userId="25eb1b54-485f-4e43-901d-d18d08f0214c" providerId="ADAL" clId="{1C8F5D2F-0B18-4284-BE65-D934514D84A1}" dt="2026-05-15T12:39:34.976" v="373"/>
          <ac:spMkLst>
            <pc:docMk/>
            <pc:sldMk cId="3168535725" sldId="259"/>
            <ac:spMk id="12" creationId="{8CC899B7-8056-7738-7722-0A69E6F76BE8}"/>
          </ac:spMkLst>
        </pc:spChg>
        <pc:spChg chg="mod">
          <ac:chgData name="Olivier Bergeron" userId="25eb1b54-485f-4e43-901d-d18d08f0214c" providerId="ADAL" clId="{1C8F5D2F-0B18-4284-BE65-D934514D84A1}" dt="2026-05-15T12:39:34.976" v="373"/>
          <ac:spMkLst>
            <pc:docMk/>
            <pc:sldMk cId="3168535725" sldId="259"/>
            <ac:spMk id="13" creationId="{7F80D9E4-AFFE-9E2E-A25B-CF213B110487}"/>
          </ac:spMkLst>
        </pc:spChg>
        <pc:spChg chg="mod">
          <ac:chgData name="Olivier Bergeron" userId="25eb1b54-485f-4e43-901d-d18d08f0214c" providerId="ADAL" clId="{1C8F5D2F-0B18-4284-BE65-D934514D84A1}" dt="2026-05-15T12:39:34.976" v="373"/>
          <ac:spMkLst>
            <pc:docMk/>
            <pc:sldMk cId="3168535725" sldId="259"/>
            <ac:spMk id="14" creationId="{5FB9C919-1122-B38E-5D7A-06056C7D22AE}"/>
          </ac:spMkLst>
        </pc:spChg>
        <pc:spChg chg="mod">
          <ac:chgData name="Olivier Bergeron" userId="25eb1b54-485f-4e43-901d-d18d08f0214c" providerId="ADAL" clId="{1C8F5D2F-0B18-4284-BE65-D934514D84A1}" dt="2026-05-15T12:39:34.976" v="373"/>
          <ac:spMkLst>
            <pc:docMk/>
            <pc:sldMk cId="3168535725" sldId="259"/>
            <ac:spMk id="15" creationId="{43A839D9-8AD0-80C3-A133-313D0C0E9A36}"/>
          </ac:spMkLst>
        </pc:spChg>
        <pc:spChg chg="mod">
          <ac:chgData name="Olivier Bergeron" userId="25eb1b54-485f-4e43-901d-d18d08f0214c" providerId="ADAL" clId="{1C8F5D2F-0B18-4284-BE65-D934514D84A1}" dt="2026-05-15T12:39:34.976" v="373"/>
          <ac:spMkLst>
            <pc:docMk/>
            <pc:sldMk cId="3168535725" sldId="259"/>
            <ac:spMk id="17" creationId="{307DEA83-747C-3A33-2217-0F9BAA20DCBB}"/>
          </ac:spMkLst>
        </pc:spChg>
        <pc:spChg chg="mod">
          <ac:chgData name="Olivier Bergeron" userId="25eb1b54-485f-4e43-901d-d18d08f0214c" providerId="ADAL" clId="{1C8F5D2F-0B18-4284-BE65-D934514D84A1}" dt="2026-05-15T12:39:34.976" v="373"/>
          <ac:spMkLst>
            <pc:docMk/>
            <pc:sldMk cId="3168535725" sldId="259"/>
            <ac:spMk id="19" creationId="{CBBA999B-A3F6-B987-24C2-F7368F2C2AD1}"/>
          </ac:spMkLst>
        </pc:spChg>
        <pc:spChg chg="mod">
          <ac:chgData name="Olivier Bergeron" userId="25eb1b54-485f-4e43-901d-d18d08f0214c" providerId="ADAL" clId="{1C8F5D2F-0B18-4284-BE65-D934514D84A1}" dt="2026-05-15T12:39:34.976" v="373"/>
          <ac:spMkLst>
            <pc:docMk/>
            <pc:sldMk cId="3168535725" sldId="259"/>
            <ac:spMk id="22" creationId="{AAA21125-0A6A-206C-DD4B-1777E005ECCC}"/>
          </ac:spMkLst>
        </pc:spChg>
        <pc:spChg chg="mod">
          <ac:chgData name="Olivier Bergeron" userId="25eb1b54-485f-4e43-901d-d18d08f0214c" providerId="ADAL" clId="{1C8F5D2F-0B18-4284-BE65-D934514D84A1}" dt="2026-05-15T12:39:34.976" v="373"/>
          <ac:spMkLst>
            <pc:docMk/>
            <pc:sldMk cId="3168535725" sldId="259"/>
            <ac:spMk id="23" creationId="{596F719A-1F70-12F8-0CB6-3CE6EAA87412}"/>
          </ac:spMkLst>
        </pc:spChg>
        <pc:spChg chg="add mod">
          <ac:chgData name="Olivier Bergeron" userId="25eb1b54-485f-4e43-901d-d18d08f0214c" providerId="ADAL" clId="{1C8F5D2F-0B18-4284-BE65-D934514D84A1}" dt="2026-05-15T12:40:31.093" v="394" actId="122"/>
          <ac:spMkLst>
            <pc:docMk/>
            <pc:sldMk cId="3168535725" sldId="259"/>
            <ac:spMk id="31" creationId="{7E6303AC-7152-4AC8-CA23-A16813B9293D}"/>
          </ac:spMkLst>
        </pc:spChg>
        <pc:spChg chg="add del mod">
          <ac:chgData name="Olivier Bergeron" userId="25eb1b54-485f-4e43-901d-d18d08f0214c" providerId="ADAL" clId="{1C8F5D2F-0B18-4284-BE65-D934514D84A1}" dt="2026-05-15T12:40:53.516" v="400" actId="478"/>
          <ac:spMkLst>
            <pc:docMk/>
            <pc:sldMk cId="3168535725" sldId="259"/>
            <ac:spMk id="32" creationId="{0CFA3CD9-C02A-AA91-A850-974F5D579247}"/>
          </ac:spMkLst>
        </pc:spChg>
        <pc:grpChg chg="mod">
          <ac:chgData name="Olivier Bergeron" userId="25eb1b54-485f-4e43-901d-d18d08f0214c" providerId="ADAL" clId="{1C8F5D2F-0B18-4284-BE65-D934514D84A1}" dt="2026-05-15T12:40:16.452" v="384" actId="1076"/>
          <ac:grpSpMkLst>
            <pc:docMk/>
            <pc:sldMk cId="3168535725" sldId="259"/>
            <ac:grpSpMk id="20" creationId="{D16FDC42-E009-6F22-C31A-10EB3AA4A185}"/>
          </ac:grpSpMkLst>
        </pc:grpChg>
        <pc:picChg chg="add mod">
          <ac:chgData name="Olivier Bergeron" userId="25eb1b54-485f-4e43-901d-d18d08f0214c" providerId="ADAL" clId="{1C8F5D2F-0B18-4284-BE65-D934514D84A1}" dt="2026-05-15T12:36:43.467" v="329" actId="1076"/>
          <ac:picMkLst>
            <pc:docMk/>
            <pc:sldMk cId="3168535725" sldId="259"/>
            <ac:picMk id="7" creationId="{FADEC8AD-87B4-2BAB-9DFA-DEDC73FBA843}"/>
          </ac:picMkLst>
        </pc:picChg>
        <pc:cxnChg chg="add">
          <ac:chgData name="Olivier Bergeron" userId="25eb1b54-485f-4e43-901d-d18d08f0214c" providerId="ADAL" clId="{1C8F5D2F-0B18-4284-BE65-D934514D84A1}" dt="2026-05-15T12:39:53.477" v="376" actId="11529"/>
          <ac:cxnSpMkLst>
            <pc:docMk/>
            <pc:sldMk cId="3168535725" sldId="259"/>
            <ac:cxnSpMk id="26" creationId="{448646BF-0E3E-64C4-DFD1-D52B52B987BE}"/>
          </ac:cxnSpMkLst>
        </pc:cxnChg>
        <pc:cxnChg chg="add del mod">
          <ac:chgData name="Olivier Bergeron" userId="25eb1b54-485f-4e43-901d-d18d08f0214c" providerId="ADAL" clId="{1C8F5D2F-0B18-4284-BE65-D934514D84A1}" dt="2026-05-15T12:40:54.166" v="401" actId="478"/>
          <ac:cxnSpMkLst>
            <pc:docMk/>
            <pc:sldMk cId="3168535725" sldId="259"/>
            <ac:cxnSpMk id="27" creationId="{A5649D87-0584-9537-0F01-0D58C9207BD3}"/>
          </ac:cxnSpMkLst>
        </pc:cxnChg>
      </pc:sldChg>
      <pc:sldChg chg="addSp delSp modSp new mod ord modClrScheme chgLayout">
        <pc:chgData name="Olivier Bergeron" userId="25eb1b54-485f-4e43-901d-d18d08f0214c" providerId="ADAL" clId="{1C8F5D2F-0B18-4284-BE65-D934514D84A1}" dt="2026-05-15T12:46:20.022" v="733"/>
        <pc:sldMkLst>
          <pc:docMk/>
          <pc:sldMk cId="4114278672" sldId="260"/>
        </pc:sldMkLst>
        <pc:spChg chg="del">
          <ac:chgData name="Olivier Bergeron" userId="25eb1b54-485f-4e43-901d-d18d08f0214c" providerId="ADAL" clId="{1C8F5D2F-0B18-4284-BE65-D934514D84A1}" dt="2026-05-15T12:37:39.072" v="338" actId="700"/>
          <ac:spMkLst>
            <pc:docMk/>
            <pc:sldMk cId="4114278672" sldId="260"/>
            <ac:spMk id="2" creationId="{61FD0C95-69D2-0EC5-A8B6-B9446E282A33}"/>
          </ac:spMkLst>
        </pc:spChg>
        <pc:spChg chg="del">
          <ac:chgData name="Olivier Bergeron" userId="25eb1b54-485f-4e43-901d-d18d08f0214c" providerId="ADAL" clId="{1C8F5D2F-0B18-4284-BE65-D934514D84A1}" dt="2026-05-15T12:37:39.072" v="338" actId="700"/>
          <ac:spMkLst>
            <pc:docMk/>
            <pc:sldMk cId="4114278672" sldId="260"/>
            <ac:spMk id="3" creationId="{E7D67A3C-7086-DC0D-7F13-43DC12C8F513}"/>
          </ac:spMkLst>
        </pc:spChg>
        <pc:spChg chg="del">
          <ac:chgData name="Olivier Bergeron" userId="25eb1b54-485f-4e43-901d-d18d08f0214c" providerId="ADAL" clId="{1C8F5D2F-0B18-4284-BE65-D934514D84A1}" dt="2026-05-15T12:37:39.072" v="338" actId="700"/>
          <ac:spMkLst>
            <pc:docMk/>
            <pc:sldMk cId="4114278672" sldId="260"/>
            <ac:spMk id="4" creationId="{190C7F21-7D2E-C15E-9C32-9869569A73C1}"/>
          </ac:spMkLst>
        </pc:spChg>
        <pc:spChg chg="mod ord">
          <ac:chgData name="Olivier Bergeron" userId="25eb1b54-485f-4e43-901d-d18d08f0214c" providerId="ADAL" clId="{1C8F5D2F-0B18-4284-BE65-D934514D84A1}" dt="2026-05-15T12:45:04.176" v="582" actId="700"/>
          <ac:spMkLst>
            <pc:docMk/>
            <pc:sldMk cId="4114278672" sldId="260"/>
            <ac:spMk id="5" creationId="{C6D650C3-F6D5-C374-F8F0-B3A3A315800C}"/>
          </ac:spMkLst>
        </pc:spChg>
        <pc:spChg chg="add mod">
          <ac:chgData name="Olivier Bergeron" userId="25eb1b54-485f-4e43-901d-d18d08f0214c" providerId="ADAL" clId="{1C8F5D2F-0B18-4284-BE65-D934514D84A1}" dt="2026-05-15T12:39:29.215" v="371" actId="164"/>
          <ac:spMkLst>
            <pc:docMk/>
            <pc:sldMk cId="4114278672" sldId="260"/>
            <ac:spMk id="6" creationId="{8CC899B7-8056-7738-7722-0A69E6F76BE8}"/>
          </ac:spMkLst>
        </pc:spChg>
        <pc:spChg chg="add mod">
          <ac:chgData name="Olivier Bergeron" userId="25eb1b54-485f-4e43-901d-d18d08f0214c" providerId="ADAL" clId="{1C8F5D2F-0B18-4284-BE65-D934514D84A1}" dt="2026-05-15T12:39:29.215" v="371" actId="164"/>
          <ac:spMkLst>
            <pc:docMk/>
            <pc:sldMk cId="4114278672" sldId="260"/>
            <ac:spMk id="7" creationId="{7F80D9E4-AFFE-9E2E-A25B-CF213B110487}"/>
          </ac:spMkLst>
        </pc:spChg>
        <pc:spChg chg="add mod">
          <ac:chgData name="Olivier Bergeron" userId="25eb1b54-485f-4e43-901d-d18d08f0214c" providerId="ADAL" clId="{1C8F5D2F-0B18-4284-BE65-D934514D84A1}" dt="2026-05-15T12:37:56.607" v="343" actId="693"/>
          <ac:spMkLst>
            <pc:docMk/>
            <pc:sldMk cId="4114278672" sldId="260"/>
            <ac:spMk id="8" creationId="{F2DEF28B-9B90-B54F-FC1B-63F4EA78D654}"/>
          </ac:spMkLst>
        </pc:spChg>
        <pc:spChg chg="add mod">
          <ac:chgData name="Olivier Bergeron" userId="25eb1b54-485f-4e43-901d-d18d08f0214c" providerId="ADAL" clId="{1C8F5D2F-0B18-4284-BE65-D934514D84A1}" dt="2026-05-15T12:39:29.215" v="371" actId="164"/>
          <ac:spMkLst>
            <pc:docMk/>
            <pc:sldMk cId="4114278672" sldId="260"/>
            <ac:spMk id="9" creationId="{F080A1AB-8002-C845-4CED-F90E614A2CAD}"/>
          </ac:spMkLst>
        </pc:spChg>
        <pc:spChg chg="add mod">
          <ac:chgData name="Olivier Bergeron" userId="25eb1b54-485f-4e43-901d-d18d08f0214c" providerId="ADAL" clId="{1C8F5D2F-0B18-4284-BE65-D934514D84A1}" dt="2026-05-15T12:39:29.215" v="371" actId="164"/>
          <ac:spMkLst>
            <pc:docMk/>
            <pc:sldMk cId="4114278672" sldId="260"/>
            <ac:spMk id="10" creationId="{5FB9C919-1122-B38E-5D7A-06056C7D22AE}"/>
          </ac:spMkLst>
        </pc:spChg>
        <pc:spChg chg="add mod">
          <ac:chgData name="Olivier Bergeron" userId="25eb1b54-485f-4e43-901d-d18d08f0214c" providerId="ADAL" clId="{1C8F5D2F-0B18-4284-BE65-D934514D84A1}" dt="2026-05-15T12:39:29.215" v="371" actId="164"/>
          <ac:spMkLst>
            <pc:docMk/>
            <pc:sldMk cId="4114278672" sldId="260"/>
            <ac:spMk id="11" creationId="{43A839D9-8AD0-80C3-A133-313D0C0E9A36}"/>
          </ac:spMkLst>
        </pc:spChg>
        <pc:spChg chg="add mod">
          <ac:chgData name="Olivier Bergeron" userId="25eb1b54-485f-4e43-901d-d18d08f0214c" providerId="ADAL" clId="{1C8F5D2F-0B18-4284-BE65-D934514D84A1}" dt="2026-05-15T12:38:48.279" v="357" actId="1076"/>
          <ac:spMkLst>
            <pc:docMk/>
            <pc:sldMk cId="4114278672" sldId="260"/>
            <ac:spMk id="12" creationId="{2940B5E2-4A69-DC24-B694-1E6A328E7E0D}"/>
          </ac:spMkLst>
        </pc:spChg>
        <pc:spChg chg="add mod">
          <ac:chgData name="Olivier Bergeron" userId="25eb1b54-485f-4e43-901d-d18d08f0214c" providerId="ADAL" clId="{1C8F5D2F-0B18-4284-BE65-D934514D84A1}" dt="2026-05-15T12:39:29.215" v="371" actId="164"/>
          <ac:spMkLst>
            <pc:docMk/>
            <pc:sldMk cId="4114278672" sldId="260"/>
            <ac:spMk id="13" creationId="{307DEA83-747C-3A33-2217-0F9BAA20DCBB}"/>
          </ac:spMkLst>
        </pc:spChg>
        <pc:spChg chg="add mod">
          <ac:chgData name="Olivier Bergeron" userId="25eb1b54-485f-4e43-901d-d18d08f0214c" providerId="ADAL" clId="{1C8F5D2F-0B18-4284-BE65-D934514D84A1}" dt="2026-05-15T12:39:29.215" v="371" actId="164"/>
          <ac:spMkLst>
            <pc:docMk/>
            <pc:sldMk cId="4114278672" sldId="260"/>
            <ac:spMk id="14" creationId="{EB320F55-E599-E3CD-A98B-3CEE0009A179}"/>
          </ac:spMkLst>
        </pc:spChg>
        <pc:spChg chg="add mod">
          <ac:chgData name="Olivier Bergeron" userId="25eb1b54-485f-4e43-901d-d18d08f0214c" providerId="ADAL" clId="{1C8F5D2F-0B18-4284-BE65-D934514D84A1}" dt="2026-05-15T12:39:01.966" v="364" actId="1076"/>
          <ac:spMkLst>
            <pc:docMk/>
            <pc:sldMk cId="4114278672" sldId="260"/>
            <ac:spMk id="15" creationId="{CBBA999B-A3F6-B987-24C2-F7368F2C2AD1}"/>
          </ac:spMkLst>
        </pc:spChg>
        <pc:spChg chg="add mod">
          <ac:chgData name="Olivier Bergeron" userId="25eb1b54-485f-4e43-901d-d18d08f0214c" providerId="ADAL" clId="{1C8F5D2F-0B18-4284-BE65-D934514D84A1}" dt="2026-05-15T12:39:29.215" v="371" actId="164"/>
          <ac:spMkLst>
            <pc:docMk/>
            <pc:sldMk cId="4114278672" sldId="260"/>
            <ac:spMk id="16" creationId="{49D8DB4E-7FB1-0B9D-2EEB-B40734E45335}"/>
          </ac:spMkLst>
        </pc:spChg>
        <pc:spChg chg="add mod">
          <ac:chgData name="Olivier Bergeron" userId="25eb1b54-485f-4e43-901d-d18d08f0214c" providerId="ADAL" clId="{1C8F5D2F-0B18-4284-BE65-D934514D84A1}" dt="2026-05-15T12:39:29.215" v="371" actId="164"/>
          <ac:spMkLst>
            <pc:docMk/>
            <pc:sldMk cId="4114278672" sldId="260"/>
            <ac:spMk id="17" creationId="{AAA21125-0A6A-206C-DD4B-1777E005ECCC}"/>
          </ac:spMkLst>
        </pc:spChg>
        <pc:spChg chg="add mod">
          <ac:chgData name="Olivier Bergeron" userId="25eb1b54-485f-4e43-901d-d18d08f0214c" providerId="ADAL" clId="{1C8F5D2F-0B18-4284-BE65-D934514D84A1}" dt="2026-05-15T12:39:23.949" v="370" actId="1076"/>
          <ac:spMkLst>
            <pc:docMk/>
            <pc:sldMk cId="4114278672" sldId="260"/>
            <ac:spMk id="18" creationId="{596F719A-1F70-12F8-0CB6-3CE6EAA87412}"/>
          </ac:spMkLst>
        </pc:spChg>
        <pc:spChg chg="add mod">
          <ac:chgData name="Olivier Bergeron" userId="25eb1b54-485f-4e43-901d-d18d08f0214c" providerId="ADAL" clId="{1C8F5D2F-0B18-4284-BE65-D934514D84A1}" dt="2026-05-15T12:39:29.215" v="371" actId="164"/>
          <ac:spMkLst>
            <pc:docMk/>
            <pc:sldMk cId="4114278672" sldId="260"/>
            <ac:spMk id="19" creationId="{16765269-4A82-50B4-0110-1BF182B758AB}"/>
          </ac:spMkLst>
        </pc:spChg>
        <pc:spChg chg="add mod ord">
          <ac:chgData name="Olivier Bergeron" userId="25eb1b54-485f-4e43-901d-d18d08f0214c" providerId="ADAL" clId="{1C8F5D2F-0B18-4284-BE65-D934514D84A1}" dt="2026-05-15T12:45:23.013" v="611" actId="20577"/>
          <ac:spMkLst>
            <pc:docMk/>
            <pc:sldMk cId="4114278672" sldId="260"/>
            <ac:spMk id="21" creationId="{5EB9167B-F449-D5EC-FAFC-F8941F499307}"/>
          </ac:spMkLst>
        </pc:spChg>
        <pc:spChg chg="add mod ord">
          <ac:chgData name="Olivier Bergeron" userId="25eb1b54-485f-4e43-901d-d18d08f0214c" providerId="ADAL" clId="{1C8F5D2F-0B18-4284-BE65-D934514D84A1}" dt="2026-05-15T12:46:12.402" v="731" actId="20577"/>
          <ac:spMkLst>
            <pc:docMk/>
            <pc:sldMk cId="4114278672" sldId="260"/>
            <ac:spMk id="22" creationId="{F75DF445-192D-E77D-86C4-CE9BA8F13022}"/>
          </ac:spMkLst>
        </pc:spChg>
        <pc:spChg chg="add del mod ord">
          <ac:chgData name="Olivier Bergeron" userId="25eb1b54-485f-4e43-901d-d18d08f0214c" providerId="ADAL" clId="{1C8F5D2F-0B18-4284-BE65-D934514D84A1}" dt="2026-05-15T12:45:36.345" v="612" actId="478"/>
          <ac:spMkLst>
            <pc:docMk/>
            <pc:sldMk cId="4114278672" sldId="260"/>
            <ac:spMk id="23" creationId="{B469F304-D28B-9C6E-5FCD-2CFC16AEBF77}"/>
          </ac:spMkLst>
        </pc:spChg>
        <pc:grpChg chg="del">
          <ac:chgData name="Olivier Bergeron" userId="25eb1b54-485f-4e43-901d-d18d08f0214c" providerId="ADAL" clId="{1C8F5D2F-0B18-4284-BE65-D934514D84A1}" dt="2026-05-15T12:39:32.837" v="372" actId="21"/>
          <ac:grpSpMkLst>
            <pc:docMk/>
            <pc:sldMk cId="4114278672" sldId="260"/>
            <ac:grpSpMk id="20" creationId="{D16FDC42-E009-6F22-C31A-10EB3AA4A185}"/>
          </ac:grpSpMkLst>
        </pc:grpChg>
        <pc:picChg chg="add mod">
          <ac:chgData name="Olivier Bergeron" userId="25eb1b54-485f-4e43-901d-d18d08f0214c" providerId="ADAL" clId="{1C8F5D2F-0B18-4284-BE65-D934514D84A1}" dt="2026-05-15T12:45:41.626" v="616" actId="1076"/>
          <ac:picMkLst>
            <pc:docMk/>
            <pc:sldMk cId="4114278672" sldId="260"/>
            <ac:picMk id="25" creationId="{CC9E5C78-B9F2-5503-9CBF-EB528746C197}"/>
          </ac:picMkLst>
        </pc:picChg>
      </pc:sldChg>
      <pc:sldChg chg="addSp delSp modSp new mod modClrScheme chgLayout">
        <pc:chgData name="Olivier Bergeron" userId="25eb1b54-485f-4e43-901d-d18d08f0214c" providerId="ADAL" clId="{1C8F5D2F-0B18-4284-BE65-D934514D84A1}" dt="2026-05-15T12:48:31.505" v="903" actId="20577"/>
        <pc:sldMkLst>
          <pc:docMk/>
          <pc:sldMk cId="2098584751" sldId="261"/>
        </pc:sldMkLst>
        <pc:spChg chg="del mod ord">
          <ac:chgData name="Olivier Bergeron" userId="25eb1b54-485f-4e43-901d-d18d08f0214c" providerId="ADAL" clId="{1C8F5D2F-0B18-4284-BE65-D934514D84A1}" dt="2026-05-15T12:47:05.656" v="737" actId="700"/>
          <ac:spMkLst>
            <pc:docMk/>
            <pc:sldMk cId="2098584751" sldId="261"/>
            <ac:spMk id="2" creationId="{1A460E2D-A778-D243-2315-A7438B7CE10E}"/>
          </ac:spMkLst>
        </pc:spChg>
        <pc:spChg chg="del mod ord">
          <ac:chgData name="Olivier Bergeron" userId="25eb1b54-485f-4e43-901d-d18d08f0214c" providerId="ADAL" clId="{1C8F5D2F-0B18-4284-BE65-D934514D84A1}" dt="2026-05-15T12:47:05.656" v="737" actId="700"/>
          <ac:spMkLst>
            <pc:docMk/>
            <pc:sldMk cId="2098584751" sldId="261"/>
            <ac:spMk id="3" creationId="{B5B48EFF-346D-0A69-FAE5-1D05B698F187}"/>
          </ac:spMkLst>
        </pc:spChg>
        <pc:spChg chg="del">
          <ac:chgData name="Olivier Bergeron" userId="25eb1b54-485f-4e43-901d-d18d08f0214c" providerId="ADAL" clId="{1C8F5D2F-0B18-4284-BE65-D934514D84A1}" dt="2026-05-15T12:47:05.656" v="737" actId="700"/>
          <ac:spMkLst>
            <pc:docMk/>
            <pc:sldMk cId="2098584751" sldId="261"/>
            <ac:spMk id="4" creationId="{86C67FF5-1E79-7358-5E32-FC5F2FA65E2D}"/>
          </ac:spMkLst>
        </pc:spChg>
        <pc:spChg chg="mod ord">
          <ac:chgData name="Olivier Bergeron" userId="25eb1b54-485f-4e43-901d-d18d08f0214c" providerId="ADAL" clId="{1C8F5D2F-0B18-4284-BE65-D934514D84A1}" dt="2026-05-15T12:47:05.656" v="737" actId="700"/>
          <ac:spMkLst>
            <pc:docMk/>
            <pc:sldMk cId="2098584751" sldId="261"/>
            <ac:spMk id="5" creationId="{61F34983-29CB-3970-CE69-F7FD74EA861E}"/>
          </ac:spMkLst>
        </pc:spChg>
        <pc:spChg chg="add mod ord">
          <ac:chgData name="Olivier Bergeron" userId="25eb1b54-485f-4e43-901d-d18d08f0214c" providerId="ADAL" clId="{1C8F5D2F-0B18-4284-BE65-D934514D84A1}" dt="2026-05-15T12:47:09.870" v="747" actId="20577"/>
          <ac:spMkLst>
            <pc:docMk/>
            <pc:sldMk cId="2098584751" sldId="261"/>
            <ac:spMk id="6" creationId="{AA3119B9-90E0-B45F-0F32-4FF6AD1B21C0}"/>
          </ac:spMkLst>
        </pc:spChg>
        <pc:spChg chg="add mod ord">
          <ac:chgData name="Olivier Bergeron" userId="25eb1b54-485f-4e43-901d-d18d08f0214c" providerId="ADAL" clId="{1C8F5D2F-0B18-4284-BE65-D934514D84A1}" dt="2026-05-15T12:48:31.505" v="903" actId="20577"/>
          <ac:spMkLst>
            <pc:docMk/>
            <pc:sldMk cId="2098584751" sldId="261"/>
            <ac:spMk id="7" creationId="{3379FEFF-1B20-1803-C2AF-3B47E42C1BE9}"/>
          </ac:spMkLst>
        </pc:spChg>
      </pc:sldChg>
    </pc:docChg>
  </pc:docChgLst>
  <pc:docChgLst>
    <pc:chgData name="Olivier Bergeron" userId="25eb1b54-485f-4e43-901d-d18d08f0214c" providerId="ADAL" clId="{29DD34B8-463E-481B-8BB8-7C2F32D58337}"/>
    <pc:docChg chg="custSel delSld modSld modMainMaster">
      <pc:chgData name="Olivier Bergeron" userId="25eb1b54-485f-4e43-901d-d18d08f0214c" providerId="ADAL" clId="{29DD34B8-463E-481B-8BB8-7C2F32D58337}" dt="2026-04-16T17:32:26.077" v="12" actId="1076"/>
      <pc:docMkLst>
        <pc:docMk/>
      </pc:docMkLst>
      <pc:sldChg chg="modSp mod">
        <pc:chgData name="Olivier Bergeron" userId="25eb1b54-485f-4e43-901d-d18d08f0214c" providerId="ADAL" clId="{29DD34B8-463E-481B-8BB8-7C2F32D58337}" dt="2026-04-16T17:29:40.031" v="3" actId="6549"/>
        <pc:sldMkLst>
          <pc:docMk/>
          <pc:sldMk cId="447853837" sldId="256"/>
        </pc:sldMkLst>
        <pc:spChg chg="mod">
          <ac:chgData name="Olivier Bergeron" userId="25eb1b54-485f-4e43-901d-d18d08f0214c" providerId="ADAL" clId="{29DD34B8-463E-481B-8BB8-7C2F32D58337}" dt="2026-04-16T17:29:35.731" v="1" actId="27636"/>
          <ac:spMkLst>
            <pc:docMk/>
            <pc:sldMk cId="447853837" sldId="256"/>
            <ac:spMk id="2" creationId="{83B78DA0-819E-AB54-1E7C-6E0A421AA59C}"/>
          </ac:spMkLst>
        </pc:spChg>
        <pc:spChg chg="mod">
          <ac:chgData name="Olivier Bergeron" userId="25eb1b54-485f-4e43-901d-d18d08f0214c" providerId="ADAL" clId="{29DD34B8-463E-481B-8BB8-7C2F32D58337}" dt="2026-04-16T17:29:40.031" v="3" actId="6549"/>
          <ac:spMkLst>
            <pc:docMk/>
            <pc:sldMk cId="447853837" sldId="256"/>
            <ac:spMk id="3" creationId="{3EEFD950-FE96-2C25-4CDC-D891EFCFA396}"/>
          </ac:spMkLst>
        </pc:spChg>
      </pc:sldChg>
      <pc:sldMasterChg chg="modSldLayout">
        <pc:chgData name="Olivier Bergeron" userId="25eb1b54-485f-4e43-901d-d18d08f0214c" providerId="ADAL" clId="{29DD34B8-463E-481B-8BB8-7C2F32D58337}" dt="2026-04-16T17:32:26.077" v="12" actId="1076"/>
        <pc:sldMasterMkLst>
          <pc:docMk/>
          <pc:sldMasterMk cId="761851921" sldId="2147483695"/>
        </pc:sldMasterMkLst>
        <pc:sldLayoutChg chg="modSp mod">
          <pc:chgData name="Olivier Bergeron" userId="25eb1b54-485f-4e43-901d-d18d08f0214c" providerId="ADAL" clId="{29DD34B8-463E-481B-8BB8-7C2F32D58337}" dt="2026-04-16T17:32:26.077" v="12" actId="1076"/>
          <pc:sldLayoutMkLst>
            <pc:docMk/>
            <pc:sldMasterMk cId="761851921" sldId="2147483695"/>
            <pc:sldLayoutMk cId="340446381" sldId="2147483702"/>
          </pc:sldLayoutMkLst>
          <pc:spChg chg="mod">
            <ac:chgData name="Olivier Bergeron" userId="25eb1b54-485f-4e43-901d-d18d08f0214c" providerId="ADAL" clId="{29DD34B8-463E-481B-8BB8-7C2F32D58337}" dt="2026-04-16T17:32:26.077" v="12" actId="1076"/>
            <ac:spMkLst>
              <pc:docMk/>
              <pc:sldMasterMk cId="761851921" sldId="2147483695"/>
              <pc:sldLayoutMk cId="340446381" sldId="2147483702"/>
              <ac:spMk id="6" creationId="{7DF740FA-5F11-150D-EDEE-3508AC2C583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928BFA5-E1F9-A514-0FA3-E163CF57BE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DF8AB8-DE20-2994-D5EB-1B2F83E81E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362C08-F31F-417E-9DA2-FB0A727E2763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B96DF5-3CFF-DFE4-CDCA-7568D5EE99C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F68DA0-8184-965C-17A5-6C0DD4CB40E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185C08-6D5C-49F4-9A24-317952984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9823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58027B-B5CA-43FE-83BF-6327550A03F7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D3C02A-94A9-4E52-835F-B6DB969C9D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276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E065A-5675-FC91-3F31-AAD14B5B83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1122363"/>
            <a:ext cx="7086600" cy="2975184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0FD5DB-1B71-6B4E-C597-6E58C76C4A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81398" y="4261450"/>
            <a:ext cx="7086601" cy="63835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228D7F17-E7CA-D342-ADB0-716D14ABF95E}"/>
              </a:ext>
            </a:extLst>
          </p:cNvPr>
          <p:cNvSpPr/>
          <p:nvPr userDrawn="1"/>
        </p:nvSpPr>
        <p:spPr>
          <a:xfrm rot="13500000">
            <a:off x="-2256760" y="1067661"/>
            <a:ext cx="4495933" cy="4495933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0" name="Google Shape;102;p1">
            <a:extLst>
              <a:ext uri="{FF2B5EF4-FFF2-40B4-BE49-F238E27FC236}">
                <a16:creationId xmlns:a16="http://schemas.microsoft.com/office/drawing/2014/main" id="{7736259A-2155-3A05-E879-8E5D8769598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01;p1">
            <a:extLst>
              <a:ext uri="{FF2B5EF4-FFF2-40B4-BE49-F238E27FC236}">
                <a16:creationId xmlns:a16="http://schemas.microsoft.com/office/drawing/2014/main" id="{14E29151-F5AC-D6F0-5348-2DDDDEE15171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7723FEE-7BEA-EA6E-D5EC-F81D7D5A1E24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2011481-34B9-F126-1BA7-0476936B3687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32635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imp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190D-F682-511E-AB2C-E56E8201F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479" y="365125"/>
            <a:ext cx="925614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A8265-D6DC-BF6D-85FA-E42E03077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479" y="1825625"/>
            <a:ext cx="9256144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5ACFC950-D753-DFB9-9779-ECAC1683F41F}"/>
              </a:ext>
            </a:extLst>
          </p:cNvPr>
          <p:cNvSpPr/>
          <p:nvPr userDrawn="1"/>
        </p:nvSpPr>
        <p:spPr>
          <a:xfrm rot="5400000">
            <a:off x="-12791" y="-6742"/>
            <a:ext cx="1684730" cy="1684730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0C92444-EC3B-3CE5-6871-D8969E2A06F7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4FDB794-04A0-CC33-A618-F40C2D4A7192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C6F84729-8C7B-256A-74AA-272229A8701F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01;p1">
            <a:extLst>
              <a:ext uri="{FF2B5EF4-FFF2-40B4-BE49-F238E27FC236}">
                <a16:creationId xmlns:a16="http://schemas.microsoft.com/office/drawing/2014/main" id="{C4A09761-B03F-554A-348A-463573F24C33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935A5-A0D5-F2C9-C2C5-CDF31FC052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E7A7E6-4794-48E8-A5E1-2E8F8499B315}" type="slidenum">
              <a:rPr lang="en-CA" smtClean="0"/>
              <a:pPr/>
              <a:t>‹#›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8017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190D-F682-511E-AB2C-E56E8201F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479" y="365125"/>
            <a:ext cx="925614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2BD2FEA-4227-0367-3F81-6F16D3F2A15E}"/>
              </a:ext>
            </a:extLst>
          </p:cNvPr>
          <p:cNvSpPr>
            <a:spLocks noGrp="1"/>
          </p:cNvSpPr>
          <p:nvPr>
            <p:ph type="clipArt" sz="quarter" idx="10"/>
          </p:nvPr>
        </p:nvSpPr>
        <p:spPr>
          <a:xfrm>
            <a:off x="1397479" y="1915065"/>
            <a:ext cx="9256144" cy="3915824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DC68526F-3176-767D-0C3F-589AA2C268B6}"/>
              </a:ext>
            </a:extLst>
          </p:cNvPr>
          <p:cNvSpPr/>
          <p:nvPr userDrawn="1"/>
        </p:nvSpPr>
        <p:spPr>
          <a:xfrm rot="5400000">
            <a:off x="-12791" y="-6742"/>
            <a:ext cx="1684730" cy="1684730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630476C-19AD-149E-AE8D-FF5A90C650B7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B604135-A875-835C-5E0B-64FF791CAC0B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4" name="Google Shape;102;p1">
            <a:extLst>
              <a:ext uri="{FF2B5EF4-FFF2-40B4-BE49-F238E27FC236}">
                <a16:creationId xmlns:a16="http://schemas.microsoft.com/office/drawing/2014/main" id="{983F88DD-28C9-3900-4B71-A8132135C9D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01;p1">
            <a:extLst>
              <a:ext uri="{FF2B5EF4-FFF2-40B4-BE49-F238E27FC236}">
                <a16:creationId xmlns:a16="http://schemas.microsoft.com/office/drawing/2014/main" id="{6486F39D-62A5-D23A-B340-FCEF768AB5FC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0EB6439-0330-F6FA-A92A-852E017E35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E7A7E6-4794-48E8-A5E1-2E8F8499B315}" type="slidenum">
              <a:rPr lang="en-CA" smtClean="0"/>
              <a:pPr/>
              <a:t>‹#›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2477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190D-F682-511E-AB2C-E56E8201F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479" y="365125"/>
            <a:ext cx="925614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A8265-D6DC-BF6D-85FA-E42E03077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479" y="1825625"/>
            <a:ext cx="4399472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C52A4DD-2602-4C1C-4E3E-F02623B24A5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949860" y="1825625"/>
            <a:ext cx="4703763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247D5D0E-4D44-71C0-9400-8932F2943CBC}"/>
              </a:ext>
            </a:extLst>
          </p:cNvPr>
          <p:cNvSpPr/>
          <p:nvPr userDrawn="1"/>
        </p:nvSpPr>
        <p:spPr>
          <a:xfrm rot="5400000">
            <a:off x="-12791" y="-6742"/>
            <a:ext cx="1684730" cy="1684730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2FC7620-FB18-019D-B041-286087248A4F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C5A3ED5-2D1D-E90E-819C-BE5119DA2180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9" name="Google Shape;102;p1">
            <a:extLst>
              <a:ext uri="{FF2B5EF4-FFF2-40B4-BE49-F238E27FC236}">
                <a16:creationId xmlns:a16="http://schemas.microsoft.com/office/drawing/2014/main" id="{AD986B78-4053-997D-B7A3-7EB96B0ACD8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101;p1">
            <a:extLst>
              <a:ext uri="{FF2B5EF4-FFF2-40B4-BE49-F238E27FC236}">
                <a16:creationId xmlns:a16="http://schemas.microsoft.com/office/drawing/2014/main" id="{F5AF544C-F08B-CEC0-A5E3-62DBFDC6226C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C62A165-EF7E-BC34-05B2-D9C5F885A5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E7A7E6-4794-48E8-A5E1-2E8F8499B315}" type="slidenum">
              <a:rPr lang="en-CA" smtClean="0"/>
              <a:pPr/>
              <a:t>‹#›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6761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190D-F682-511E-AB2C-E56E8201F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479" y="365125"/>
            <a:ext cx="925614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A8265-D6DC-BF6D-85FA-E42E03077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479" y="1825625"/>
            <a:ext cx="4399472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247D5D0E-4D44-71C0-9400-8932F2943CBC}"/>
              </a:ext>
            </a:extLst>
          </p:cNvPr>
          <p:cNvSpPr/>
          <p:nvPr userDrawn="1"/>
        </p:nvSpPr>
        <p:spPr>
          <a:xfrm rot="5400000">
            <a:off x="-12791" y="-6742"/>
            <a:ext cx="1684730" cy="1684730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2FC7620-FB18-019D-B041-286087248A4F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C5A3ED5-2D1D-E90E-819C-BE5119DA2180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9" name="Google Shape;102;p1">
            <a:extLst>
              <a:ext uri="{FF2B5EF4-FFF2-40B4-BE49-F238E27FC236}">
                <a16:creationId xmlns:a16="http://schemas.microsoft.com/office/drawing/2014/main" id="{AD986B78-4053-997D-B7A3-7EB96B0ACD8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101;p1">
            <a:extLst>
              <a:ext uri="{FF2B5EF4-FFF2-40B4-BE49-F238E27FC236}">
                <a16:creationId xmlns:a16="http://schemas.microsoft.com/office/drawing/2014/main" id="{F5AF544C-F08B-CEC0-A5E3-62DBFDC6226C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DF740FA-5F11-150D-EDEE-3508AC2C583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246510" y="1825625"/>
            <a:ext cx="4407113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18AF2DC-85AC-CDC8-148D-0790E83223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E7A7E6-4794-48E8-A5E1-2E8F8499B315}" type="slidenum">
              <a:rPr lang="en-CA" smtClean="0"/>
              <a:pPr/>
              <a:t>‹#›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446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Empt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190D-F682-511E-AB2C-E56E8201F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479" y="365125"/>
            <a:ext cx="925614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056CCD09-8C97-80F4-3A87-B748C2C53E43}"/>
              </a:ext>
            </a:extLst>
          </p:cNvPr>
          <p:cNvSpPr/>
          <p:nvPr userDrawn="1"/>
        </p:nvSpPr>
        <p:spPr>
          <a:xfrm rot="5400000">
            <a:off x="-12791" y="-6742"/>
            <a:ext cx="1684730" cy="1684730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D575C9-2B3D-0A7C-1E6A-F930BC8B3D68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40511BE-0747-29E6-ACE5-CB4A28D146D6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2" name="Google Shape;102;p1">
            <a:extLst>
              <a:ext uri="{FF2B5EF4-FFF2-40B4-BE49-F238E27FC236}">
                <a16:creationId xmlns:a16="http://schemas.microsoft.com/office/drawing/2014/main" id="{0BB4A561-3E81-67FA-0556-A0C00AFF606C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01;p1">
            <a:extLst>
              <a:ext uri="{FF2B5EF4-FFF2-40B4-BE49-F238E27FC236}">
                <a16:creationId xmlns:a16="http://schemas.microsoft.com/office/drawing/2014/main" id="{67AF2E16-3B87-74F4-56AD-A3900BC733FB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BAF17C0-5FA7-2F33-8298-CA149EFA97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E7A7E6-4794-48E8-A5E1-2E8F8499B315}" type="slidenum">
              <a:rPr lang="en-CA" smtClean="0"/>
              <a:pPr/>
              <a:t>‹#›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48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ight Triangle 5">
            <a:extLst>
              <a:ext uri="{FF2B5EF4-FFF2-40B4-BE49-F238E27FC236}">
                <a16:creationId xmlns:a16="http://schemas.microsoft.com/office/drawing/2014/main" id="{87B7ED9D-ADC4-9DE6-902B-C33C0CD5244A}"/>
              </a:ext>
            </a:extLst>
          </p:cNvPr>
          <p:cNvSpPr/>
          <p:nvPr userDrawn="1"/>
        </p:nvSpPr>
        <p:spPr>
          <a:xfrm rot="5400000">
            <a:off x="-12791" y="-6742"/>
            <a:ext cx="1684730" cy="1684730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90D1A08-3C4E-621B-9834-396DEFDEFA71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E1D6C17-0689-F85E-5E97-AC72F7789216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2" name="Google Shape;102;p1">
            <a:extLst>
              <a:ext uri="{FF2B5EF4-FFF2-40B4-BE49-F238E27FC236}">
                <a16:creationId xmlns:a16="http://schemas.microsoft.com/office/drawing/2014/main" id="{E9841F40-2EEF-5061-BEFF-DD39CD26149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01;p1">
            <a:extLst>
              <a:ext uri="{FF2B5EF4-FFF2-40B4-BE49-F238E27FC236}">
                <a16:creationId xmlns:a16="http://schemas.microsoft.com/office/drawing/2014/main" id="{FAD21B16-1D07-A325-1339-9E91223DDD1D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A1B4779-5B8A-6D8E-3A62-249106589D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E7A7E6-4794-48E8-A5E1-2E8F8499B315}" type="slidenum">
              <a:rPr lang="en-CA" smtClean="0"/>
              <a:pPr/>
              <a:t>‹#›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885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17B0A9-3C94-3B32-9486-075DA69C0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2A749-D7E4-884C-A159-BC8ECE477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49EC9-0BEC-D76D-DB70-0F08AE69A3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58180-9FEA-000D-6CCA-C5E2ADD9B5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C66671-0617-A66C-4498-98ED656BE4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E7A7E6-4794-48E8-A5E1-2E8F8499B31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61851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701" r:id="rId3"/>
    <p:sldLayoutId id="2147483698" r:id="rId4"/>
    <p:sldLayoutId id="2147483702" r:id="rId5"/>
    <p:sldLayoutId id="2147483700" r:id="rId6"/>
    <p:sldLayoutId id="2147483699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78DA0-819E-AB54-1E7C-6E0A421AA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1122363"/>
            <a:ext cx="7452360" cy="2975184"/>
          </a:xfrm>
        </p:spPr>
        <p:txBody>
          <a:bodyPr>
            <a:normAutofit/>
          </a:bodyPr>
          <a:lstStyle/>
          <a:p>
            <a:r>
              <a:rPr lang="en-US" noProof="0" dirty="0"/>
              <a:t>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EFD950-FE96-2C25-4CDC-D891EFCFA3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81398" y="4261450"/>
            <a:ext cx="7452360" cy="638354"/>
          </a:xfrm>
        </p:spPr>
        <p:txBody>
          <a:bodyPr/>
          <a:lstStyle/>
          <a:p>
            <a:r>
              <a:rPr lang="en-US" noProof="0" dirty="0"/>
              <a:t>Olivier Bergeron</a:t>
            </a:r>
          </a:p>
        </p:txBody>
      </p:sp>
    </p:spTree>
    <p:extLst>
      <p:ext uri="{BB962C8B-B14F-4D97-AF65-F5344CB8AC3E}">
        <p14:creationId xmlns:p14="http://schemas.microsoft.com/office/powerpoint/2010/main" val="447853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B5981-2E2C-358C-4945-5B916A216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review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93EAF54-3267-0E68-FA8A-032B03D3B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“Emerging roles of hydrogels, </a:t>
            </a:r>
            <a:r>
              <a:rPr lang="en-US" dirty="0" err="1"/>
              <a:t>organogels</a:t>
            </a:r>
            <a:r>
              <a:rPr lang="en-US" dirty="0"/>
              <a:t>, and their hybrids in soft bioelectronics and </a:t>
            </a:r>
            <a:r>
              <a:rPr lang="en-US" dirty="0" err="1"/>
              <a:t>bioplatforms</a:t>
            </a:r>
            <a:r>
              <a:rPr lang="en-US" dirty="0"/>
              <a:t>”</a:t>
            </a:r>
          </a:p>
          <a:p>
            <a:endParaRPr lang="en-US" dirty="0"/>
          </a:p>
          <a:p>
            <a:r>
              <a:rPr lang="en-US" dirty="0"/>
              <a:t>Did not take the time for a full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F2EF88-0DFE-55E3-B11B-5D6236ADB6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DE7A7E6-4794-48E8-A5E1-2E8F8499B315}" type="slidenum">
              <a:rPr lang="en-CA" smtClean="0"/>
              <a:pPr/>
              <a:t>2</a:t>
            </a:fld>
            <a:endParaRPr lang="en-CA" dirty="0">
              <a:solidFill>
                <a:schemeClr val="bg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706F6CA-B0EF-3A95-CB91-727B20868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3589" y="1825625"/>
            <a:ext cx="415402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11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5EB9167B-F449-D5EC-FAFC-F8941F499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Electrode sample - COPL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F75DF445-192D-E77D-86C4-CE9BA8F13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communication with someone at COPL</a:t>
            </a:r>
          </a:p>
          <a:p>
            <a:r>
              <a:rPr lang="en-US" dirty="0"/>
              <a:t>Still in communication to understand more about their experience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650C3-F6D5-C374-F8F0-B3A3A31580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DE7A7E6-4794-48E8-A5E1-2E8F8499B315}" type="slidenum">
              <a:rPr lang="en-CA" smtClean="0"/>
              <a:pPr/>
              <a:t>3</a:t>
            </a:fld>
            <a:endParaRPr lang="en-CA" dirty="0">
              <a:solidFill>
                <a:schemeClr val="bg1"/>
              </a:solidFill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C9E5C78-B9F2-5503-9CBF-EB528746C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209" y="1825625"/>
            <a:ext cx="3572782" cy="4501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278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228E0-2239-D858-89A0-EC7679A95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Microneedle sample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E2F18-4990-EB22-4A27-955EABB9B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Started the schematics</a:t>
            </a:r>
          </a:p>
          <a:p>
            <a:r>
              <a:rPr lang="en-US" dirty="0"/>
              <a:t>In communication with Kazim (Calgary)</a:t>
            </a:r>
          </a:p>
          <a:p>
            <a:r>
              <a:rPr lang="en-US" dirty="0"/>
              <a:t>Will probably need help with some stuff later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9623AD-DF85-FFC6-0E28-9101B44C25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DE7A7E6-4794-48E8-A5E1-2E8F8499B315}" type="slidenum">
              <a:rPr lang="en-CA" smtClean="0"/>
              <a:pPr/>
              <a:t>4</a:t>
            </a:fld>
            <a:endParaRPr lang="en-CA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DEC8AD-87B4-2BAB-9DFA-DEDC73FBA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5051" y="1898423"/>
            <a:ext cx="1877861" cy="4205742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D16FDC42-E009-6F22-C31A-10EB3AA4A185}"/>
              </a:ext>
            </a:extLst>
          </p:cNvPr>
          <p:cNvGrpSpPr/>
          <p:nvPr/>
        </p:nvGrpSpPr>
        <p:grpSpPr>
          <a:xfrm>
            <a:off x="9094300" y="3104942"/>
            <a:ext cx="2136913" cy="2136913"/>
            <a:chOff x="4263887" y="1938130"/>
            <a:chExt cx="3180522" cy="3180522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2DEF28B-9B90-B54F-FC1B-63F4EA78D654}"/>
                </a:ext>
              </a:extLst>
            </p:cNvPr>
            <p:cNvSpPr/>
            <p:nvPr/>
          </p:nvSpPr>
          <p:spPr>
            <a:xfrm>
              <a:off x="4263887" y="1938130"/>
              <a:ext cx="3180522" cy="3180522"/>
            </a:xfrm>
            <a:prstGeom prst="ellipse">
              <a:avLst/>
            </a:prstGeom>
            <a:noFill/>
            <a:ln>
              <a:prstDash val="lg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080A1AB-8002-C845-4CED-F90E614A2CAD}"/>
                </a:ext>
              </a:extLst>
            </p:cNvPr>
            <p:cNvSpPr/>
            <p:nvPr/>
          </p:nvSpPr>
          <p:spPr>
            <a:xfrm>
              <a:off x="5674309" y="3248282"/>
              <a:ext cx="361435" cy="36143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CC899B7-8056-7738-7722-0A69E6F76BE8}"/>
                </a:ext>
              </a:extLst>
            </p:cNvPr>
            <p:cNvSpPr/>
            <p:nvPr/>
          </p:nvSpPr>
          <p:spPr>
            <a:xfrm>
              <a:off x="7082974" y="3248282"/>
              <a:ext cx="361435" cy="36143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F80D9E4-AFFE-9E2E-A25B-CF213B110487}"/>
                </a:ext>
              </a:extLst>
            </p:cNvPr>
            <p:cNvSpPr/>
            <p:nvPr/>
          </p:nvSpPr>
          <p:spPr>
            <a:xfrm>
              <a:off x="6378641" y="3248282"/>
              <a:ext cx="361435" cy="36143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FB9C919-1122-B38E-5D7A-06056C7D22AE}"/>
                </a:ext>
              </a:extLst>
            </p:cNvPr>
            <p:cNvSpPr/>
            <p:nvPr/>
          </p:nvSpPr>
          <p:spPr>
            <a:xfrm>
              <a:off x="4263887" y="3248282"/>
              <a:ext cx="361435" cy="36143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3A839D9-8AD0-80C3-A133-313D0C0E9A36}"/>
                </a:ext>
              </a:extLst>
            </p:cNvPr>
            <p:cNvSpPr/>
            <p:nvPr/>
          </p:nvSpPr>
          <p:spPr>
            <a:xfrm>
              <a:off x="4969976" y="3248282"/>
              <a:ext cx="361435" cy="36143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940B5E2-4A69-DC24-B694-1E6A328E7E0D}"/>
                </a:ext>
              </a:extLst>
            </p:cNvPr>
            <p:cNvSpPr/>
            <p:nvPr/>
          </p:nvSpPr>
          <p:spPr>
            <a:xfrm>
              <a:off x="5673430" y="1938130"/>
              <a:ext cx="361435" cy="36143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07DEA83-747C-3A33-2217-0F9BAA20DCBB}"/>
                </a:ext>
              </a:extLst>
            </p:cNvPr>
            <p:cNvSpPr/>
            <p:nvPr/>
          </p:nvSpPr>
          <p:spPr>
            <a:xfrm>
              <a:off x="5673430" y="2593206"/>
              <a:ext cx="361435" cy="36143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B320F55-E599-E3CD-A98B-3CEE0009A179}"/>
                </a:ext>
              </a:extLst>
            </p:cNvPr>
            <p:cNvSpPr/>
            <p:nvPr/>
          </p:nvSpPr>
          <p:spPr>
            <a:xfrm>
              <a:off x="5673429" y="4757217"/>
              <a:ext cx="361435" cy="36143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BBA999B-A3F6-B987-24C2-F7368F2C2AD1}"/>
                </a:ext>
              </a:extLst>
            </p:cNvPr>
            <p:cNvSpPr/>
            <p:nvPr/>
          </p:nvSpPr>
          <p:spPr>
            <a:xfrm>
              <a:off x="5673428" y="4002749"/>
              <a:ext cx="361435" cy="36143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9D8DB4E-7FB1-0B9D-2EEB-B40734E45335}"/>
                </a:ext>
              </a:extLst>
            </p:cNvPr>
            <p:cNvSpPr/>
            <p:nvPr/>
          </p:nvSpPr>
          <p:spPr>
            <a:xfrm>
              <a:off x="6378200" y="4002748"/>
              <a:ext cx="361435" cy="36143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AA21125-0A6A-206C-DD4B-1777E005ECCC}"/>
                </a:ext>
              </a:extLst>
            </p:cNvPr>
            <p:cNvSpPr/>
            <p:nvPr/>
          </p:nvSpPr>
          <p:spPr>
            <a:xfrm>
              <a:off x="4969975" y="4002748"/>
              <a:ext cx="361435" cy="36143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96F719A-1F70-12F8-0CB6-3CE6EAA87412}"/>
                </a:ext>
              </a:extLst>
            </p:cNvPr>
            <p:cNvSpPr/>
            <p:nvPr/>
          </p:nvSpPr>
          <p:spPr>
            <a:xfrm>
              <a:off x="6378200" y="2593206"/>
              <a:ext cx="361435" cy="36143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16765269-4A82-50B4-0110-1BF182B758AB}"/>
                </a:ext>
              </a:extLst>
            </p:cNvPr>
            <p:cNvSpPr/>
            <p:nvPr/>
          </p:nvSpPr>
          <p:spPr>
            <a:xfrm>
              <a:off x="4969975" y="2593206"/>
              <a:ext cx="361435" cy="36143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48646BF-0E3E-64C4-DFD1-D52B52B987BE}"/>
              </a:ext>
            </a:extLst>
          </p:cNvPr>
          <p:cNvCxnSpPr/>
          <p:nvPr/>
        </p:nvCxnSpPr>
        <p:spPr>
          <a:xfrm>
            <a:off x="9094304" y="2932043"/>
            <a:ext cx="213691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E6303AC-7152-4AC8-CA23-A16813B9293D}"/>
              </a:ext>
            </a:extLst>
          </p:cNvPr>
          <p:cNvSpPr txBox="1"/>
          <p:nvPr/>
        </p:nvSpPr>
        <p:spPr>
          <a:xfrm>
            <a:off x="9284537" y="2561929"/>
            <a:ext cx="1877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2.5 mm</a:t>
            </a:r>
          </a:p>
        </p:txBody>
      </p:sp>
    </p:spTree>
    <p:extLst>
      <p:ext uri="{BB962C8B-B14F-4D97-AF65-F5344CB8AC3E}">
        <p14:creationId xmlns:p14="http://schemas.microsoft.com/office/powerpoint/2010/main" val="3168535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2FFE5F7-BCF3-193A-02E5-4F8C451EA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Breakout board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25F5567-6A6C-57F8-40B9-67A3963D8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Component placement &amp; routing in progress</a:t>
            </a:r>
          </a:p>
          <a:p>
            <a:endParaRPr lang="en-US" dirty="0"/>
          </a:p>
          <a:p>
            <a:r>
              <a:rPr lang="en-US" dirty="0"/>
              <a:t>Goal: Have it done during the next 2 weeks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BA06D5-FC76-B793-1EB5-6F8DA98598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DE7A7E6-4794-48E8-A5E1-2E8F8499B315}" type="slidenum">
              <a:rPr lang="en-CA" smtClean="0"/>
              <a:pPr/>
              <a:t>5</a:t>
            </a:fld>
            <a:endParaRPr lang="en-CA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8BFF114-23B6-4B37-93C4-E5A20DF5C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994" y="2177463"/>
            <a:ext cx="5708612" cy="3647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140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A3119B9-90E0-B45F-0F32-4FF6AD1B2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Do list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379FEFF-1B20-1803-C2AF-3B47E42C1B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Finish breakout board</a:t>
            </a:r>
          </a:p>
          <a:p>
            <a:r>
              <a:rPr lang="en-US" dirty="0"/>
              <a:t>Keep working on the microneedle sample</a:t>
            </a:r>
          </a:p>
          <a:p>
            <a:r>
              <a:rPr lang="en-US" dirty="0"/>
              <a:t>Communicate with COPL for more details</a:t>
            </a:r>
          </a:p>
          <a:p>
            <a:r>
              <a:rPr lang="en-US" dirty="0"/>
              <a:t>Read on some articles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F34983-29CB-3970-CE69-F7FD74EA86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DE7A7E6-4794-48E8-A5E1-2E8F8499B315}" type="slidenum">
              <a:rPr lang="en-CA" smtClean="0"/>
              <a:pPr/>
              <a:t>6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8584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Words>117</Words>
  <Application>Microsoft Office PowerPoint</Application>
  <PresentationFormat>Widescreen</PresentationFormat>
  <Paragraphs>28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Update</vt:lpstr>
      <vt:lpstr>Literature review</vt:lpstr>
      <vt:lpstr>Electrode sample - COPL</vt:lpstr>
      <vt:lpstr>Microneedle sample</vt:lpstr>
      <vt:lpstr>Breakout board</vt:lpstr>
      <vt:lpstr>To Do list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Olivier Bergeron</dc:creator>
  <cp:lastModifiedBy>Olivier Bergeron</cp:lastModifiedBy>
  <cp:revision>7</cp:revision>
  <dcterms:created xsi:type="dcterms:W3CDTF">2026-04-09T21:18:57Z</dcterms:created>
  <dcterms:modified xsi:type="dcterms:W3CDTF">2026-05-15T12:48:39Z</dcterms:modified>
</cp:coreProperties>
</file>