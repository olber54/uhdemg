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1"/>
  </p:notesMasterIdLst>
  <p:sldIdLst>
    <p:sldId id="302" r:id="rId4"/>
    <p:sldId id="383" r:id="rId5"/>
    <p:sldId id="384" r:id="rId6"/>
    <p:sldId id="386" r:id="rId7"/>
    <p:sldId id="387" r:id="rId8"/>
    <p:sldId id="388" r:id="rId9"/>
    <p:sldId id="3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5A0DE1-80BE-4515-ABF6-796A1ED62078}" v="9" dt="2026-04-02T15:06:34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undo custSel addSld delSld modSld sldOrd">
      <pc:chgData name="Olivier Bergeron" userId="25eb1b54-485f-4e43-901d-d18d08f0214c" providerId="ADAL" clId="{29DD34B8-463E-481B-8BB8-7C2F32D58337}" dt="2026-04-02T15:08:41.468" v="822" actId="20577"/>
      <pc:docMkLst>
        <pc:docMk/>
      </pc:docMkLst>
      <pc:sldChg chg="modSp mod">
        <pc:chgData name="Olivier Bergeron" userId="25eb1b54-485f-4e43-901d-d18d08f0214c" providerId="ADAL" clId="{29DD34B8-463E-481B-8BB8-7C2F32D58337}" dt="2026-04-02T14:30:58.302" v="9" actId="20577"/>
        <pc:sldMkLst>
          <pc:docMk/>
          <pc:sldMk cId="0" sldId="302"/>
        </pc:sldMkLst>
        <pc:spChg chg="mod">
          <ac:chgData name="Olivier Bergeron" userId="25eb1b54-485f-4e43-901d-d18d08f0214c" providerId="ADAL" clId="{29DD34B8-463E-481B-8BB8-7C2F32D58337}" dt="2026-04-02T14:30:58.302" v="9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delSp modSp mod ord">
        <pc:chgData name="Olivier Bergeron" userId="25eb1b54-485f-4e43-901d-d18d08f0214c" providerId="ADAL" clId="{29DD34B8-463E-481B-8BB8-7C2F32D58337}" dt="2026-04-02T14:34:48.105" v="61" actId="1076"/>
        <pc:sldMkLst>
          <pc:docMk/>
          <pc:sldMk cId="1414278494" sldId="383"/>
        </pc:sldMkLst>
        <pc:spChg chg="mod">
          <ac:chgData name="Olivier Bergeron" userId="25eb1b54-485f-4e43-901d-d18d08f0214c" providerId="ADAL" clId="{29DD34B8-463E-481B-8BB8-7C2F32D58337}" dt="2026-04-02T14:31:35.595" v="20" actId="20577"/>
          <ac:spMkLst>
            <pc:docMk/>
            <pc:sldMk cId="1414278494" sldId="383"/>
            <ac:spMk id="2" creationId="{18048F7F-64D3-735E-583A-101D87082AD9}"/>
          </ac:spMkLst>
        </pc:spChg>
        <pc:spChg chg="add del mod">
          <ac:chgData name="Olivier Bergeron" userId="25eb1b54-485f-4e43-901d-d18d08f0214c" providerId="ADAL" clId="{29DD34B8-463E-481B-8BB8-7C2F32D58337}" dt="2026-04-02T14:33:40.376" v="52" actId="478"/>
          <ac:spMkLst>
            <pc:docMk/>
            <pc:sldMk cId="1414278494" sldId="383"/>
            <ac:spMk id="3" creationId="{BD037286-E129-6F50-7D39-9643009A53E7}"/>
          </ac:spMkLst>
        </pc:spChg>
        <pc:picChg chg="add del mod ord">
          <ac:chgData name="Olivier Bergeron" userId="25eb1b54-485f-4e43-901d-d18d08f0214c" providerId="ADAL" clId="{29DD34B8-463E-481B-8BB8-7C2F32D58337}" dt="2026-04-02T14:32:00.355" v="39" actId="22"/>
          <ac:picMkLst>
            <pc:docMk/>
            <pc:sldMk cId="1414278494" sldId="383"/>
            <ac:picMk id="5" creationId="{67950AA8-CA4D-064E-7088-4364D55BF0B6}"/>
          </ac:picMkLst>
        </pc:picChg>
        <pc:picChg chg="add del mod">
          <ac:chgData name="Olivier Bergeron" userId="25eb1b54-485f-4e43-901d-d18d08f0214c" providerId="ADAL" clId="{29DD34B8-463E-481B-8BB8-7C2F32D58337}" dt="2026-04-02T14:33:13.976" v="46" actId="22"/>
          <ac:picMkLst>
            <pc:docMk/>
            <pc:sldMk cId="1414278494" sldId="383"/>
            <ac:picMk id="7" creationId="{892E0C00-FC25-A5EF-372B-C4BC47A6F6A6}"/>
          </ac:picMkLst>
        </pc:picChg>
        <pc:picChg chg="add mod">
          <ac:chgData name="Olivier Bergeron" userId="25eb1b54-485f-4e43-901d-d18d08f0214c" providerId="ADAL" clId="{29DD34B8-463E-481B-8BB8-7C2F32D58337}" dt="2026-04-02T14:34:48.105" v="61" actId="1076"/>
          <ac:picMkLst>
            <pc:docMk/>
            <pc:sldMk cId="1414278494" sldId="383"/>
            <ac:picMk id="9" creationId="{156D94D4-3325-B65D-7EC1-19B969968D54}"/>
          </ac:picMkLst>
        </pc:picChg>
        <pc:picChg chg="add mod">
          <ac:chgData name="Olivier Bergeron" userId="25eb1b54-485f-4e43-901d-d18d08f0214c" providerId="ADAL" clId="{29DD34B8-463E-481B-8BB8-7C2F32D58337}" dt="2026-04-02T14:34:39.954" v="57" actId="1076"/>
          <ac:picMkLst>
            <pc:docMk/>
            <pc:sldMk cId="1414278494" sldId="383"/>
            <ac:picMk id="11" creationId="{A1C40968-E9C2-3376-B46C-F6BD02556AFD}"/>
          </ac:picMkLst>
        </pc:picChg>
      </pc:sldChg>
      <pc:sldChg chg="addSp delSp modSp add mod">
        <pc:chgData name="Olivier Bergeron" userId="25eb1b54-485f-4e43-901d-d18d08f0214c" providerId="ADAL" clId="{29DD34B8-463E-481B-8BB8-7C2F32D58337}" dt="2026-04-02T15:02:49.881" v="481" actId="14100"/>
        <pc:sldMkLst>
          <pc:docMk/>
          <pc:sldMk cId="2015772862" sldId="384"/>
        </pc:sldMkLst>
        <pc:spChg chg="del">
          <ac:chgData name="Olivier Bergeron" userId="25eb1b54-485f-4e43-901d-d18d08f0214c" providerId="ADAL" clId="{29DD34B8-463E-481B-8BB8-7C2F32D58337}" dt="2026-04-02T14:32:04.919" v="41" actId="478"/>
          <ac:spMkLst>
            <pc:docMk/>
            <pc:sldMk cId="2015772862" sldId="384"/>
            <ac:spMk id="3" creationId="{75F4F0BB-1D77-71D3-D82A-A1F635DF6C6E}"/>
          </ac:spMkLst>
        </pc:spChg>
        <pc:picChg chg="add mod">
          <ac:chgData name="Olivier Bergeron" userId="25eb1b54-485f-4e43-901d-d18d08f0214c" providerId="ADAL" clId="{29DD34B8-463E-481B-8BB8-7C2F32D58337}" dt="2026-04-02T15:02:49.881" v="481" actId="14100"/>
          <ac:picMkLst>
            <pc:docMk/>
            <pc:sldMk cId="2015772862" sldId="384"/>
            <ac:picMk id="5" creationId="{9A0ACCAF-C053-363A-68B8-B400D80B428C}"/>
          </ac:picMkLst>
        </pc:picChg>
      </pc:sldChg>
      <pc:sldChg chg="add del">
        <pc:chgData name="Olivier Bergeron" userId="25eb1b54-485f-4e43-901d-d18d08f0214c" providerId="ADAL" clId="{29DD34B8-463E-481B-8BB8-7C2F32D58337}" dt="2026-04-02T14:37:24.584" v="98" actId="47"/>
        <pc:sldMkLst>
          <pc:docMk/>
          <pc:sldMk cId="874139709" sldId="385"/>
        </pc:sldMkLst>
      </pc:sldChg>
      <pc:sldChg chg="addSp delSp modSp add mod">
        <pc:chgData name="Olivier Bergeron" userId="25eb1b54-485f-4e43-901d-d18d08f0214c" providerId="ADAL" clId="{29DD34B8-463E-481B-8BB8-7C2F32D58337}" dt="2026-04-02T15:06:21.084" v="578" actId="20577"/>
        <pc:sldMkLst>
          <pc:docMk/>
          <pc:sldMk cId="2141691850" sldId="386"/>
        </pc:sldMkLst>
        <pc:spChg chg="mod">
          <ac:chgData name="Olivier Bergeron" userId="25eb1b54-485f-4e43-901d-d18d08f0214c" providerId="ADAL" clId="{29DD34B8-463E-481B-8BB8-7C2F32D58337}" dt="2026-04-02T14:36:30.604" v="67"/>
          <ac:spMkLst>
            <pc:docMk/>
            <pc:sldMk cId="2141691850" sldId="386"/>
            <ac:spMk id="2" creationId="{18048F7F-64D3-735E-583A-101D87082AD9}"/>
          </ac:spMkLst>
        </pc:spChg>
        <pc:spChg chg="del mod">
          <ac:chgData name="Olivier Bergeron" userId="25eb1b54-485f-4e43-901d-d18d08f0214c" providerId="ADAL" clId="{29DD34B8-463E-481B-8BB8-7C2F32D58337}" dt="2026-04-02T14:38:25.821" v="99" actId="478"/>
          <ac:spMkLst>
            <pc:docMk/>
            <pc:sldMk cId="2141691850" sldId="386"/>
            <ac:spMk id="3" creationId="{BD037286-E129-6F50-7D39-9643009A53E7}"/>
          </ac:spMkLst>
        </pc:spChg>
        <pc:spChg chg="add del mod">
          <ac:chgData name="Olivier Bergeron" userId="25eb1b54-485f-4e43-901d-d18d08f0214c" providerId="ADAL" clId="{29DD34B8-463E-481B-8BB8-7C2F32D58337}" dt="2026-04-02T15:06:21.084" v="578" actId="20577"/>
          <ac:spMkLst>
            <pc:docMk/>
            <pc:sldMk cId="2141691850" sldId="386"/>
            <ac:spMk id="5" creationId="{4A8152C5-0D7F-3C16-E28B-34A4C4CAE0B3}"/>
          </ac:spMkLst>
        </pc:spChg>
        <pc:spChg chg="add del">
          <ac:chgData name="Olivier Bergeron" userId="25eb1b54-485f-4e43-901d-d18d08f0214c" providerId="ADAL" clId="{29DD34B8-463E-481B-8BB8-7C2F32D58337}" dt="2026-04-02T14:50:43.323" v="124" actId="11529"/>
          <ac:spMkLst>
            <pc:docMk/>
            <pc:sldMk cId="2141691850" sldId="386"/>
            <ac:spMk id="6" creationId="{6480641D-33B5-5B26-C261-3AFF727E5BD8}"/>
          </ac:spMkLst>
        </pc:spChg>
        <pc:spChg chg="add del mod">
          <ac:chgData name="Olivier Bergeron" userId="25eb1b54-485f-4e43-901d-d18d08f0214c" providerId="ADAL" clId="{29DD34B8-463E-481B-8BB8-7C2F32D58337}" dt="2026-04-02T14:50:42.758" v="122" actId="11529"/>
          <ac:spMkLst>
            <pc:docMk/>
            <pc:sldMk cId="2141691850" sldId="386"/>
            <ac:spMk id="7" creationId="{39BB08F8-ED82-9365-AA44-15946312B16F}"/>
          </ac:spMkLst>
        </pc:spChg>
        <pc:spChg chg="add mod">
          <ac:chgData name="Olivier Bergeron" userId="25eb1b54-485f-4e43-901d-d18d08f0214c" providerId="ADAL" clId="{29DD34B8-463E-481B-8BB8-7C2F32D58337}" dt="2026-04-02T14:50:40.697" v="114" actId="20577"/>
          <ac:spMkLst>
            <pc:docMk/>
            <pc:sldMk cId="2141691850" sldId="386"/>
            <ac:spMk id="8" creationId="{7779F4B1-1BA1-C621-7183-4EEB1B1049A9}"/>
          </ac:spMkLst>
        </pc:spChg>
        <pc:spChg chg="add del mod">
          <ac:chgData name="Olivier Bergeron" userId="25eb1b54-485f-4e43-901d-d18d08f0214c" providerId="ADAL" clId="{29DD34B8-463E-481B-8BB8-7C2F32D58337}" dt="2026-04-02T14:50:41.625" v="117" actId="1076"/>
          <ac:spMkLst>
            <pc:docMk/>
            <pc:sldMk cId="2141691850" sldId="386"/>
            <ac:spMk id="14" creationId="{68E7DB96-EC1D-D556-918F-E271A92449EE}"/>
          </ac:spMkLst>
        </pc:spChg>
      </pc:sldChg>
      <pc:sldChg chg="addSp modSp add mod">
        <pc:chgData name="Olivier Bergeron" userId="25eb1b54-485f-4e43-901d-d18d08f0214c" providerId="ADAL" clId="{29DD34B8-463E-481B-8BB8-7C2F32D58337}" dt="2026-04-02T15:01:22.649" v="478" actId="1076"/>
        <pc:sldMkLst>
          <pc:docMk/>
          <pc:sldMk cId="1124950752" sldId="387"/>
        </pc:sldMkLst>
        <pc:spChg chg="mod">
          <ac:chgData name="Olivier Bergeron" userId="25eb1b54-485f-4e43-901d-d18d08f0214c" providerId="ADAL" clId="{29DD34B8-463E-481B-8BB8-7C2F32D58337}" dt="2026-04-02T14:57:36.271" v="288" actId="20577"/>
          <ac:spMkLst>
            <pc:docMk/>
            <pc:sldMk cId="1124950752" sldId="387"/>
            <ac:spMk id="2" creationId="{C3EE52CE-026D-EDA4-C77C-56CC607D4F9F}"/>
          </ac:spMkLst>
        </pc:spChg>
        <pc:spChg chg="mod">
          <ac:chgData name="Olivier Bergeron" userId="25eb1b54-485f-4e43-901d-d18d08f0214c" providerId="ADAL" clId="{29DD34B8-463E-481B-8BB8-7C2F32D58337}" dt="2026-04-02T14:59:45.284" v="472" actId="20577"/>
          <ac:spMkLst>
            <pc:docMk/>
            <pc:sldMk cId="1124950752" sldId="387"/>
            <ac:spMk id="5" creationId="{0149A902-103F-7A5A-4FE5-BE4A6E77BD1B}"/>
          </ac:spMkLst>
        </pc:spChg>
        <pc:picChg chg="add mod">
          <ac:chgData name="Olivier Bergeron" userId="25eb1b54-485f-4e43-901d-d18d08f0214c" providerId="ADAL" clId="{29DD34B8-463E-481B-8BB8-7C2F32D58337}" dt="2026-04-02T15:00:05.186" v="476" actId="1076"/>
          <ac:picMkLst>
            <pc:docMk/>
            <pc:sldMk cId="1124950752" sldId="387"/>
            <ac:picMk id="4" creationId="{7CE0AEB5-F381-72DE-63E4-3E49150D4A09}"/>
          </ac:picMkLst>
        </pc:picChg>
        <pc:picChg chg="add mod">
          <ac:chgData name="Olivier Bergeron" userId="25eb1b54-485f-4e43-901d-d18d08f0214c" providerId="ADAL" clId="{29DD34B8-463E-481B-8BB8-7C2F32D58337}" dt="2026-04-02T15:01:22.649" v="478" actId="1076"/>
          <ac:picMkLst>
            <pc:docMk/>
            <pc:sldMk cId="1124950752" sldId="387"/>
            <ac:picMk id="7" creationId="{5AE79250-6C2A-9880-1665-91B06386F5ED}"/>
          </ac:picMkLst>
        </pc:picChg>
      </pc:sldChg>
      <pc:sldChg chg="delSp modSp add mod">
        <pc:chgData name="Olivier Bergeron" userId="25eb1b54-485f-4e43-901d-d18d08f0214c" providerId="ADAL" clId="{29DD34B8-463E-481B-8BB8-7C2F32D58337}" dt="2026-04-02T15:06:14.848" v="577" actId="20577"/>
        <pc:sldMkLst>
          <pc:docMk/>
          <pc:sldMk cId="68561411" sldId="388"/>
        </pc:sldMkLst>
        <pc:spChg chg="mod">
          <ac:chgData name="Olivier Bergeron" userId="25eb1b54-485f-4e43-901d-d18d08f0214c" providerId="ADAL" clId="{29DD34B8-463E-481B-8BB8-7C2F32D58337}" dt="2026-04-02T15:04:29.746" v="509" actId="20577"/>
          <ac:spMkLst>
            <pc:docMk/>
            <pc:sldMk cId="68561411" sldId="388"/>
            <ac:spMk id="2" creationId="{FD679E3D-6939-D0B8-CC77-929F51FA55B7}"/>
          </ac:spMkLst>
        </pc:spChg>
        <pc:spChg chg="mod">
          <ac:chgData name="Olivier Bergeron" userId="25eb1b54-485f-4e43-901d-d18d08f0214c" providerId="ADAL" clId="{29DD34B8-463E-481B-8BB8-7C2F32D58337}" dt="2026-04-02T15:06:14.848" v="577" actId="20577"/>
          <ac:spMkLst>
            <pc:docMk/>
            <pc:sldMk cId="68561411" sldId="388"/>
            <ac:spMk id="5" creationId="{AFD54A87-852B-9038-65A2-B07C243F0986}"/>
          </ac:spMkLst>
        </pc:spChg>
        <pc:picChg chg="del">
          <ac:chgData name="Olivier Bergeron" userId="25eb1b54-485f-4e43-901d-d18d08f0214c" providerId="ADAL" clId="{29DD34B8-463E-481B-8BB8-7C2F32D58337}" dt="2026-04-02T15:04:20.594" v="483" actId="478"/>
          <ac:picMkLst>
            <pc:docMk/>
            <pc:sldMk cId="68561411" sldId="388"/>
            <ac:picMk id="4" creationId="{3BFBC29A-F5C2-39A7-26A3-10A1F9DE8795}"/>
          </ac:picMkLst>
        </pc:picChg>
        <pc:picChg chg="del">
          <ac:chgData name="Olivier Bergeron" userId="25eb1b54-485f-4e43-901d-d18d08f0214c" providerId="ADAL" clId="{29DD34B8-463E-481B-8BB8-7C2F32D58337}" dt="2026-04-02T15:04:21.235" v="484" actId="478"/>
          <ac:picMkLst>
            <pc:docMk/>
            <pc:sldMk cId="68561411" sldId="388"/>
            <ac:picMk id="7" creationId="{06931CAF-9C69-3E12-7EC3-00F39D657602}"/>
          </ac:picMkLst>
        </pc:picChg>
      </pc:sldChg>
      <pc:sldChg chg="modSp add mod">
        <pc:chgData name="Olivier Bergeron" userId="25eb1b54-485f-4e43-901d-d18d08f0214c" providerId="ADAL" clId="{29DD34B8-463E-481B-8BB8-7C2F32D58337}" dt="2026-04-02T15:08:41.468" v="822" actId="20577"/>
        <pc:sldMkLst>
          <pc:docMk/>
          <pc:sldMk cId="3357819967" sldId="389"/>
        </pc:sldMkLst>
        <pc:spChg chg="mod">
          <ac:chgData name="Olivier Bergeron" userId="25eb1b54-485f-4e43-901d-d18d08f0214c" providerId="ADAL" clId="{29DD34B8-463E-481B-8BB8-7C2F32D58337}" dt="2026-04-02T15:06:40.283" v="591" actId="20577"/>
          <ac:spMkLst>
            <pc:docMk/>
            <pc:sldMk cId="3357819967" sldId="389"/>
            <ac:spMk id="2" creationId="{1AA49AE3-4E32-65F7-F8AF-FB9E9612E23E}"/>
          </ac:spMkLst>
        </pc:spChg>
        <pc:spChg chg="mod">
          <ac:chgData name="Olivier Bergeron" userId="25eb1b54-485f-4e43-901d-d18d08f0214c" providerId="ADAL" clId="{29DD34B8-463E-481B-8BB8-7C2F32D58337}" dt="2026-04-02T15:08:41.468" v="822" actId="20577"/>
          <ac:spMkLst>
            <pc:docMk/>
            <pc:sldMk cId="3357819967" sldId="389"/>
            <ac:spMk id="5" creationId="{5A4EA29B-23B9-EE20-0027-55056D87CB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8E9CF70-122A-62BE-1161-7B529659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649BC60-15B3-07B0-E3CF-10D9F33E5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84058C0-57DA-C0D9-8987-9C6AE491A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2655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22560BC-AE65-558A-0383-C4AAA32D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EFE3730F-E095-75E7-3686-9A1CFD932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B61C64B-67EA-D7F9-33E4-9E0B3BCB5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9294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152296-3D79-7EF4-26F6-87675481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B20A3E3-35DD-EBA7-814A-59149C69B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961EF77-C6CE-1691-9E17-D6BD566FB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9846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0F555FE-7417-1D35-D532-611596AF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B584F7CB-618E-6343-5464-90E89C311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2F1B8D0-DB93-ED94-B27B-2E692EA93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229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FPGA Devkit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6D94D4-3325-B65D-7EC1-19B969968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944" y="2293144"/>
            <a:ext cx="5857753" cy="3111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C40968-E9C2-3376-B46C-F6BD02556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46" y="2293144"/>
            <a:ext cx="4749140" cy="311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F27FB01-1F03-73E7-7F97-6F7C4238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8A7AEDE-615C-40FD-BDC2-48173F2169E6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2973BCB-0A48-781E-4FA5-FFD3D444BEA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3F99150-17F1-2BD0-7593-A62F541FC7D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76FB058-028C-A48A-270B-F2E28109851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AA9B5E5-9C15-C873-BC97-A49661889718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9974965C-1BD5-CC1C-FB0E-954C0FD95C8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1FA54CD-6FBE-26EB-6053-25495BE0C835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138AA2D-0FDC-F36A-5B4F-15D1F6958E4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CA3BCC73-CAB4-4E6A-09AF-8ABA9F69064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AFD93B61-96EC-CE79-1E43-6D392C481C96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D452A87-2E13-B95A-018D-23DAE42DDB8C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68BA5FC-6AC2-C1DD-9781-48E3F95DDB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D68166D1-214F-5CCE-F7F3-2F5395F1B11D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EEC50-B274-E823-AFBE-78937571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FPGA Devkit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ACCAF-C053-363A-68B8-B400D80B4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836" y="1325879"/>
            <a:ext cx="8186546" cy="51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7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FPGA Devkit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8152C5-0D7F-3C16-E28B-34A4C4CAE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missing:</a:t>
            </a:r>
          </a:p>
          <a:p>
            <a:pPr lvl="1"/>
            <a:r>
              <a:rPr lang="en-CA" dirty="0"/>
              <a:t>Breakout board for devkit</a:t>
            </a:r>
          </a:p>
          <a:p>
            <a:pPr lvl="2"/>
            <a:r>
              <a:rPr lang="en-CA" dirty="0"/>
              <a:t>LVDS Transceiver</a:t>
            </a:r>
          </a:p>
          <a:p>
            <a:pPr lvl="2"/>
            <a:r>
              <a:rPr lang="en-CA" dirty="0"/>
              <a:t>Connectors</a:t>
            </a:r>
          </a:p>
          <a:p>
            <a:pPr lvl="2"/>
            <a:r>
              <a:rPr lang="en-CA" dirty="0"/>
              <a:t>I/O Breakout</a:t>
            </a:r>
          </a:p>
          <a:p>
            <a:pPr lvl="2"/>
            <a:endParaRPr lang="en-CA" dirty="0"/>
          </a:p>
          <a:p>
            <a:pPr lvl="1"/>
            <a:r>
              <a:rPr lang="en-CA" dirty="0"/>
              <a:t>Intan 64 channels</a:t>
            </a:r>
          </a:p>
        </p:txBody>
      </p:sp>
    </p:spTree>
    <p:extLst>
      <p:ext uri="{BB962C8B-B14F-4D97-AF65-F5344CB8AC3E}">
        <p14:creationId xmlns:p14="http://schemas.microsoft.com/office/powerpoint/2010/main" val="2141691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0F1EEEB-EFBD-EEC8-C3DA-D1E3DF35D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DD39E47-1543-C0BE-0FEB-049621798821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77FCDD1F-BB31-82F7-411F-22C6AE51912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879D88-4DD1-F5C3-620E-4FAC1EF1878A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88B5D4F-A836-DB26-1B32-2D86202D352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05150B7-6C8E-A8EF-13A8-207F851A604B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B926CC7E-E096-F420-8A48-A89F8B8348C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69C6BDE0-ED7E-6DBD-E242-DAA323D08D7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E5F8F45C-75EC-EDF9-429C-F2F07B8F61E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5DCA8B25-B047-C748-0157-9FB8221E9D80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E4BC6458-8616-21E7-CE96-90F8C922F2A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7D572BE0-584A-0489-E669-AB95CC8D47D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6969A55-41C9-EB3E-4FCC-4CDE745029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B5B6D8B5-2BB2-0365-1711-68D27E6F3AB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E52CE-026D-EDA4-C77C-56CC607D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Electrode process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49A902-103F-7A5A-4FE5-BE4A6E77B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communication with</a:t>
            </a:r>
          </a:p>
          <a:p>
            <a:pPr lvl="1"/>
            <a:r>
              <a:rPr lang="en-US" dirty="0"/>
              <a:t>COPL</a:t>
            </a:r>
          </a:p>
          <a:p>
            <a:pPr lvl="2"/>
            <a:r>
              <a:rPr lang="en-US" dirty="0"/>
              <a:t>Waiting for their answer on what they can do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University of Calgary</a:t>
            </a:r>
          </a:p>
          <a:p>
            <a:pPr lvl="2"/>
            <a:r>
              <a:rPr lang="en-US" dirty="0"/>
              <a:t>Meeting next week for microneedle approach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0AEB5-F381-72DE-63E4-3E49150D4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920" y="4243644"/>
            <a:ext cx="6255052" cy="1490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E79250-6C2A-9880-1665-91B06386F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283" y="1108351"/>
            <a:ext cx="3162741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5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C034C0C-F544-A89D-8C30-BC2E7E6F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6FD0AD86-9217-0550-F31E-19C75A272D8D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9C5AE12-407B-98E6-FC1D-DD0C66CF6E6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C64071C-A4DC-388C-9430-8051DF87291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3E4206D-B086-CBB8-89FD-8F54468BC04A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A25B070A-87DE-E4B1-EC50-27F516176072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9308A017-B3DF-3C5B-59DA-6FAD1190040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C2E165D8-E03D-B39F-F1C8-77DC97581F47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A481119-28FC-87DC-74C8-706B37C8C4B7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253CB2E4-07A5-F620-A239-C0097E1D1B5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8C8FC3D-FC61-FCAB-6346-444DE90DC82B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2BE789FA-AE8B-5749-EFE3-B53ADE0E1BFA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0202FC02-C15A-53C0-A7EB-95C3F65827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711B245B-BD0B-0485-C01A-8AB53589A50F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79E3D-6939-D0B8-CC77-929F51FA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Electrode impedance bench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D54A87-852B-9038-65A2-B07C243F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Printing in progress</a:t>
            </a:r>
          </a:p>
          <a:p>
            <a:pPr lvl="1"/>
            <a:r>
              <a:rPr lang="en-CA" dirty="0"/>
              <a:t>Design tuning will need to be done</a:t>
            </a:r>
          </a:p>
        </p:txBody>
      </p:sp>
    </p:spTree>
    <p:extLst>
      <p:ext uri="{BB962C8B-B14F-4D97-AF65-F5344CB8AC3E}">
        <p14:creationId xmlns:p14="http://schemas.microsoft.com/office/powerpoint/2010/main" val="6856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0B0299-4EBF-7004-D5D7-BDFBEA6C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8904E2C2-E7EB-1D93-A861-DD8A418AA86C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CCA1CEC-CF19-6BB2-9FA9-1DA198FAF409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B444756-4D50-728D-BE58-D9BF2600B5AF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774367C-3793-2AB1-E51C-F66ADF16654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C253CEEA-7FCC-F532-A1BC-F93B8FA0DF9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DB12AC8C-8C7C-3A9F-B9FF-6EC6377FF9E1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97AA86C-3439-57B8-BA82-3CE5FA37556E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AF1E2387-1910-1DFA-9977-E2494C6216A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DF76CC88-0807-A3A8-8814-8D97AEC07436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B03B17BB-4529-D7F1-B899-F2A4C7890817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F136A4F-67EE-CA14-895A-E1F925A1F9F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EACD5C13-CD60-546D-336A-70147F095D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0A20A246-C28D-CE72-0064-3537E2B1396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49AE3-4E32-65F7-F8AF-FB9E9612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What’s next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4EA29B-23B9-EE20-0027-55056D87C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 printing and fine tuning</a:t>
            </a:r>
          </a:p>
          <a:p>
            <a:r>
              <a:rPr lang="en-US" dirty="0"/>
              <a:t>Meeting and follow up on electrode fabrication process</a:t>
            </a:r>
          </a:p>
          <a:p>
            <a:r>
              <a:rPr lang="en-US" dirty="0"/>
              <a:t>When FPGA devkit arrives, try to run the code made by Intan</a:t>
            </a:r>
          </a:p>
          <a:p>
            <a:r>
              <a:rPr lang="en-US" dirty="0"/>
              <a:t>Design breakout board for </a:t>
            </a:r>
            <a:r>
              <a:rPr lang="en-US"/>
              <a:t>FPGA devkit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781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Updates</vt:lpstr>
      <vt:lpstr>FPGA Devkit</vt:lpstr>
      <vt:lpstr>FPGA Devkit</vt:lpstr>
      <vt:lpstr>FPGA Devkit</vt:lpstr>
      <vt:lpstr>Electrode process</vt:lpstr>
      <vt:lpstr>Electrode impedance bench</vt:lpstr>
      <vt:lpstr>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2026-04-02T15:08:44Z</dcterms:modified>
</cp:coreProperties>
</file>