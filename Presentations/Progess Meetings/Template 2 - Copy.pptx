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7"/>
  </p:notesMasterIdLst>
  <p:handoutMasterIdLst>
    <p:handoutMasterId r:id="rId8"/>
  </p:handout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2E4A"/>
    <a:srgbClr val="F1BB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86554" autoAdjust="0"/>
  </p:normalViewPr>
  <p:slideViewPr>
    <p:cSldViewPr snapToGrid="0">
      <p:cViewPr varScale="1">
        <p:scale>
          <a:sx n="96" d="100"/>
          <a:sy n="96" d="100"/>
        </p:scale>
        <p:origin x="11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2" d="100"/>
          <a:sy n="72" d="100"/>
        </p:scale>
        <p:origin x="3010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ivier Bergeron" userId="25eb1b54-485f-4e43-901d-d18d08f0214c" providerId="ADAL" clId="{29DD34B8-463E-481B-8BB8-7C2F32D58337}"/>
    <pc:docChg chg="custSel delSld modSld modMainMaster">
      <pc:chgData name="Olivier Bergeron" userId="25eb1b54-485f-4e43-901d-d18d08f0214c" providerId="ADAL" clId="{29DD34B8-463E-481B-8BB8-7C2F32D58337}" dt="2026-04-16T17:32:26.077" v="12" actId="1076"/>
      <pc:docMkLst>
        <pc:docMk/>
      </pc:docMkLst>
      <pc:sldChg chg="modSp mod">
        <pc:chgData name="Olivier Bergeron" userId="25eb1b54-485f-4e43-901d-d18d08f0214c" providerId="ADAL" clId="{29DD34B8-463E-481B-8BB8-7C2F32D58337}" dt="2026-04-16T17:29:40.031" v="3" actId="6549"/>
        <pc:sldMkLst>
          <pc:docMk/>
          <pc:sldMk cId="447853837" sldId="256"/>
        </pc:sldMkLst>
        <pc:spChg chg="mod">
          <ac:chgData name="Olivier Bergeron" userId="25eb1b54-485f-4e43-901d-d18d08f0214c" providerId="ADAL" clId="{29DD34B8-463E-481B-8BB8-7C2F32D58337}" dt="2026-04-16T17:29:35.731" v="1" actId="27636"/>
          <ac:spMkLst>
            <pc:docMk/>
            <pc:sldMk cId="447853837" sldId="256"/>
            <ac:spMk id="2" creationId="{83B78DA0-819E-AB54-1E7C-6E0A421AA59C}"/>
          </ac:spMkLst>
        </pc:spChg>
        <pc:spChg chg="mod">
          <ac:chgData name="Olivier Bergeron" userId="25eb1b54-485f-4e43-901d-d18d08f0214c" providerId="ADAL" clId="{29DD34B8-463E-481B-8BB8-7C2F32D58337}" dt="2026-04-16T17:29:40.031" v="3" actId="6549"/>
          <ac:spMkLst>
            <pc:docMk/>
            <pc:sldMk cId="447853837" sldId="256"/>
            <ac:spMk id="3" creationId="{3EEFD950-FE96-2C25-4CDC-D891EFCFA396}"/>
          </ac:spMkLst>
        </pc:spChg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3612108584" sldId="257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3213489921" sldId="259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4105355570" sldId="260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553707207" sldId="261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2289749281" sldId="262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1433037100" sldId="263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229031451" sldId="264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3552645921" sldId="265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2493832792" sldId="266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2346213594" sldId="267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3862902781" sldId="268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1094204643" sldId="269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3496985650" sldId="270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1872253553" sldId="271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927916896" sldId="274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1453098625" sldId="275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3874482623" sldId="276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3912533483" sldId="277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3155517981" sldId="279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4049063990" sldId="281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1446607069" sldId="282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2692056962" sldId="284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1521100744" sldId="286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1653292070" sldId="287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2517091445" sldId="288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2552797284" sldId="289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1842106632" sldId="290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4108068451" sldId="291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2630856798" sldId="292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129138715" sldId="293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1540839863" sldId="294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2601753530" sldId="295"/>
        </pc:sldMkLst>
      </pc:sldChg>
      <pc:sldMasterChg chg="modSldLayout">
        <pc:chgData name="Olivier Bergeron" userId="25eb1b54-485f-4e43-901d-d18d08f0214c" providerId="ADAL" clId="{29DD34B8-463E-481B-8BB8-7C2F32D58337}" dt="2026-04-16T17:32:26.077" v="12" actId="1076"/>
        <pc:sldMasterMkLst>
          <pc:docMk/>
          <pc:sldMasterMk cId="761851921" sldId="2147483695"/>
        </pc:sldMasterMkLst>
        <pc:sldLayoutChg chg="modSp mod">
          <pc:chgData name="Olivier Bergeron" userId="25eb1b54-485f-4e43-901d-d18d08f0214c" providerId="ADAL" clId="{29DD34B8-463E-481B-8BB8-7C2F32D58337}" dt="2026-04-16T17:32:26.077" v="12" actId="1076"/>
          <pc:sldLayoutMkLst>
            <pc:docMk/>
            <pc:sldMasterMk cId="761851921" sldId="2147483695"/>
            <pc:sldLayoutMk cId="340446381" sldId="2147483702"/>
          </pc:sldLayoutMkLst>
          <pc:spChg chg="mod">
            <ac:chgData name="Olivier Bergeron" userId="25eb1b54-485f-4e43-901d-d18d08f0214c" providerId="ADAL" clId="{29DD34B8-463E-481B-8BB8-7C2F32D58337}" dt="2026-04-16T17:32:26.077" v="12" actId="1076"/>
            <ac:spMkLst>
              <pc:docMk/>
              <pc:sldMasterMk cId="761851921" sldId="2147483695"/>
              <pc:sldLayoutMk cId="340446381" sldId="2147483702"/>
              <ac:spMk id="6" creationId="{7DF740FA-5F11-150D-EDEE-3508AC2C583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928BFA5-E1F9-A514-0FA3-E163CF57BE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DF8AB8-DE20-2994-D5EB-1B2F83E81E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62C08-F31F-417E-9DA2-FB0A727E2763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B96DF5-3CFF-DFE4-CDCA-7568D5EE99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F68DA0-8184-965C-17A5-6C0DD4CB40E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185C08-6D5C-49F4-9A24-317952984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9823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58027B-B5CA-43FE-83BF-6327550A03F7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D3C02A-94A9-4E52-835F-B6DB969C9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276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E065A-5675-FC91-3F31-AAD14B5B8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1122363"/>
            <a:ext cx="7086600" cy="2975184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0FD5DB-1B71-6B4E-C597-6E58C76C4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1398" y="4261450"/>
            <a:ext cx="7086601" cy="63835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228D7F17-E7CA-D342-ADB0-716D14ABF95E}"/>
              </a:ext>
            </a:extLst>
          </p:cNvPr>
          <p:cNvSpPr/>
          <p:nvPr userDrawn="1"/>
        </p:nvSpPr>
        <p:spPr>
          <a:xfrm rot="13500000">
            <a:off x="-2256760" y="1067661"/>
            <a:ext cx="4495933" cy="4495933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0" name="Google Shape;102;p1">
            <a:extLst>
              <a:ext uri="{FF2B5EF4-FFF2-40B4-BE49-F238E27FC236}">
                <a16:creationId xmlns:a16="http://schemas.microsoft.com/office/drawing/2014/main" id="{7736259A-2155-3A05-E879-8E5D8769598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01;p1">
            <a:extLst>
              <a:ext uri="{FF2B5EF4-FFF2-40B4-BE49-F238E27FC236}">
                <a16:creationId xmlns:a16="http://schemas.microsoft.com/office/drawing/2014/main" id="{14E29151-F5AC-D6F0-5348-2DDDDEE15171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7723FEE-7BEA-EA6E-D5EC-F81D7D5A1E24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2011481-34B9-F126-1BA7-0476936B3687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32635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imp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A8265-D6DC-BF6D-85FA-E42E03077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479" y="1825625"/>
            <a:ext cx="9256144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5ACFC950-D753-DFB9-9779-ECAC1683F41F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0C92444-EC3B-3CE5-6871-D8969E2A06F7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4FDB794-04A0-CC33-A618-F40C2D4A7192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C6F84729-8C7B-256A-74AA-272229A8701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01;p1">
            <a:extLst>
              <a:ext uri="{FF2B5EF4-FFF2-40B4-BE49-F238E27FC236}">
                <a16:creationId xmlns:a16="http://schemas.microsoft.com/office/drawing/2014/main" id="{C4A09761-B03F-554A-348A-463573F24C33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935A5-A0D5-F2C9-C2C5-CDF31FC052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017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2BD2FEA-4227-0367-3F81-6F16D3F2A15E}"/>
              </a:ext>
            </a:extLst>
          </p:cNvPr>
          <p:cNvSpPr>
            <a:spLocks noGrp="1"/>
          </p:cNvSpPr>
          <p:nvPr>
            <p:ph type="clipArt" sz="quarter" idx="10"/>
          </p:nvPr>
        </p:nvSpPr>
        <p:spPr>
          <a:xfrm>
            <a:off x="1397479" y="1915065"/>
            <a:ext cx="9256144" cy="3915824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DC68526F-3176-767D-0C3F-589AA2C268B6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630476C-19AD-149E-AE8D-FF5A90C650B7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B604135-A875-835C-5E0B-64FF791CAC0B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4" name="Google Shape;102;p1">
            <a:extLst>
              <a:ext uri="{FF2B5EF4-FFF2-40B4-BE49-F238E27FC236}">
                <a16:creationId xmlns:a16="http://schemas.microsoft.com/office/drawing/2014/main" id="{983F88DD-28C9-3900-4B71-A8132135C9D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01;p1">
            <a:extLst>
              <a:ext uri="{FF2B5EF4-FFF2-40B4-BE49-F238E27FC236}">
                <a16:creationId xmlns:a16="http://schemas.microsoft.com/office/drawing/2014/main" id="{6486F39D-62A5-D23A-B340-FCEF768AB5FC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0EB6439-0330-F6FA-A92A-852E017E35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477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A8265-D6DC-BF6D-85FA-E42E03077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479" y="1825625"/>
            <a:ext cx="4399472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C52A4DD-2602-4C1C-4E3E-F02623B24A5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949860" y="1825625"/>
            <a:ext cx="4703763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247D5D0E-4D44-71C0-9400-8932F2943CBC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2FC7620-FB18-019D-B041-286087248A4F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C5A3ED5-2D1D-E90E-819C-BE5119DA2180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9" name="Google Shape;102;p1">
            <a:extLst>
              <a:ext uri="{FF2B5EF4-FFF2-40B4-BE49-F238E27FC236}">
                <a16:creationId xmlns:a16="http://schemas.microsoft.com/office/drawing/2014/main" id="{AD986B78-4053-997D-B7A3-7EB96B0ACD8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01;p1">
            <a:extLst>
              <a:ext uri="{FF2B5EF4-FFF2-40B4-BE49-F238E27FC236}">
                <a16:creationId xmlns:a16="http://schemas.microsoft.com/office/drawing/2014/main" id="{F5AF544C-F08B-CEC0-A5E3-62DBFDC6226C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C62A165-EF7E-BC34-05B2-D9C5F885A5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6761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A8265-D6DC-BF6D-85FA-E42E03077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479" y="1825625"/>
            <a:ext cx="4399472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247D5D0E-4D44-71C0-9400-8932F2943CBC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2FC7620-FB18-019D-B041-286087248A4F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C5A3ED5-2D1D-E90E-819C-BE5119DA2180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9" name="Google Shape;102;p1">
            <a:extLst>
              <a:ext uri="{FF2B5EF4-FFF2-40B4-BE49-F238E27FC236}">
                <a16:creationId xmlns:a16="http://schemas.microsoft.com/office/drawing/2014/main" id="{AD986B78-4053-997D-B7A3-7EB96B0ACD8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01;p1">
            <a:extLst>
              <a:ext uri="{FF2B5EF4-FFF2-40B4-BE49-F238E27FC236}">
                <a16:creationId xmlns:a16="http://schemas.microsoft.com/office/drawing/2014/main" id="{F5AF544C-F08B-CEC0-A5E3-62DBFDC6226C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DF740FA-5F11-150D-EDEE-3508AC2C583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246510" y="1825625"/>
            <a:ext cx="4407113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18AF2DC-85AC-CDC8-148D-0790E8322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446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056CCD09-8C97-80F4-3A87-B748C2C53E43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D575C9-2B3D-0A7C-1E6A-F930BC8B3D68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40511BE-0747-29E6-ACE5-CB4A28D146D6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2" name="Google Shape;102;p1">
            <a:extLst>
              <a:ext uri="{FF2B5EF4-FFF2-40B4-BE49-F238E27FC236}">
                <a16:creationId xmlns:a16="http://schemas.microsoft.com/office/drawing/2014/main" id="{0BB4A561-3E81-67FA-0556-A0C00AFF606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01;p1">
            <a:extLst>
              <a:ext uri="{FF2B5EF4-FFF2-40B4-BE49-F238E27FC236}">
                <a16:creationId xmlns:a16="http://schemas.microsoft.com/office/drawing/2014/main" id="{67AF2E16-3B87-74F4-56AD-A3900BC733FB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BAF17C0-5FA7-2F33-8298-CA149EFA97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48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ight Triangle 5">
            <a:extLst>
              <a:ext uri="{FF2B5EF4-FFF2-40B4-BE49-F238E27FC236}">
                <a16:creationId xmlns:a16="http://schemas.microsoft.com/office/drawing/2014/main" id="{87B7ED9D-ADC4-9DE6-902B-C33C0CD5244A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90D1A08-3C4E-621B-9834-396DEFDEFA71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E1D6C17-0689-F85E-5E97-AC72F7789216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2" name="Google Shape;102;p1">
            <a:extLst>
              <a:ext uri="{FF2B5EF4-FFF2-40B4-BE49-F238E27FC236}">
                <a16:creationId xmlns:a16="http://schemas.microsoft.com/office/drawing/2014/main" id="{E9841F40-2EEF-5061-BEFF-DD39CD26149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01;p1">
            <a:extLst>
              <a:ext uri="{FF2B5EF4-FFF2-40B4-BE49-F238E27FC236}">
                <a16:creationId xmlns:a16="http://schemas.microsoft.com/office/drawing/2014/main" id="{FAD21B16-1D07-A325-1339-9E91223DDD1D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A1B4779-5B8A-6D8E-3A62-249106589D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885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17B0A9-3C94-3B32-9486-075DA69C0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2A749-D7E4-884C-A159-BC8ECE477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49EC9-0BEC-D76D-DB70-0F08AE69A3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58180-9FEA-000D-6CCA-C5E2ADD9B5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66671-0617-A66C-4498-98ED656BE4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E7A7E6-4794-48E8-A5E1-2E8F8499B3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185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701" r:id="rId3"/>
    <p:sldLayoutId id="2147483698" r:id="rId4"/>
    <p:sldLayoutId id="2147483702" r:id="rId5"/>
    <p:sldLayoutId id="2147483700" r:id="rId6"/>
    <p:sldLayoutId id="2147483699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78DA0-819E-AB54-1E7C-6E0A421AA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1122363"/>
            <a:ext cx="7452360" cy="2975184"/>
          </a:xfrm>
        </p:spPr>
        <p:txBody>
          <a:bodyPr>
            <a:normAutofit/>
          </a:bodyPr>
          <a:lstStyle/>
          <a:p>
            <a:r>
              <a:rPr lang="en-US" noProof="0" dirty="0"/>
              <a:t>Updates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EFD950-FE96-2C25-4CDC-D891EFCFA3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1398" y="4261450"/>
            <a:ext cx="7452360" cy="638354"/>
          </a:xfrm>
        </p:spPr>
        <p:txBody>
          <a:bodyPr/>
          <a:lstStyle/>
          <a:p>
            <a:r>
              <a:rPr lang="en-US" noProof="0" dirty="0"/>
              <a:t>2026-09-25</a:t>
            </a:r>
          </a:p>
        </p:txBody>
      </p:sp>
    </p:spTree>
    <p:extLst>
      <p:ext uri="{BB962C8B-B14F-4D97-AF65-F5344CB8AC3E}">
        <p14:creationId xmlns:p14="http://schemas.microsoft.com/office/powerpoint/2010/main" val="447853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BF60D-8EEA-1648-4B29-E8D1F5203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Scholarships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3A758-9914-8411-26C7-730955A45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CRSNG: Done</a:t>
            </a:r>
          </a:p>
          <a:p>
            <a:r>
              <a:rPr lang="en-US" dirty="0"/>
              <a:t>FRQNT: In progress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19F78-8BF8-D8C2-764A-9BC64487B0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2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2846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C094A-C839-90CE-8FAB-9E2E9B5F4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PCB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A13D0-82C7-B4EB-44EC-F3C58DC22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PCB review and corrections are done</a:t>
            </a:r>
          </a:p>
          <a:p>
            <a:pPr lvl="1"/>
            <a:r>
              <a:rPr lang="en-US" dirty="0"/>
              <a:t>One last review with Benoit before order</a:t>
            </a:r>
          </a:p>
          <a:p>
            <a:pPr lvl="1"/>
            <a:endParaRPr lang="en-US" dirty="0"/>
          </a:p>
          <a:p>
            <a:r>
              <a:rPr lang="en-US" dirty="0"/>
              <a:t>Thanks to Quentin, Félix and Gabriel for the review!</a:t>
            </a:r>
          </a:p>
          <a:p>
            <a:endParaRPr lang="en-US" dirty="0"/>
          </a:p>
          <a:p>
            <a:r>
              <a:rPr lang="en-US" dirty="0"/>
              <a:t>BOM preparation in progress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6D9119-5B73-063D-E8BF-DAF5635452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3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3047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63096-698C-A23F-350A-0CA73DE72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Miscellaneous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F66E6-5C9F-0E68-87D2-DF4BB3AC9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Started looking at what protocols to be implemented</a:t>
            </a:r>
          </a:p>
          <a:p>
            <a:pPr lvl="1"/>
            <a:r>
              <a:rPr lang="en-US" dirty="0"/>
              <a:t>Ex: Cleaning electrodes, installing electrode on arm, etc.</a:t>
            </a:r>
          </a:p>
          <a:p>
            <a:endParaRPr lang="en-US" dirty="0"/>
          </a:p>
          <a:p>
            <a:r>
              <a:rPr lang="en-US" dirty="0"/>
              <a:t>Started to list what tests to do</a:t>
            </a:r>
          </a:p>
          <a:p>
            <a:endParaRPr lang="en-US" dirty="0"/>
          </a:p>
          <a:p>
            <a:r>
              <a:rPr lang="en-US" dirty="0"/>
              <a:t>Exchanging mails with University of Calgary to get an electrode sample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B52583-0BBE-694F-FC16-B1ED66D57A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4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6996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A8260-4E51-811E-6C8E-B288C9463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153AD-DEAD-CA67-2B53-B17C14C92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FRQNT scholarship</a:t>
            </a:r>
          </a:p>
          <a:p>
            <a:r>
              <a:rPr lang="en-US" dirty="0"/>
              <a:t>Last review (design + BOM) to order</a:t>
            </a:r>
          </a:p>
          <a:p>
            <a:r>
              <a:rPr lang="en-US" dirty="0"/>
              <a:t>Continue with test plans and protocols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7724B5-828A-D8B4-B6A7-B6B921454C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5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2780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103</Words>
  <Application>Microsoft Office PowerPoint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Updates</vt:lpstr>
      <vt:lpstr>Scholarships Applications</vt:lpstr>
      <vt:lpstr>PCB Review</vt:lpstr>
      <vt:lpstr>Miscellaneous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Olivier Bergeron</dc:creator>
  <cp:lastModifiedBy>Olivier Bergeron</cp:lastModifiedBy>
  <cp:revision>9</cp:revision>
  <dcterms:created xsi:type="dcterms:W3CDTF">2026-04-09T21:18:57Z</dcterms:created>
  <dcterms:modified xsi:type="dcterms:W3CDTF">2026-09-25T13:54:53Z</dcterms:modified>
</cp:coreProperties>
</file>