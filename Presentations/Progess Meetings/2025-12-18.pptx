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3"/>
  </p:notesMasterIdLst>
  <p:sldIdLst>
    <p:sldId id="302" r:id="rId4"/>
    <p:sldId id="383" r:id="rId5"/>
    <p:sldId id="384" r:id="rId6"/>
    <p:sldId id="385" r:id="rId7"/>
    <p:sldId id="386" r:id="rId8"/>
    <p:sldId id="387" r:id="rId9"/>
    <p:sldId id="388" r:id="rId10"/>
    <p:sldId id="389" r:id="rId11"/>
    <p:sldId id="39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FF00"/>
    <a:srgbClr val="0652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29DD34B8-463E-481B-8BB8-7C2F32D58337}"/>
    <pc:docChg chg="undo custSel addSld delSld modSld">
      <pc:chgData name="Olivier Bergeron" userId="25eb1b54-485f-4e43-901d-d18d08f0214c" providerId="ADAL" clId="{29DD34B8-463E-481B-8BB8-7C2F32D58337}" dt="2026-01-16T16:25:17.271" v="598" actId="1076"/>
      <pc:docMkLst>
        <pc:docMk/>
      </pc:docMkLst>
      <pc:sldChg chg="modSp mod">
        <pc:chgData name="Olivier Bergeron" userId="25eb1b54-485f-4e43-901d-d18d08f0214c" providerId="ADAL" clId="{29DD34B8-463E-481B-8BB8-7C2F32D58337}" dt="2025-12-18T17:34:19.122" v="6" actId="20577"/>
        <pc:sldMkLst>
          <pc:docMk/>
          <pc:sldMk cId="0" sldId="302"/>
        </pc:sldMkLst>
        <pc:spChg chg="mod">
          <ac:chgData name="Olivier Bergeron" userId="25eb1b54-485f-4e43-901d-d18d08f0214c" providerId="ADAL" clId="{29DD34B8-463E-481B-8BB8-7C2F32D58337}" dt="2025-12-18T17:34:19.122" v="6" actId="20577"/>
          <ac:spMkLst>
            <pc:docMk/>
            <pc:sldMk cId="0" sldId="302"/>
            <ac:spMk id="99" creationId="{00000000-0000-0000-0000-000000000000}"/>
          </ac:spMkLst>
        </pc:spChg>
      </pc:sldChg>
      <pc:sldChg chg="addSp modSp mod">
        <pc:chgData name="Olivier Bergeron" userId="25eb1b54-485f-4e43-901d-d18d08f0214c" providerId="ADAL" clId="{29DD34B8-463E-481B-8BB8-7C2F32D58337}" dt="2025-12-18T17:39:30.232" v="57" actId="1076"/>
        <pc:sldMkLst>
          <pc:docMk/>
          <pc:sldMk cId="1414278494" sldId="383"/>
        </pc:sldMkLst>
        <pc:spChg chg="mod">
          <ac:chgData name="Olivier Bergeron" userId="25eb1b54-485f-4e43-901d-d18d08f0214c" providerId="ADAL" clId="{29DD34B8-463E-481B-8BB8-7C2F32D58337}" dt="2025-12-18T17:36:24.907" v="26" actId="20577"/>
          <ac:spMkLst>
            <pc:docMk/>
            <pc:sldMk cId="1414278494" sldId="383"/>
            <ac:spMk id="2" creationId="{18048F7F-64D3-735E-583A-101D87082AD9}"/>
          </ac:spMkLst>
        </pc:spChg>
        <pc:spChg chg="mod">
          <ac:chgData name="Olivier Bergeron" userId="25eb1b54-485f-4e43-901d-d18d08f0214c" providerId="ADAL" clId="{29DD34B8-463E-481B-8BB8-7C2F32D58337}" dt="2025-12-18T17:38:08.966" v="48"/>
          <ac:spMkLst>
            <pc:docMk/>
            <pc:sldMk cId="1414278494" sldId="383"/>
            <ac:spMk id="3" creationId="{BD037286-E129-6F50-7D39-9643009A53E7}"/>
          </ac:spMkLst>
        </pc:spChg>
        <pc:picChg chg="add mod">
          <ac:chgData name="Olivier Bergeron" userId="25eb1b54-485f-4e43-901d-d18d08f0214c" providerId="ADAL" clId="{29DD34B8-463E-481B-8BB8-7C2F32D58337}" dt="2025-12-18T17:39:30.232" v="57" actId="1076"/>
          <ac:picMkLst>
            <pc:docMk/>
            <pc:sldMk cId="1414278494" sldId="383"/>
            <ac:picMk id="5" creationId="{29350298-B0B6-86C8-1E0F-6B6FFC251B15}"/>
          </ac:picMkLst>
        </pc:picChg>
      </pc:sldChg>
      <pc:sldChg chg="addSp delSp modSp add mod">
        <pc:chgData name="Olivier Bergeron" userId="25eb1b54-485f-4e43-901d-d18d08f0214c" providerId="ADAL" clId="{29DD34B8-463E-481B-8BB8-7C2F32D58337}" dt="2026-01-16T16:25:17.271" v="598" actId="1076"/>
        <pc:sldMkLst>
          <pc:docMk/>
          <pc:sldMk cId="2742649979" sldId="384"/>
        </pc:sldMkLst>
        <pc:picChg chg="add mod ord">
          <ac:chgData name="Olivier Bergeron" userId="25eb1b54-485f-4e43-901d-d18d08f0214c" providerId="ADAL" clId="{29DD34B8-463E-481B-8BB8-7C2F32D58337}" dt="2026-01-16T16:25:17.271" v="598" actId="1076"/>
          <ac:picMkLst>
            <pc:docMk/>
            <pc:sldMk cId="2742649979" sldId="384"/>
            <ac:picMk id="5" creationId="{606F54E6-1F2B-6B47-5BB6-82322D03E72A}"/>
          </ac:picMkLst>
        </pc:picChg>
      </pc:sldChg>
      <pc:sldChg chg="addSp delSp modSp add mod">
        <pc:chgData name="Olivier Bergeron" userId="25eb1b54-485f-4e43-901d-d18d08f0214c" providerId="ADAL" clId="{29DD34B8-463E-481B-8BB8-7C2F32D58337}" dt="2025-12-18T17:41:48.609" v="86" actId="1076"/>
        <pc:sldMkLst>
          <pc:docMk/>
          <pc:sldMk cId="3618576965" sldId="385"/>
        </pc:sldMkLst>
        <pc:picChg chg="add mod ord">
          <ac:chgData name="Olivier Bergeron" userId="25eb1b54-485f-4e43-901d-d18d08f0214c" providerId="ADAL" clId="{29DD34B8-463E-481B-8BB8-7C2F32D58337}" dt="2025-12-18T17:41:33.221" v="82" actId="1076"/>
          <ac:picMkLst>
            <pc:docMk/>
            <pc:sldMk cId="3618576965" sldId="385"/>
            <ac:picMk id="7" creationId="{820112C7-65B4-6F26-9D26-971F8A0C9871}"/>
          </ac:picMkLst>
        </pc:picChg>
        <pc:picChg chg="add mod">
          <ac:chgData name="Olivier Bergeron" userId="25eb1b54-485f-4e43-901d-d18d08f0214c" providerId="ADAL" clId="{29DD34B8-463E-481B-8BB8-7C2F32D58337}" dt="2025-12-18T17:41:48.609" v="86" actId="1076"/>
          <ac:picMkLst>
            <pc:docMk/>
            <pc:sldMk cId="3618576965" sldId="385"/>
            <ac:picMk id="12" creationId="{D01156FA-1CE6-26E7-F280-480FA6371E6F}"/>
          </ac:picMkLst>
        </pc:picChg>
      </pc:sldChg>
      <pc:sldChg chg="addSp delSp modSp add mod">
        <pc:chgData name="Olivier Bergeron" userId="25eb1b54-485f-4e43-901d-d18d08f0214c" providerId="ADAL" clId="{29DD34B8-463E-481B-8BB8-7C2F32D58337}" dt="2025-12-18T17:42:42.944" v="97" actId="1076"/>
        <pc:sldMkLst>
          <pc:docMk/>
          <pc:sldMk cId="3779731686" sldId="386"/>
        </pc:sldMkLst>
        <pc:picChg chg="add mod ord">
          <ac:chgData name="Olivier Bergeron" userId="25eb1b54-485f-4e43-901d-d18d08f0214c" providerId="ADAL" clId="{29DD34B8-463E-481B-8BB8-7C2F32D58337}" dt="2025-12-18T17:42:42.944" v="97" actId="1076"/>
          <ac:picMkLst>
            <pc:docMk/>
            <pc:sldMk cId="3779731686" sldId="386"/>
            <ac:picMk id="7" creationId="{64F4FB58-AD72-9183-2978-6A8DF72FC4C8}"/>
          </ac:picMkLst>
        </pc:picChg>
      </pc:sldChg>
      <pc:sldChg chg="addSp delSp modSp add mod">
        <pc:chgData name="Olivier Bergeron" userId="25eb1b54-485f-4e43-901d-d18d08f0214c" providerId="ADAL" clId="{29DD34B8-463E-481B-8BB8-7C2F32D58337}" dt="2025-12-18T17:47:19.842" v="195" actId="1076"/>
        <pc:sldMkLst>
          <pc:docMk/>
          <pc:sldMk cId="816135955" sldId="387"/>
        </pc:sldMkLst>
        <pc:spChg chg="add del mod">
          <ac:chgData name="Olivier Bergeron" userId="25eb1b54-485f-4e43-901d-d18d08f0214c" providerId="ADAL" clId="{29DD34B8-463E-481B-8BB8-7C2F32D58337}" dt="2025-12-18T17:44:41.738" v="107"/>
          <ac:spMkLst>
            <pc:docMk/>
            <pc:sldMk cId="816135955" sldId="387"/>
            <ac:spMk id="3" creationId="{2351BEDD-BD6D-5077-43F8-A861746242A0}"/>
          </ac:spMkLst>
        </pc:spChg>
        <pc:spChg chg="mod">
          <ac:chgData name="Olivier Bergeron" userId="25eb1b54-485f-4e43-901d-d18d08f0214c" providerId="ADAL" clId="{29DD34B8-463E-481B-8BB8-7C2F32D58337}" dt="2025-12-18T17:47:19.842" v="195" actId="1076"/>
          <ac:spMkLst>
            <pc:docMk/>
            <pc:sldMk cId="816135955" sldId="387"/>
            <ac:spMk id="9" creationId="{480C1E15-A41D-94CE-870B-A0C48CEE321D}"/>
          </ac:spMkLst>
        </pc:spChg>
        <pc:spChg chg="add mod">
          <ac:chgData name="Olivier Bergeron" userId="25eb1b54-485f-4e43-901d-d18d08f0214c" providerId="ADAL" clId="{29DD34B8-463E-481B-8BB8-7C2F32D58337}" dt="2025-12-18T17:46:01.190" v="152" actId="20577"/>
          <ac:spMkLst>
            <pc:docMk/>
            <pc:sldMk cId="816135955" sldId="387"/>
            <ac:spMk id="13" creationId="{D7E79952-B1D6-C376-201F-C345BC51CB20}"/>
          </ac:spMkLst>
        </pc:spChg>
        <pc:spChg chg="add mod">
          <ac:chgData name="Olivier Bergeron" userId="25eb1b54-485f-4e43-901d-d18d08f0214c" providerId="ADAL" clId="{29DD34B8-463E-481B-8BB8-7C2F32D58337}" dt="2025-12-18T17:46:21.992" v="192" actId="20577"/>
          <ac:spMkLst>
            <pc:docMk/>
            <pc:sldMk cId="816135955" sldId="387"/>
            <ac:spMk id="15" creationId="{19C6BBDA-FC8B-1174-3843-72921C2C3728}"/>
          </ac:spMkLst>
        </pc:spChg>
        <pc:picChg chg="add mod">
          <ac:chgData name="Olivier Bergeron" userId="25eb1b54-485f-4e43-901d-d18d08f0214c" providerId="ADAL" clId="{29DD34B8-463E-481B-8BB8-7C2F32D58337}" dt="2025-12-18T17:45:29.177" v="119" actId="1076"/>
          <ac:picMkLst>
            <pc:docMk/>
            <pc:sldMk cId="816135955" sldId="387"/>
            <ac:picMk id="10" creationId="{796D8FE6-D89F-6CAF-ABBD-D65768F2764E}"/>
          </ac:picMkLst>
        </pc:picChg>
        <pc:picChg chg="add mod">
          <ac:chgData name="Olivier Bergeron" userId="25eb1b54-485f-4e43-901d-d18d08f0214c" providerId="ADAL" clId="{29DD34B8-463E-481B-8BB8-7C2F32D58337}" dt="2025-12-18T17:45:22.846" v="117" actId="1076"/>
          <ac:picMkLst>
            <pc:docMk/>
            <pc:sldMk cId="816135955" sldId="387"/>
            <ac:picMk id="12" creationId="{68B98466-3692-EE0F-8AAA-0009AE3CFAD8}"/>
          </ac:picMkLst>
        </pc:picChg>
      </pc:sldChg>
      <pc:sldChg chg="addSp delSp modSp add mod">
        <pc:chgData name="Olivier Bergeron" userId="25eb1b54-485f-4e43-901d-d18d08f0214c" providerId="ADAL" clId="{29DD34B8-463E-481B-8BB8-7C2F32D58337}" dt="2025-12-18T17:48:28.562" v="228" actId="22"/>
        <pc:sldMkLst>
          <pc:docMk/>
          <pc:sldMk cId="2111413742" sldId="388"/>
        </pc:sldMkLst>
        <pc:spChg chg="mod">
          <ac:chgData name="Olivier Bergeron" userId="25eb1b54-485f-4e43-901d-d18d08f0214c" providerId="ADAL" clId="{29DD34B8-463E-481B-8BB8-7C2F32D58337}" dt="2025-12-18T17:47:47.280" v="216"/>
          <ac:spMkLst>
            <pc:docMk/>
            <pc:sldMk cId="2111413742" sldId="388"/>
            <ac:spMk id="3" creationId="{2C285403-FE75-E709-40E8-7E567CA46FC6}"/>
          </ac:spMkLst>
        </pc:spChg>
        <pc:picChg chg="add mod">
          <ac:chgData name="Olivier Bergeron" userId="25eb1b54-485f-4e43-901d-d18d08f0214c" providerId="ADAL" clId="{29DD34B8-463E-481B-8BB8-7C2F32D58337}" dt="2025-12-18T17:48:06.216" v="222" actId="1076"/>
          <ac:picMkLst>
            <pc:docMk/>
            <pc:sldMk cId="2111413742" sldId="388"/>
            <ac:picMk id="5" creationId="{7FA30C51-3D4F-8B65-6F46-A4084E2183E4}"/>
          </ac:picMkLst>
        </pc:picChg>
      </pc:sldChg>
      <pc:sldChg chg="addSp delSp modSp add mod">
        <pc:chgData name="Olivier Bergeron" userId="25eb1b54-485f-4e43-901d-d18d08f0214c" providerId="ADAL" clId="{29DD34B8-463E-481B-8BB8-7C2F32D58337}" dt="2025-12-18T17:49:21.526" v="276" actId="20577"/>
        <pc:sldMkLst>
          <pc:docMk/>
          <pc:sldMk cId="3882764404" sldId="389"/>
        </pc:sldMkLst>
        <pc:spChg chg="add mod">
          <ac:chgData name="Olivier Bergeron" userId="25eb1b54-485f-4e43-901d-d18d08f0214c" providerId="ADAL" clId="{29DD34B8-463E-481B-8BB8-7C2F32D58337}" dt="2025-12-18T17:49:21.526" v="276" actId="20577"/>
          <ac:spMkLst>
            <pc:docMk/>
            <pc:sldMk cId="3882764404" sldId="389"/>
            <ac:spMk id="8" creationId="{AF518103-680A-8325-A488-14314E78773A}"/>
          </ac:spMkLst>
        </pc:spChg>
        <pc:picChg chg="add mod ord">
          <ac:chgData name="Olivier Bergeron" userId="25eb1b54-485f-4e43-901d-d18d08f0214c" providerId="ADAL" clId="{29DD34B8-463E-481B-8BB8-7C2F32D58337}" dt="2025-12-18T17:48:57.276" v="239" actId="1076"/>
          <ac:picMkLst>
            <pc:docMk/>
            <pc:sldMk cId="3882764404" sldId="389"/>
            <ac:picMk id="5" creationId="{51A34EB0-F398-E059-26F9-23F19D32ED1D}"/>
          </ac:picMkLst>
        </pc:picChg>
        <pc:picChg chg="add mod">
          <ac:chgData name="Olivier Bergeron" userId="25eb1b54-485f-4e43-901d-d18d08f0214c" providerId="ADAL" clId="{29DD34B8-463E-481B-8BB8-7C2F32D58337}" dt="2025-12-18T17:48:54.885" v="238" actId="1076"/>
          <ac:picMkLst>
            <pc:docMk/>
            <pc:sldMk cId="3882764404" sldId="389"/>
            <ac:picMk id="7" creationId="{AE01D8B6-56C2-5AF4-9F26-6416B2B618BD}"/>
          </ac:picMkLst>
        </pc:picChg>
      </pc:sldChg>
      <pc:sldChg chg="modSp add mod">
        <pc:chgData name="Olivier Bergeron" userId="25eb1b54-485f-4e43-901d-d18d08f0214c" providerId="ADAL" clId="{29DD34B8-463E-481B-8BB8-7C2F32D58337}" dt="2025-12-18T17:52:13.245" v="594" actId="20577"/>
        <pc:sldMkLst>
          <pc:docMk/>
          <pc:sldMk cId="299644542" sldId="390"/>
        </pc:sldMkLst>
        <pc:spChg chg="mod">
          <ac:chgData name="Olivier Bergeron" userId="25eb1b54-485f-4e43-901d-d18d08f0214c" providerId="ADAL" clId="{29DD34B8-463E-481B-8BB8-7C2F32D58337}" dt="2025-12-18T17:49:48.708" v="280" actId="20577"/>
          <ac:spMkLst>
            <pc:docMk/>
            <pc:sldMk cId="299644542" sldId="390"/>
            <ac:spMk id="2" creationId="{5E0070C4-BD30-01E9-CB4F-B8B73F1FB88E}"/>
          </ac:spMkLst>
        </pc:spChg>
        <pc:spChg chg="mod">
          <ac:chgData name="Olivier Bergeron" userId="25eb1b54-485f-4e43-901d-d18d08f0214c" providerId="ADAL" clId="{29DD34B8-463E-481B-8BB8-7C2F32D58337}" dt="2025-12-18T17:52:13.245" v="594" actId="20577"/>
          <ac:spMkLst>
            <pc:docMk/>
            <pc:sldMk cId="299644542" sldId="390"/>
            <ac:spMk id="3" creationId="{2BD95CFA-200E-077A-A4AE-ED3A37FD89D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5FFC8-D122-46F0-98B9-35D09C51C3C4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4B2D1-2D8B-48AB-9FFA-BB9831E80B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928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3F3E7E7-EC45-0DC8-0221-74FD51D85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DCA1FFC6-AB8C-E728-7AE0-124E45C9A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EE8FED7-0ECE-D581-85B1-84F2C3E8D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50797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80DCF0E-024D-F206-584D-1B74DD74B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AE8F61AB-CF37-59A4-65BF-827354A9A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DE02C40-A1E1-DE83-42C2-47C8573311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01877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8E4A9E3-7310-EB7A-6B45-7EE0C2413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FEF85673-D781-4A6F-C767-183FE3F3FF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BF32BAD-69BC-447E-BEFE-E13FA56154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14031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228F2D87-1098-F733-5F88-E0667C4B5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95214F88-C5E9-A871-CCB6-06325C0963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0ADB034-B8D9-6A60-1681-6A6F45FAC5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6984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4C6DF0C0-F31C-75DF-3048-38E224E1E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3D3CBC8C-8597-08FC-EA14-E8676251EB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D272DA9-D79F-8A29-54EA-6B9927A5F3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89549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5EE3064D-B2F8-7AFD-852C-00825DD8E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826884C3-1F85-A574-574C-CBB671760B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A6B749CD-FF44-12E1-2D98-1C7C40945D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89534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AF8F2903-3448-5CD9-C6A5-10866C97E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DE11798F-67A2-FC81-00F9-64F4B3258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FCB810B-8C28-86D2-BEF2-7E1267D9C7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814389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F9C600B-98A6-2AF5-C103-67ACE1B70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FAC095BE-AC69-3015-BD35-9E7088B81B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0FB72C6-1472-0271-F0BF-6C24AA3B11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31016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9146-6582-5C33-8BC9-A5CBB6189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E53EF-9130-3BF5-6474-05A027267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1816D-F85A-FD32-CFFC-0DDF78AA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B51BE-01F5-C633-0CD2-6BEF25EB6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4BA87-886B-81D8-468F-1BE6653A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778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DC62-0D8F-92FE-9673-360037E3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93B02-405C-F5CD-AF53-5917A5EEC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29A2A-FB0F-54AF-D482-875C35FB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73925-81D4-D2FE-4ACB-DCF10E71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16561-FECB-43E3-B9E9-D029ECF1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7303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BBE0-D503-B72B-17F6-6E8CBFBF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467A5-0F51-B742-6E0A-C93F4297E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BBAF2-F39A-F3A7-F88C-B2064708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12887-98D1-08D2-5ED7-9A23E4944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71AA6-EFEE-2F34-FB24-631C3671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118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E3DD-49F9-48A1-72E6-3EAD5D26C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1C026-F649-B229-46B0-FC63F89C1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E675E-0EA1-47EE-19F8-28DB412BA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FE955-460F-31B7-791C-FE1E2B49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A7F41-E0FF-34B7-0FF3-4EE90550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804BE-6AAF-02E8-816E-E117C513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3288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C58-F44F-F3CF-212A-54EA2199E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0ADB2-00DF-8BCD-879A-EC8F9CD42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4D597-3066-48D8-89FD-31BE0A4F9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EE0E59-34E3-7766-CE55-B8F401B24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83DC86-2858-16AD-388A-17E41DC07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DF264-3D71-997D-741F-3CDC2DBC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F1183-3F56-7135-2461-52D37A7D3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AAD777-0C32-476C-3FF3-E9B1F739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806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FAF0-6041-15B5-AF1A-99247C51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4F25B-0804-9ACA-C9AB-E23ADCEA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15E15-FD8F-6D3E-E84D-0D7E98F6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2A7F8-0032-DF0F-0D7B-35A542D0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1480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71945-41FC-26D8-7366-06EC92A7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BFD87-89EA-28C4-315A-7EDC8866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ACBBD-DF8F-C090-A1D1-F484B515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42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C357-D5EC-8FD4-0BAA-2EE1FAEA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6A4D8-E1AC-2106-F221-28AADCD2A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B7461-8D44-FA59-7AD1-37EAD1B2D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77B39-A07C-C50E-761C-0E47EA38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93881-1C02-AC1E-0B7D-BF5A5845E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170B8-CA5A-126C-947B-3AC69D78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45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648B-78C8-0CB6-7DBD-380BDAAB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4AB08-3104-5356-23E7-272E95B34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FAA32-B646-065E-C0E6-AEFA9D261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0BA1B-C0B7-948B-C8F9-EE8259CE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1E513-CA0A-5CEC-5563-167FB9AE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56206-140D-DEE2-BE4B-5AED4194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2409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1FE6-C35F-B190-E474-F0EF2B46E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72BC4-B9AB-46E7-9BFF-9B960007E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16619-094A-09F3-F319-97461040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70BC-D21F-038B-B964-61A685EC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AAE75-259C-E2A0-1D3D-492CC6B8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5981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E5E6A-062A-29D4-C6F0-DD4278AD81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7E4F2-5EA9-E27C-F06C-A193CCB89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EE69F-AF62-3AF4-8A4F-21C6AED9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3FFD-EDF6-941F-F191-535B70D2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3E7B6-F111-A562-2990-040471B0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732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037FB-7632-DFAA-9C65-1982E591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7577-F106-695C-5612-6D55B074A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95688-1F51-46F6-2FDF-6A97B0999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7FEF7-F4CB-47C3-A078-A6DFF96AA897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75ABB-140C-6C34-F227-C1C1E2917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E52AF-6636-9F9B-11F0-BAB379027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3365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89" name="Google Shape;89;p1"/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1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>
            <a:spLocks noGrp="1"/>
          </p:cNvSpPr>
          <p:nvPr>
            <p:ph type="title"/>
          </p:nvPr>
        </p:nvSpPr>
        <p:spPr>
          <a:xfrm>
            <a:off x="1949813" y="2444606"/>
            <a:ext cx="7857000" cy="92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/>
          <a:p>
            <a:pPr algn="ctr">
              <a:buClr>
                <a:srgbClr val="000000"/>
              </a:buClr>
              <a:buSzPts val="1800"/>
              <a:buFont typeface="Arial"/>
            </a:pPr>
            <a:r>
              <a:rPr lang="en-US" sz="660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Updates</a:t>
            </a: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488" y="5861303"/>
            <a:ext cx="2351532" cy="970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1255" y="4661915"/>
            <a:ext cx="48387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4E2995-9FD1-2510-FEE6-7E6C9ACF4A27}"/>
              </a:ext>
            </a:extLst>
          </p:cNvPr>
          <p:cNvSpPr txBox="1"/>
          <p:nvPr/>
        </p:nvSpPr>
        <p:spPr>
          <a:xfrm>
            <a:off x="4041058" y="3590544"/>
            <a:ext cx="3578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Olivier Bergeron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84EBC29-F1A1-6D9A-BDC8-9DF0A0FD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7A64D879-B2AF-9147-23AB-5433FC3F900A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D4B6F0F9-8D43-4DE1-A037-0A3F3B635C90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5213BD9-D4FB-059D-D239-0E319F979DF9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8520272-CA75-0957-6445-EDC4F4271657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2F09B547-5EA3-6ED0-15E2-64755C737E6C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F44B9D86-B246-DBCD-1FEB-C4CAE4165979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7241DDC3-66D9-EDC2-E90B-CD4951FAC091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64AD78F7-BFFD-6AF9-C1BD-179D1D479721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05A5A468-664B-5915-C631-A7111F730417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4859E4A0-968B-782C-2930-4151EE32EC9E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3E2DC6D7-8BF3-FB45-0B29-7AA4FB6BE7C8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DB4FBA11-B6BA-3F1F-EB7F-B0D8D03758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FE073AD9-35A3-37FE-BDAE-6CA3E8CDFDE6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68E7DB96-EC1D-D556-918F-E271A92449EE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048F7F-64D3-735E-583A-101D8708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Interesting articles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37286-E129-6F50-7D39-9643009A5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Stretchable surface electromyography electrode array patch for tendon location and muscle injury prevention</a:t>
            </a:r>
            <a:endParaRPr lang="en-CA" dirty="0"/>
          </a:p>
        </p:txBody>
      </p:sp>
      <p:pic>
        <p:nvPicPr>
          <p:cNvPr id="5" name="Picture 4" descr="A collage of hands holding a plastic bag&#10;&#10;AI-generated content may be incorrect.">
            <a:extLst>
              <a:ext uri="{FF2B5EF4-FFF2-40B4-BE49-F238E27FC236}">
                <a16:creationId xmlns:a16="http://schemas.microsoft.com/office/drawing/2014/main" id="{29350298-B0B6-86C8-1E0F-6B6FFC251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092" y="3131158"/>
            <a:ext cx="9952637" cy="225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78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61FE10BD-E2F9-FBC9-7186-96DCCA9E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B4025D28-DDA1-2846-24AF-0100AD68FEC4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415228E2-D314-29D7-75F8-52D5395231C7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880F8D1-E88C-3F37-EE8E-72AFF4F6A51A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361997A-AC87-4891-F361-2746A7F84FEF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7F40CCA6-4AC9-65E9-BD57-85884EDA1A63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527A6019-E5EE-012D-1174-7EC4FBF13D94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C527F173-AF16-1BD4-BEF0-AF8E0E879832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A8E07C36-87FB-27F3-2F67-F93439033772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911999DD-A740-6EC2-2354-7C4C7CFDF57A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CBACC609-BA16-F1D3-738A-0CFAF205CF58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ABE23420-813A-907F-9170-9E69A46E153E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3FE766CF-54DB-CFB6-2B59-683B9A5067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DD21239F-38A9-FFAE-150D-8E2F8BD091E3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361F5A18-6D1B-BC77-2A47-8D0A7DEC8141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1A9BBC-729A-AAFC-677F-166D76462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Interesting articles</a:t>
            </a:r>
          </a:p>
        </p:txBody>
      </p:sp>
      <p:pic>
        <p:nvPicPr>
          <p:cNvPr id="5" name="Content Placeholder 4" descr="A diagram of a process of making a mask&#10;&#10;AI-generated content may be incorrect.">
            <a:extLst>
              <a:ext uri="{FF2B5EF4-FFF2-40B4-BE49-F238E27FC236}">
                <a16:creationId xmlns:a16="http://schemas.microsoft.com/office/drawing/2014/main" id="{606F54E6-1F2B-6B47-5BB6-82322D03E7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459516" y="1770471"/>
            <a:ext cx="7878274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649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E2FA9E34-259C-093C-F4FB-4B80667B9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53D26A4D-29E5-CC61-6664-A6E8040DD90D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1E5C7079-D8E4-CA8E-4362-DE69ED7D6F10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52E8168-28B7-3E21-6908-5CFDFC91FB9E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B6DACFD-5FDB-AC6B-766C-C67D6226725E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81B5BADA-F26D-85EE-8C0C-C87A073D9485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0E1D3E1A-3F03-000C-76DD-00BF210DE22A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64E6F48A-350F-4333-C8C9-F0D86D27FBD2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5563C543-BCB1-B3E5-CA3E-D9D68F90FC8D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E1801759-F73D-786A-84A8-CB19635B7267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7E71C390-800A-1233-A0D7-E88E765D790E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C59CD223-88DF-EAC7-ABB1-D00C36D2EC6C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905D0C4B-24B2-57B1-F866-01AB452A65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BE0E20BB-C0D7-6780-B236-AC512E3B984C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75D7CBE2-3AD0-6493-EF5F-56EF85088964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5E8E8F-74DF-9E73-4AF0-22DEBF3DF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Interesting articles</a:t>
            </a:r>
          </a:p>
        </p:txBody>
      </p:sp>
      <p:pic>
        <p:nvPicPr>
          <p:cNvPr id="7" name="Content Placeholder 6" descr="A collage of images of a person's head&#10;&#10;AI-generated content may be incorrect.">
            <a:extLst>
              <a:ext uri="{FF2B5EF4-FFF2-40B4-BE49-F238E27FC236}">
                <a16:creationId xmlns:a16="http://schemas.microsoft.com/office/drawing/2014/main" id="{820112C7-65B4-6F26-9D26-971F8A0C98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95237" y="1979674"/>
            <a:ext cx="6590917" cy="3107992"/>
          </a:xfrm>
          <a:prstGeom prst="rect">
            <a:avLst/>
          </a:prstGeom>
        </p:spPr>
      </p:pic>
      <p:pic>
        <p:nvPicPr>
          <p:cNvPr id="12" name="Picture 11" descr="A diagram of a person's skin&#10;&#10;AI-generated content may be incorrect.">
            <a:extLst>
              <a:ext uri="{FF2B5EF4-FFF2-40B4-BE49-F238E27FC236}">
                <a16:creationId xmlns:a16="http://schemas.microsoft.com/office/drawing/2014/main" id="{D01156FA-1CE6-26E7-F280-480FA6371E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4002" y="2055813"/>
            <a:ext cx="4001058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576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7E55676-F18D-2D9F-42F7-BA4AAAB81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275ACA6C-60F6-93F1-5879-A24FADD1A97A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0027FBF9-83F7-61F3-0639-88C188336F7D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E38FACA-754D-F493-E171-48F9A56A8BB6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EB4E41F-4E10-D209-8045-1A26784B82A9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F8D0390F-33F7-72F5-798D-C4FE87F0A3BE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6FC620CD-E32A-33C2-22E1-761EC69329B6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B8489442-4D1D-FBBF-D57C-555E7FE72C80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38641AC9-7BBA-3E5D-B158-F8F0356A3236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6199D853-9BD5-9C80-7600-7FF9A1A08960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BF566C86-5656-1ED0-DB39-9A0D9577407E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C40E1931-1F0F-C7CE-D039-06236646E732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BAD8FD10-EBA0-F482-3B86-A1E18BF947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5DE58324-61E0-EA5F-CFED-380413CDC6F1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B1ED8731-B135-99D0-CBA8-1A442852A3CF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58BF14-9DBA-7755-82EE-68F9F2A4B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Interesting articles</a:t>
            </a:r>
          </a:p>
        </p:txBody>
      </p:sp>
      <p:pic>
        <p:nvPicPr>
          <p:cNvPr id="7" name="Content Placeholder 6" descr="A collage of images of a person holding a dumbbell&#10;&#10;AI-generated content may be incorrect.">
            <a:extLst>
              <a:ext uri="{FF2B5EF4-FFF2-40B4-BE49-F238E27FC236}">
                <a16:creationId xmlns:a16="http://schemas.microsoft.com/office/drawing/2014/main" id="{64F4FB58-AD72-9183-2978-6A8DF72FC4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734936" y="1943672"/>
            <a:ext cx="7139317" cy="399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731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E8DDF577-3946-07DD-4C80-481B13B92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1E347C5B-E297-2C71-3A54-04C71680273F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D4798BF6-717B-0DCF-F1E9-F137E08569EB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6EB6CAF-1CC8-48E6-C6D4-547D1E2DC646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6A1096A-3A98-DA64-906B-123F0FA7B238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EED7728A-941F-D213-CD3E-37E2C5B69944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287A1A85-0247-A94B-76A7-C5315B8F4B33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34718A37-8CEF-EE3C-BA45-D1212BA29C7D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4ADD92DF-0C6D-BC5D-D6DC-B5410553AE4C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09CB10B6-6C0D-080E-AF98-C7EF3F2089FE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31DA7462-5D58-0B52-04AF-1A4372A7E1F3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998B9E7F-4467-0B0C-1524-D97F982293D2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A8FE4E23-9CC2-D522-067E-1F882BDE72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480C1E15-A41D-94CE-870B-A0C48CEE321D}"/>
              </a:ext>
            </a:extLst>
          </p:cNvPr>
          <p:cNvSpPr/>
          <p:nvPr/>
        </p:nvSpPr>
        <p:spPr>
          <a:xfrm>
            <a:off x="823050" y="5396499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737E7D81-3551-63F8-5ECB-512ECDDDB1E6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8136BB-7278-C351-15F1-2156BD69C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Interesting articles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1BEDD-BD6D-5077-43F8-A86174624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A simplified wearable device powered by a generative EMG network for hand-gesture recognition and gait prediction</a:t>
            </a:r>
            <a:endParaRPr lang="en-CA" dirty="0"/>
          </a:p>
        </p:txBody>
      </p:sp>
      <p:pic>
        <p:nvPicPr>
          <p:cNvPr id="10" name="Picture 9" descr="Hands in gloves holding a plastic package with black dots&#10;&#10;AI-generated content may be incorrect.">
            <a:extLst>
              <a:ext uri="{FF2B5EF4-FFF2-40B4-BE49-F238E27FC236}">
                <a16:creationId xmlns:a16="http://schemas.microsoft.com/office/drawing/2014/main" id="{796D8FE6-D89F-6CAF-ABBD-D65768F27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87" y="3009690"/>
            <a:ext cx="4308568" cy="2783542"/>
          </a:xfrm>
          <a:prstGeom prst="rect">
            <a:avLst/>
          </a:prstGeom>
        </p:spPr>
      </p:pic>
      <p:pic>
        <p:nvPicPr>
          <p:cNvPr id="12" name="Picture 11" descr="A close-up of a device&#10;&#10;AI-generated content may be incorrect.">
            <a:extLst>
              <a:ext uri="{FF2B5EF4-FFF2-40B4-BE49-F238E27FC236}">
                <a16:creationId xmlns:a16="http://schemas.microsoft.com/office/drawing/2014/main" id="{68B98466-3692-EE0F-8AAA-0009AE3CFA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2028" y="3196750"/>
            <a:ext cx="5048643" cy="257247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E79952-B1D6-C376-201F-C345BC51CB20}"/>
              </a:ext>
            </a:extLst>
          </p:cNvPr>
          <p:cNvSpPr txBox="1"/>
          <p:nvPr/>
        </p:nvSpPr>
        <p:spPr>
          <a:xfrm>
            <a:off x="742254" y="5895207"/>
            <a:ext cx="3867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Pre-training electrode grid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C6BBDA-FC8B-1174-3843-72921C2C3728}"/>
              </a:ext>
            </a:extLst>
          </p:cNvPr>
          <p:cNvSpPr txBox="1"/>
          <p:nvPr/>
        </p:nvSpPr>
        <p:spPr>
          <a:xfrm>
            <a:off x="5671019" y="5895207"/>
            <a:ext cx="3867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Device used after pre-training</a:t>
            </a:r>
          </a:p>
        </p:txBody>
      </p:sp>
    </p:spTree>
    <p:extLst>
      <p:ext uri="{BB962C8B-B14F-4D97-AF65-F5344CB8AC3E}">
        <p14:creationId xmlns:p14="http://schemas.microsoft.com/office/powerpoint/2010/main" val="816135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9702F2AA-F232-A2FD-2889-B7B8BC71B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3F63315A-9F06-F657-42B4-261D4F8AB433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F6F927F8-EEB7-326F-BF3C-301AE4523D7E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7F368FF-FE95-5B35-1788-ACA8FEA825F1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9D32463-41DC-F7B9-39ED-D2A8C2404ED2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F8A0DB23-FD84-4619-CB66-B4AB61C16548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C2BAE943-56E3-744E-1E1F-37B26C319013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851ED4CF-D012-C46A-6780-4785801019CD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1867277F-9CC9-96AC-EC34-0CE2877A8C57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7B61D7AB-4C23-FACD-70A1-0EAB7C7DC718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A4EBAE83-16F9-A3C6-7015-62D2FE21D38A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96404B8E-06AF-8C72-15A8-78525BE24DA0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05BD4129-CC79-8BA1-EB64-ED1D8B79D2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2B51CDB5-E272-5A7C-E222-5C4D7F80C2B6}"/>
              </a:ext>
            </a:extLst>
          </p:cNvPr>
          <p:cNvSpPr/>
          <p:nvPr/>
        </p:nvSpPr>
        <p:spPr>
          <a:xfrm>
            <a:off x="823050" y="5396499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7C86669F-8F80-EB3E-555A-305016270D53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CB2F40-9C17-3843-3FA6-61B7E73DA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Interesting articles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85403-FE75-E709-40E8-7E567CA46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Customizable, reconfigurable, and </a:t>
            </a:r>
            <a:r>
              <a:rPr lang="en-US" dirty="0" err="1"/>
              <a:t>anatomicallycoordinated</a:t>
            </a:r>
            <a:r>
              <a:rPr lang="en-US" dirty="0"/>
              <a:t> large-area, high-density </a:t>
            </a:r>
            <a:r>
              <a:rPr lang="en-US" dirty="0" err="1"/>
              <a:t>electromyographyfrom</a:t>
            </a:r>
            <a:r>
              <a:rPr lang="en-US" dirty="0"/>
              <a:t> drawn-on-skin electrode arrays</a:t>
            </a:r>
            <a:endParaRPr lang="en-CA" dirty="0"/>
          </a:p>
        </p:txBody>
      </p:sp>
      <p:pic>
        <p:nvPicPr>
          <p:cNvPr id="5" name="Picture 4" descr="A collage of images of a person's skin&#10;&#10;AI-generated content may be incorrect.">
            <a:extLst>
              <a:ext uri="{FF2B5EF4-FFF2-40B4-BE49-F238E27FC236}">
                <a16:creationId xmlns:a16="http://schemas.microsoft.com/office/drawing/2014/main" id="{7FA30C51-3D4F-8B65-6F46-A4084E218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1951" y="2734865"/>
            <a:ext cx="6223254" cy="400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413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91230209-320E-C0D8-65DC-5E5B89AC0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6DACA6F6-8482-6631-8AE6-642CDDD07129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301A4904-86D3-F8D8-337F-7693A9A0377E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2857959-173D-549F-94BD-627040D9D71C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120391E-2921-5D60-7188-1AC6333331BE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EACB74A0-58D6-10EF-E2E2-D36B47686416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066BB089-650A-E876-E2F4-21529D899268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62FA4AC2-AB4B-6ED0-B83E-85BF9500E95A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F61E556A-077B-1477-41D0-07ABEC509CDA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39F549D2-F21E-BE3F-9124-35CCC72F4243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5F742484-B31B-E94F-F892-E1D1F1905F8A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B6623FC1-7BFF-3E37-0B69-DA646D3D8D5B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B4841FFC-BC10-7344-4E63-63BDE3408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4072207D-620A-65E9-949E-7627E5439074}"/>
              </a:ext>
            </a:extLst>
          </p:cNvPr>
          <p:cNvSpPr/>
          <p:nvPr/>
        </p:nvSpPr>
        <p:spPr>
          <a:xfrm>
            <a:off x="823050" y="5396499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5A94C995-BE7B-9F9D-A6AD-CBEFE75ECB95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C15613-E965-C7FB-C1BD-30978508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Interesting articles</a:t>
            </a:r>
          </a:p>
        </p:txBody>
      </p:sp>
      <p:pic>
        <p:nvPicPr>
          <p:cNvPr id="5" name="Content Placeholder 4" descr="A comparison of different types of impedance&#10;&#10;AI-generated content may be incorrect.">
            <a:extLst>
              <a:ext uri="{FF2B5EF4-FFF2-40B4-BE49-F238E27FC236}">
                <a16:creationId xmlns:a16="http://schemas.microsoft.com/office/drawing/2014/main" id="{51A34EB0-F398-E059-26F9-23F19D32ED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59749" y="1367598"/>
            <a:ext cx="5820587" cy="2734057"/>
          </a:xfrm>
          <a:prstGeom prst="rect">
            <a:avLst/>
          </a:prstGeom>
        </p:spPr>
      </p:pic>
      <p:pic>
        <p:nvPicPr>
          <p:cNvPr id="7" name="Picture 6" descr="A comparison of a table&#10;&#10;AI-generated content may be incorrect.">
            <a:extLst>
              <a:ext uri="{FF2B5EF4-FFF2-40B4-BE49-F238E27FC236}">
                <a16:creationId xmlns:a16="http://schemas.microsoft.com/office/drawing/2014/main" id="{AE01D8B6-56C2-5AF4-9F26-6416B2B61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49" y="4155969"/>
            <a:ext cx="9211961" cy="25721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518103-680A-8325-A488-14314E78773A}"/>
              </a:ext>
            </a:extLst>
          </p:cNvPr>
          <p:cNvSpPr txBox="1"/>
          <p:nvPr/>
        </p:nvSpPr>
        <p:spPr>
          <a:xfrm>
            <a:off x="7230533" y="1690688"/>
            <a:ext cx="2565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3 mm diameter</a:t>
            </a:r>
          </a:p>
          <a:p>
            <a:r>
              <a:rPr lang="en-CA" dirty="0"/>
              <a:t>5 mm IED</a:t>
            </a:r>
          </a:p>
          <a:p>
            <a:r>
              <a:rPr lang="en-CA" dirty="0"/>
              <a:t>12 electrodes</a:t>
            </a:r>
          </a:p>
        </p:txBody>
      </p:sp>
    </p:spTree>
    <p:extLst>
      <p:ext uri="{BB962C8B-B14F-4D97-AF65-F5344CB8AC3E}">
        <p14:creationId xmlns:p14="http://schemas.microsoft.com/office/powerpoint/2010/main" val="3882764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FE1C585-23C5-03DB-730C-3A076C7D6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7259B426-B90C-BF50-AF95-C87184FB91C2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5ACD2085-BAE0-9D08-096A-9B5198FB5048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67A4A1-450F-FB15-308F-F2625DA19851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603A92A-C260-F0F4-19DA-4E33453F1A88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294A5348-6ABC-432F-DB06-33138BA7738A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7AA69065-26E7-9A14-E2B3-AC1CB62908FF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275A2AA1-AF9A-D83F-0A2C-036F10C8F1BB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B715D0CD-86F8-22B2-0501-B4DC4972778A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244C0387-C238-3CEC-4A70-0A25DC3E2358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653E4316-FA9B-D298-AC4F-7AE152179853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1A42CA18-3053-82DE-411D-66791A02A10C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D82B78A2-2D8F-50A2-F54C-2BD70F20D2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3A3E36D4-5C67-A170-425C-03257C7DA046}"/>
              </a:ext>
            </a:extLst>
          </p:cNvPr>
          <p:cNvSpPr/>
          <p:nvPr/>
        </p:nvSpPr>
        <p:spPr>
          <a:xfrm>
            <a:off x="823050" y="5396499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3869F3A4-6119-8C2A-586A-ECFA939CCBE9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0070C4-BD30-01E9-CB4F-B8B73F1FB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FPGA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95CFA-200E-077A-A4AE-ED3A37FD8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Small discussion with David-Alexandre:</a:t>
            </a:r>
          </a:p>
          <a:p>
            <a:pPr lvl="1"/>
            <a:r>
              <a:rPr lang="en-CA" dirty="0"/>
              <a:t>By his tests, it is possible to use a very channel count @ 2 kHz (&gt; 300)</a:t>
            </a:r>
          </a:p>
          <a:p>
            <a:pPr lvl="1"/>
            <a:r>
              <a:rPr lang="en-CA" dirty="0"/>
              <a:t>Even if not mandated, that means a wearable prototype can be made</a:t>
            </a:r>
          </a:p>
        </p:txBody>
      </p:sp>
    </p:spTree>
    <p:extLst>
      <p:ext uri="{BB962C8B-B14F-4D97-AF65-F5344CB8AC3E}">
        <p14:creationId xmlns:p14="http://schemas.microsoft.com/office/powerpoint/2010/main" val="299644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7E94E571C96249947AF13F777C3916" ma:contentTypeVersion="11" ma:contentTypeDescription="Create a new document." ma:contentTypeScope="" ma:versionID="32f3e3dbf5c00dd14358b190e05f6610">
  <xsd:schema xmlns:xsd="http://www.w3.org/2001/XMLSchema" xmlns:xs="http://www.w3.org/2001/XMLSchema" xmlns:p="http://schemas.microsoft.com/office/2006/metadata/properties" xmlns:ns2="3606489e-11c3-4fd4-8b0d-38c84dce880a" xmlns:ns3="bea3b32f-3821-4413-abbe-b6b43d475949" targetNamespace="http://schemas.microsoft.com/office/2006/metadata/properties" ma:root="true" ma:fieldsID="ed37537aec0b87aed9704591e269c2a2" ns2:_="" ns3:_="">
    <xsd:import namespace="3606489e-11c3-4fd4-8b0d-38c84dce880a"/>
    <xsd:import namespace="bea3b32f-3821-4413-abbe-b6b43d4759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6489e-11c3-4fd4-8b0d-38c84dce88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eaa8290-3616-4126-84aa-16f277ca9c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a3b32f-3821-4413-abbe-b6b43d47594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9fd0a47-6781-48cf-8e1a-f9c3cc5d7710}" ma:internalName="TaxCatchAll" ma:showField="CatchAllData" ma:web="bea3b32f-3821-4413-abbe-b6b43d4759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CE2D6E-7FC2-495B-9135-41F149EBD8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06489e-11c3-4fd4-8b0d-38c84dce880a"/>
    <ds:schemaRef ds:uri="bea3b32f-3821-4413-abbe-b6b43d4759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47D68A9-96C5-48E1-B021-F48510BDE7B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Office PowerPoint</Application>
  <PresentationFormat>Widescreen</PresentationFormat>
  <Paragraphs>21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Updates</vt:lpstr>
      <vt:lpstr>Interesting articles</vt:lpstr>
      <vt:lpstr>Interesting articles</vt:lpstr>
      <vt:lpstr>Interesting articles</vt:lpstr>
      <vt:lpstr>Interesting articles</vt:lpstr>
      <vt:lpstr>Interesting articles</vt:lpstr>
      <vt:lpstr>Interesting articles</vt:lpstr>
      <vt:lpstr>Interesting articles</vt:lpstr>
      <vt:lpstr>FPGA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Avancements VR</dc:title>
  <dc:creator>Thomas Labbé</dc:creator>
  <cp:lastModifiedBy>Olivier Bergeron</cp:lastModifiedBy>
  <cp:revision>18</cp:revision>
  <dcterms:created xsi:type="dcterms:W3CDTF">2024-02-22T13:11:49Z</dcterms:created>
  <dcterms:modified xsi:type="dcterms:W3CDTF">2026-01-16T16:25:21Z</dcterms:modified>
</cp:coreProperties>
</file>