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8"/>
  </p:notesMasterIdLst>
  <p:handoutMasterIdLst>
    <p:handoutMasterId r:id="rId9"/>
  </p:handout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E4A"/>
    <a:srgbClr val="F1B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76E91D-CCD9-444F-B206-47A2139CC3F8}" v="2" dt="2026-05-01T14:53:04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6554" autoAdjust="0"/>
  </p:normalViewPr>
  <p:slideViewPr>
    <p:cSldViewPr snapToGrid="0">
      <p:cViewPr varScale="1">
        <p:scale>
          <a:sx n="96" d="100"/>
          <a:sy n="96" d="100"/>
        </p:scale>
        <p:origin x="1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1C8F5D2F-0B18-4284-BE65-D934514D84A1}"/>
    <pc:docChg chg="custSel addSld modSld">
      <pc:chgData name="Olivier Bergeron" userId="25eb1b54-485f-4e43-901d-d18d08f0214c" providerId="ADAL" clId="{1C8F5D2F-0B18-4284-BE65-D934514D84A1}" dt="2026-05-01T16:07:21.576" v="875" actId="20577"/>
      <pc:docMkLst>
        <pc:docMk/>
      </pc:docMkLst>
      <pc:sldChg chg="modSp mod">
        <pc:chgData name="Olivier Bergeron" userId="25eb1b54-485f-4e43-901d-d18d08f0214c" providerId="ADAL" clId="{1C8F5D2F-0B18-4284-BE65-D934514D84A1}" dt="2026-05-01T14:35:41.026" v="23" actId="20577"/>
        <pc:sldMkLst>
          <pc:docMk/>
          <pc:sldMk cId="447853837" sldId="256"/>
        </pc:sldMkLst>
        <pc:spChg chg="mod">
          <ac:chgData name="Olivier Bergeron" userId="25eb1b54-485f-4e43-901d-d18d08f0214c" providerId="ADAL" clId="{1C8F5D2F-0B18-4284-BE65-D934514D84A1}" dt="2026-05-01T14:35:37.223" v="7" actId="20577"/>
          <ac:spMkLst>
            <pc:docMk/>
            <pc:sldMk cId="447853837" sldId="256"/>
            <ac:spMk id="2" creationId="{83B78DA0-819E-AB54-1E7C-6E0A421AA59C}"/>
          </ac:spMkLst>
        </pc:spChg>
        <pc:spChg chg="mod">
          <ac:chgData name="Olivier Bergeron" userId="25eb1b54-485f-4e43-901d-d18d08f0214c" providerId="ADAL" clId="{1C8F5D2F-0B18-4284-BE65-D934514D84A1}" dt="2026-05-01T14:35:41.026" v="23" actId="20577"/>
          <ac:spMkLst>
            <pc:docMk/>
            <pc:sldMk cId="447853837" sldId="256"/>
            <ac:spMk id="3" creationId="{3EEFD950-FE96-2C25-4CDC-D891EFCFA396}"/>
          </ac:spMkLst>
        </pc:spChg>
      </pc:sldChg>
      <pc:sldChg chg="addSp delSp modSp new mod modClrScheme chgLayout">
        <pc:chgData name="Olivier Bergeron" userId="25eb1b54-485f-4e43-901d-d18d08f0214c" providerId="ADAL" clId="{1C8F5D2F-0B18-4284-BE65-D934514D84A1}" dt="2026-05-01T15:46:07.151" v="807" actId="20577"/>
        <pc:sldMkLst>
          <pc:docMk/>
          <pc:sldMk cId="2715766591" sldId="257"/>
        </pc:sldMkLst>
        <pc:spChg chg="mod ord">
          <ac:chgData name="Olivier Bergeron" userId="25eb1b54-485f-4e43-901d-d18d08f0214c" providerId="ADAL" clId="{1C8F5D2F-0B18-4284-BE65-D934514D84A1}" dt="2026-05-01T14:51:26.095" v="650" actId="700"/>
          <ac:spMkLst>
            <pc:docMk/>
            <pc:sldMk cId="2715766591" sldId="257"/>
            <ac:spMk id="2" creationId="{1B14E250-332D-5B8E-87B2-275E08EB2971}"/>
          </ac:spMkLst>
        </pc:spChg>
        <pc:spChg chg="mod ord">
          <ac:chgData name="Olivier Bergeron" userId="25eb1b54-485f-4e43-901d-d18d08f0214c" providerId="ADAL" clId="{1C8F5D2F-0B18-4284-BE65-D934514D84A1}" dt="2026-05-01T15:46:07.151" v="807" actId="20577"/>
          <ac:spMkLst>
            <pc:docMk/>
            <pc:sldMk cId="2715766591" sldId="257"/>
            <ac:spMk id="3" creationId="{60147B04-16A2-6FDD-A706-9610E54D6D5D}"/>
          </ac:spMkLst>
        </pc:spChg>
        <pc:spChg chg="mod ord">
          <ac:chgData name="Olivier Bergeron" userId="25eb1b54-485f-4e43-901d-d18d08f0214c" providerId="ADAL" clId="{1C8F5D2F-0B18-4284-BE65-D934514D84A1}" dt="2026-05-01T14:51:26.095" v="650" actId="700"/>
          <ac:spMkLst>
            <pc:docMk/>
            <pc:sldMk cId="2715766591" sldId="257"/>
            <ac:spMk id="4" creationId="{A64B536A-A0CA-115C-5AF6-8FB0E02747AC}"/>
          </ac:spMkLst>
        </pc:spChg>
        <pc:spChg chg="add del mod ord">
          <ac:chgData name="Olivier Bergeron" userId="25eb1b54-485f-4e43-901d-d18d08f0214c" providerId="ADAL" clId="{1C8F5D2F-0B18-4284-BE65-D934514D84A1}" dt="2026-05-01T14:51:27.792" v="651" actId="478"/>
          <ac:spMkLst>
            <pc:docMk/>
            <pc:sldMk cId="2715766591" sldId="257"/>
            <ac:spMk id="5" creationId="{9AB60F2F-E671-7C1C-AD63-8C84DEB4C6F7}"/>
          </ac:spMkLst>
        </pc:spChg>
        <pc:picChg chg="add mod">
          <ac:chgData name="Olivier Bergeron" userId="25eb1b54-485f-4e43-901d-d18d08f0214c" providerId="ADAL" clId="{1C8F5D2F-0B18-4284-BE65-D934514D84A1}" dt="2026-05-01T14:51:43.871" v="653" actId="1076"/>
          <ac:picMkLst>
            <pc:docMk/>
            <pc:sldMk cId="2715766591" sldId="257"/>
            <ac:picMk id="6" creationId="{712C4A77-1321-7E3F-02DD-AB95847EF4F3}"/>
          </ac:picMkLst>
        </pc:picChg>
      </pc:sldChg>
      <pc:sldChg chg="addSp modSp new mod">
        <pc:chgData name="Olivier Bergeron" userId="25eb1b54-485f-4e43-901d-d18d08f0214c" providerId="ADAL" clId="{1C8F5D2F-0B18-4284-BE65-D934514D84A1}" dt="2026-05-01T14:55:51.893" v="798" actId="1076"/>
        <pc:sldMkLst>
          <pc:docMk/>
          <pc:sldMk cId="2482278422" sldId="258"/>
        </pc:sldMkLst>
        <pc:spChg chg="mod">
          <ac:chgData name="Olivier Bergeron" userId="25eb1b54-485f-4e43-901d-d18d08f0214c" providerId="ADAL" clId="{1C8F5D2F-0B18-4284-BE65-D934514D84A1}" dt="2026-05-01T14:37:28.617" v="205" actId="20577"/>
          <ac:spMkLst>
            <pc:docMk/>
            <pc:sldMk cId="2482278422" sldId="258"/>
            <ac:spMk id="2" creationId="{21542988-D6E0-3003-73BC-BEC6EC4700C9}"/>
          </ac:spMkLst>
        </pc:spChg>
        <pc:spChg chg="mod">
          <ac:chgData name="Olivier Bergeron" userId="25eb1b54-485f-4e43-901d-d18d08f0214c" providerId="ADAL" clId="{1C8F5D2F-0B18-4284-BE65-D934514D84A1}" dt="2026-05-01T14:55:27.577" v="794" actId="20577"/>
          <ac:spMkLst>
            <pc:docMk/>
            <pc:sldMk cId="2482278422" sldId="258"/>
            <ac:spMk id="3" creationId="{A50B55E4-D5FB-38F6-EC7B-3B3F6C2C794A}"/>
          </ac:spMkLst>
        </pc:spChg>
        <pc:picChg chg="add mod">
          <ac:chgData name="Olivier Bergeron" userId="25eb1b54-485f-4e43-901d-d18d08f0214c" providerId="ADAL" clId="{1C8F5D2F-0B18-4284-BE65-D934514D84A1}" dt="2026-05-01T14:55:51.893" v="798" actId="1076"/>
          <ac:picMkLst>
            <pc:docMk/>
            <pc:sldMk cId="2482278422" sldId="258"/>
            <ac:picMk id="6" creationId="{39B99597-B4F3-2816-2CDF-756B2D44DAD6}"/>
          </ac:picMkLst>
        </pc:picChg>
      </pc:sldChg>
      <pc:sldChg chg="modSp new mod">
        <pc:chgData name="Olivier Bergeron" userId="25eb1b54-485f-4e43-901d-d18d08f0214c" providerId="ADAL" clId="{1C8F5D2F-0B18-4284-BE65-D934514D84A1}" dt="2026-05-01T16:07:21.576" v="875" actId="20577"/>
        <pc:sldMkLst>
          <pc:docMk/>
          <pc:sldMk cId="4027811780" sldId="259"/>
        </pc:sldMkLst>
        <pc:spChg chg="mod">
          <ac:chgData name="Olivier Bergeron" userId="25eb1b54-485f-4e43-901d-d18d08f0214c" providerId="ADAL" clId="{1C8F5D2F-0B18-4284-BE65-D934514D84A1}" dt="2026-05-01T14:38:17.804" v="307" actId="20577"/>
          <ac:spMkLst>
            <pc:docMk/>
            <pc:sldMk cId="4027811780" sldId="259"/>
            <ac:spMk id="2" creationId="{F885786A-E64D-1CD0-5C1D-D0892F983433}"/>
          </ac:spMkLst>
        </pc:spChg>
        <pc:spChg chg="mod">
          <ac:chgData name="Olivier Bergeron" userId="25eb1b54-485f-4e43-901d-d18d08f0214c" providerId="ADAL" clId="{1C8F5D2F-0B18-4284-BE65-D934514D84A1}" dt="2026-05-01T16:07:21.576" v="875" actId="20577"/>
          <ac:spMkLst>
            <pc:docMk/>
            <pc:sldMk cId="4027811780" sldId="259"/>
            <ac:spMk id="3" creationId="{FCD76A3C-93B1-5D82-3F95-B36051700C9D}"/>
          </ac:spMkLst>
        </pc:spChg>
      </pc:sldChg>
      <pc:sldChg chg="addSp delSp modSp new mod modClrScheme chgLayout">
        <pc:chgData name="Olivier Bergeron" userId="25eb1b54-485f-4e43-901d-d18d08f0214c" providerId="ADAL" clId="{1C8F5D2F-0B18-4284-BE65-D934514D84A1}" dt="2026-05-01T14:53:42.336" v="793" actId="20577"/>
        <pc:sldMkLst>
          <pc:docMk/>
          <pc:sldMk cId="626411338" sldId="260"/>
        </pc:sldMkLst>
        <pc:spChg chg="mod ord">
          <ac:chgData name="Olivier Bergeron" userId="25eb1b54-485f-4e43-901d-d18d08f0214c" providerId="ADAL" clId="{1C8F5D2F-0B18-4284-BE65-D934514D84A1}" dt="2026-05-01T14:53:01.559" v="728" actId="700"/>
          <ac:spMkLst>
            <pc:docMk/>
            <pc:sldMk cId="626411338" sldId="260"/>
            <ac:spMk id="2" creationId="{0A93D1A6-5BA9-22DF-EF9C-CC5A6543EC38}"/>
          </ac:spMkLst>
        </pc:spChg>
        <pc:spChg chg="mod ord">
          <ac:chgData name="Olivier Bergeron" userId="25eb1b54-485f-4e43-901d-d18d08f0214c" providerId="ADAL" clId="{1C8F5D2F-0B18-4284-BE65-D934514D84A1}" dt="2026-05-01T14:53:42.336" v="793" actId="20577"/>
          <ac:spMkLst>
            <pc:docMk/>
            <pc:sldMk cId="626411338" sldId="260"/>
            <ac:spMk id="3" creationId="{F460EC0D-618E-01A8-5C41-065BE37C937A}"/>
          </ac:spMkLst>
        </pc:spChg>
        <pc:spChg chg="mod ord">
          <ac:chgData name="Olivier Bergeron" userId="25eb1b54-485f-4e43-901d-d18d08f0214c" providerId="ADAL" clId="{1C8F5D2F-0B18-4284-BE65-D934514D84A1}" dt="2026-05-01T14:53:01.559" v="728" actId="700"/>
          <ac:spMkLst>
            <pc:docMk/>
            <pc:sldMk cId="626411338" sldId="260"/>
            <ac:spMk id="4" creationId="{FF034D5F-94E1-DD55-6869-EE439D586755}"/>
          </ac:spMkLst>
        </pc:spChg>
        <pc:spChg chg="add del mod ord">
          <ac:chgData name="Olivier Bergeron" userId="25eb1b54-485f-4e43-901d-d18d08f0214c" providerId="ADAL" clId="{1C8F5D2F-0B18-4284-BE65-D934514D84A1}" dt="2026-05-01T14:53:02.807" v="729" actId="478"/>
          <ac:spMkLst>
            <pc:docMk/>
            <pc:sldMk cId="626411338" sldId="260"/>
            <ac:spMk id="5" creationId="{7A7E93BD-BB7F-A3CF-6357-317C4B21807C}"/>
          </ac:spMkLst>
        </pc:spChg>
        <pc:picChg chg="add mod">
          <ac:chgData name="Olivier Bergeron" userId="25eb1b54-485f-4e43-901d-d18d08f0214c" providerId="ADAL" clId="{1C8F5D2F-0B18-4284-BE65-D934514D84A1}" dt="2026-05-01T14:53:06.232" v="731" actId="1076"/>
          <ac:picMkLst>
            <pc:docMk/>
            <pc:sldMk cId="626411338" sldId="260"/>
            <ac:picMk id="6" creationId="{FF01C326-AEC1-F3C0-36A2-5B130422CF9C}"/>
          </ac:picMkLst>
        </pc:picChg>
      </pc:sldChg>
      <pc:sldChg chg="modSp new mod">
        <pc:chgData name="Olivier Bergeron" userId="25eb1b54-485f-4e43-901d-d18d08f0214c" providerId="ADAL" clId="{1C8F5D2F-0B18-4284-BE65-D934514D84A1}" dt="2026-05-01T15:45:58.657" v="804" actId="20577"/>
        <pc:sldMkLst>
          <pc:docMk/>
          <pc:sldMk cId="2775711263" sldId="261"/>
        </pc:sldMkLst>
        <pc:spChg chg="mod">
          <ac:chgData name="Olivier Bergeron" userId="25eb1b54-485f-4e43-901d-d18d08f0214c" providerId="ADAL" clId="{1C8F5D2F-0B18-4284-BE65-D934514D84A1}" dt="2026-05-01T15:45:58.657" v="804" actId="20577"/>
          <ac:spMkLst>
            <pc:docMk/>
            <pc:sldMk cId="2775711263" sldId="261"/>
            <ac:spMk id="2" creationId="{C05B18F9-277A-E115-9EC3-5B52458CBEB2}"/>
          </ac:spMkLst>
        </pc:spChg>
        <pc:spChg chg="mod">
          <ac:chgData name="Olivier Bergeron" userId="25eb1b54-485f-4e43-901d-d18d08f0214c" providerId="ADAL" clId="{1C8F5D2F-0B18-4284-BE65-D934514D84A1}" dt="2026-05-01T14:42:29.221" v="649" actId="20577"/>
          <ac:spMkLst>
            <pc:docMk/>
            <pc:sldMk cId="2775711263" sldId="261"/>
            <ac:spMk id="3" creationId="{CCFEA18A-D3F8-53F1-5BCC-1E48533CAFF6}"/>
          </ac:spMkLst>
        </pc:spChg>
      </pc:sldChg>
    </pc:docChg>
  </pc:docChgLst>
  <pc:docChgLst>
    <pc:chgData name="Olivier Bergeron" userId="25eb1b54-485f-4e43-901d-d18d08f0214c" providerId="ADAL" clId="{29DD34B8-463E-481B-8BB8-7C2F32D58337}"/>
    <pc:docChg chg="custSel delSld modSld modMainMaster">
      <pc:chgData name="Olivier Bergeron" userId="25eb1b54-485f-4e43-901d-d18d08f0214c" providerId="ADAL" clId="{29DD34B8-463E-481B-8BB8-7C2F32D58337}" dt="2026-04-16T17:32:26.077" v="12" actId="1076"/>
      <pc:docMkLst>
        <pc:docMk/>
      </pc:docMkLst>
      <pc:sldChg chg="modSp mod">
        <pc:chgData name="Olivier Bergeron" userId="25eb1b54-485f-4e43-901d-d18d08f0214c" providerId="ADAL" clId="{29DD34B8-463E-481B-8BB8-7C2F32D58337}" dt="2026-04-16T17:29:40.031" v="3" actId="6549"/>
        <pc:sldMkLst>
          <pc:docMk/>
          <pc:sldMk cId="447853837" sldId="256"/>
        </pc:sldMkLst>
        <pc:spChg chg="mod">
          <ac:chgData name="Olivier Bergeron" userId="25eb1b54-485f-4e43-901d-d18d08f0214c" providerId="ADAL" clId="{29DD34B8-463E-481B-8BB8-7C2F32D58337}" dt="2026-04-16T17:29:35.731" v="1" actId="27636"/>
          <ac:spMkLst>
            <pc:docMk/>
            <pc:sldMk cId="447853837" sldId="256"/>
            <ac:spMk id="2" creationId="{83B78DA0-819E-AB54-1E7C-6E0A421AA59C}"/>
          </ac:spMkLst>
        </pc:spChg>
        <pc:spChg chg="mod">
          <ac:chgData name="Olivier Bergeron" userId="25eb1b54-485f-4e43-901d-d18d08f0214c" providerId="ADAL" clId="{29DD34B8-463E-481B-8BB8-7C2F32D58337}" dt="2026-04-16T17:29:40.031" v="3" actId="6549"/>
          <ac:spMkLst>
            <pc:docMk/>
            <pc:sldMk cId="447853837" sldId="256"/>
            <ac:spMk id="3" creationId="{3EEFD950-FE96-2C25-4CDC-D891EFCFA396}"/>
          </ac:spMkLst>
        </pc:spChg>
      </pc:sldChg>
      <pc:sldMasterChg chg="modSldLayout">
        <pc:chgData name="Olivier Bergeron" userId="25eb1b54-485f-4e43-901d-d18d08f0214c" providerId="ADAL" clId="{29DD34B8-463E-481B-8BB8-7C2F32D58337}" dt="2026-04-16T17:32:26.077" v="12" actId="1076"/>
        <pc:sldMasterMkLst>
          <pc:docMk/>
          <pc:sldMasterMk cId="761851921" sldId="2147483695"/>
        </pc:sldMasterMkLst>
        <pc:sldLayoutChg chg="modSp mod">
          <pc:chgData name="Olivier Bergeron" userId="25eb1b54-485f-4e43-901d-d18d08f0214c" providerId="ADAL" clId="{29DD34B8-463E-481B-8BB8-7C2F32D58337}" dt="2026-04-16T17:32:26.077" v="12" actId="1076"/>
          <pc:sldLayoutMkLst>
            <pc:docMk/>
            <pc:sldMasterMk cId="761851921" sldId="2147483695"/>
            <pc:sldLayoutMk cId="340446381" sldId="2147483702"/>
          </pc:sldLayoutMkLst>
          <pc:spChg chg="mod">
            <ac:chgData name="Olivier Bergeron" userId="25eb1b54-485f-4e43-901d-d18d08f0214c" providerId="ADAL" clId="{29DD34B8-463E-481B-8BB8-7C2F32D58337}" dt="2026-04-16T17:32:26.077" v="12" actId="1076"/>
            <ac:spMkLst>
              <pc:docMk/>
              <pc:sldMasterMk cId="761851921" sldId="2147483695"/>
              <pc:sldLayoutMk cId="340446381" sldId="2147483702"/>
              <ac:spMk id="6" creationId="{7DF740FA-5F11-150D-EDEE-3508AC2C583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28BFA5-E1F9-A514-0FA3-E163CF57BE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8AB8-DE20-2994-D5EB-1B2F83E81E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2C08-F31F-417E-9DA2-FB0A727E2763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96DF5-3CFF-DFE4-CDCA-7568D5EE99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68DA0-8184-965C-17A5-6C0DD4CB40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85C08-6D5C-49F4-9A24-317952984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2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027B-B5CA-43FE-83BF-6327550A03F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C02A-94A9-4E52-835F-B6DB969C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065A-5675-FC91-3F31-AAD14B5B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086600" cy="297518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D5DB-1B71-6B4E-C597-6E58C76C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086601" cy="6383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28D7F17-E7CA-D342-ADB0-716D14ABF95E}"/>
              </a:ext>
            </a:extLst>
          </p:cNvPr>
          <p:cNvSpPr/>
          <p:nvPr userDrawn="1"/>
        </p:nvSpPr>
        <p:spPr>
          <a:xfrm rot="13500000">
            <a:off x="-2256760" y="1067661"/>
            <a:ext cx="4495933" cy="4495933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Google Shape;102;p1">
            <a:extLst>
              <a:ext uri="{FF2B5EF4-FFF2-40B4-BE49-F238E27FC236}">
                <a16:creationId xmlns:a16="http://schemas.microsoft.com/office/drawing/2014/main" id="{7736259A-2155-3A05-E879-8E5D876959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1;p1">
            <a:extLst>
              <a:ext uri="{FF2B5EF4-FFF2-40B4-BE49-F238E27FC236}">
                <a16:creationId xmlns:a16="http://schemas.microsoft.com/office/drawing/2014/main" id="{14E29151-F5AC-D6F0-5348-2DDDDEE15171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723FEE-7BEA-EA6E-D5EC-F81D7D5A1E24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011481-34B9-F126-1BA7-0476936B3687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2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925614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ACFC950-D753-DFB9-9779-ECAC1683F41F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C92444-EC3B-3CE5-6871-D8969E2A06F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DB794-04A0-CC33-A618-F40C2D4A7192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6F84729-8C7B-256A-74AA-272229A8701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1;p1">
            <a:extLst>
              <a:ext uri="{FF2B5EF4-FFF2-40B4-BE49-F238E27FC236}">
                <a16:creationId xmlns:a16="http://schemas.microsoft.com/office/drawing/2014/main" id="{C4A09761-B03F-554A-348A-463573F24C3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5A5-A0D5-F2C9-C2C5-CDF31FC0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01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2BD2FEA-4227-0367-3F81-6F16D3F2A15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1397479" y="1915065"/>
            <a:ext cx="9256144" cy="391582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C68526F-3176-767D-0C3F-589AA2C268B6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30476C-19AD-149E-AE8D-FF5A90C650B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604135-A875-835C-5E0B-64FF791CAC0B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Google Shape;102;p1">
            <a:extLst>
              <a:ext uri="{FF2B5EF4-FFF2-40B4-BE49-F238E27FC236}">
                <a16:creationId xmlns:a16="http://schemas.microsoft.com/office/drawing/2014/main" id="{983F88DD-28C9-3900-4B71-A8132135C9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1;p1">
            <a:extLst>
              <a:ext uri="{FF2B5EF4-FFF2-40B4-BE49-F238E27FC236}">
                <a16:creationId xmlns:a16="http://schemas.microsoft.com/office/drawing/2014/main" id="{6486F39D-62A5-D23A-B340-FCEF768AB5F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EB6439-0330-F6FA-A92A-852E017E3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7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C52A4DD-2602-4C1C-4E3E-F02623B24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9860" y="1825625"/>
            <a:ext cx="4703763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62A165-EF7E-BC34-05B2-D9C5F885A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6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F740FA-5F11-150D-EDEE-3508AC2C58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46510" y="1825625"/>
            <a:ext cx="440711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8AF2DC-85AC-CDC8-148D-0790E8322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56CCD09-8C97-80F4-3A87-B748C2C53E43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D575C9-2B3D-0A7C-1E6A-F930BC8B3D68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0511BE-0747-29E6-ACE5-CB4A28D146D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0BB4A561-3E81-67FA-0556-A0C00AFF606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67AF2E16-3B87-74F4-56AD-A3900BC733F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AF17C0-5FA7-2F33-8298-CA149EFA9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87B7ED9D-ADC4-9DE6-902B-C33C0CD5244A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0D1A08-3C4E-621B-9834-396DEFDEFA71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1D6C17-0689-F85E-5E97-AC72F778921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E9841F40-2EEF-5061-BEFF-DD39CD26149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FAD21B16-1D07-A325-1339-9E91223DDD1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1B4779-5B8A-6D8E-3A62-24910658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8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7B0A9-3C94-3B32-9486-075DA69C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A749-D7E4-884C-A159-BC8ECE47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9EC9-0BEC-D76D-DB70-0F08AE69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8180-9FEA-000D-6CCA-C5E2ADD9B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6671-0617-A66C-4498-98ED656BE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7A7E6-4794-48E8-A5E1-2E8F8499B3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85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1" r:id="rId3"/>
    <p:sldLayoutId id="2147483698" r:id="rId4"/>
    <p:sldLayoutId id="2147483702" r:id="rId5"/>
    <p:sldLayoutId id="2147483700" r:id="rId6"/>
    <p:sldLayoutId id="214748369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8DA0-819E-AB54-1E7C-6E0A421AA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452360" cy="2975184"/>
          </a:xfrm>
        </p:spPr>
        <p:txBody>
          <a:bodyPr>
            <a:normAutofit/>
          </a:bodyPr>
          <a:lstStyle/>
          <a:p>
            <a:r>
              <a:rPr lang="en-US" noProof="0" dirty="0"/>
              <a:t>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FD950-FE96-2C25-4CDC-D891EFCFA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452360" cy="638354"/>
          </a:xfrm>
        </p:spPr>
        <p:txBody>
          <a:bodyPr/>
          <a:lstStyle/>
          <a:p>
            <a:r>
              <a:rPr lang="en-US" noProof="0" dirty="0"/>
              <a:t>Olivier Bergeron</a:t>
            </a:r>
          </a:p>
        </p:txBody>
      </p:sp>
    </p:spTree>
    <p:extLst>
      <p:ext uri="{BB962C8B-B14F-4D97-AF65-F5344CB8AC3E}">
        <p14:creationId xmlns:p14="http://schemas.microsoft.com/office/powerpoint/2010/main" val="447853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42988-D6E0-3003-73BC-BEC6EC47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B55E4-D5FB-38F6-EC7B-3B3F6C2C7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Journal club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0253B-E60B-58CA-DB0E-C5EAAD924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2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B99597-B4F3-2816-2CDF-756B2D44D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942" y="2884110"/>
            <a:ext cx="5399217" cy="307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278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4E250-332D-5B8E-87B2-275E08EB2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Electrodes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47B04-16A2-6FDD-A706-9610E54D6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COPL</a:t>
            </a:r>
          </a:p>
          <a:p>
            <a:pPr lvl="1"/>
            <a:r>
              <a:rPr lang="en-US" dirty="0"/>
              <a:t>Still waiting for an answer</a:t>
            </a:r>
          </a:p>
          <a:p>
            <a:pPr lvl="1"/>
            <a:r>
              <a:rPr lang="en-US" dirty="0"/>
              <a:t>Follow up mail sent</a:t>
            </a:r>
          </a:p>
          <a:p>
            <a:endParaRPr lang="en-US" dirty="0"/>
          </a:p>
          <a:p>
            <a:r>
              <a:rPr lang="en-US" dirty="0"/>
              <a:t>University of Calgary</a:t>
            </a:r>
          </a:p>
          <a:p>
            <a:pPr lvl="1"/>
            <a:r>
              <a:rPr lang="en-US" dirty="0"/>
              <a:t>Interested to sent us a sample</a:t>
            </a:r>
          </a:p>
          <a:p>
            <a:pPr lvl="1"/>
            <a:r>
              <a:rPr lang="en-US" dirty="0"/>
              <a:t>Need to decide what sample I want (WIP)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B536A-A0CA-115C-5AF6-8FB0E0274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3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2C4A77-1321-7E3F-02DD-AB95847EF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948" y="3875896"/>
            <a:ext cx="6255052" cy="149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66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5786A-E64D-1CD0-5C1D-D0892F98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Impedance test 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76A3C-93B1-5D82-3F95-B36051700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Still doing iterations</a:t>
            </a:r>
          </a:p>
          <a:p>
            <a:r>
              <a:rPr lang="en-US" dirty="0"/>
              <a:t>Overestimate PETG rigidity at low thickness</a:t>
            </a:r>
          </a:p>
          <a:p>
            <a:r>
              <a:rPr lang="en-US" dirty="0"/>
              <a:t>Might have question for Jonathan regarding 3D printing 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EEC27-BDDF-E085-E171-2A7316471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4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7811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3D1A6-5BA9-22DF-EF9C-CC5A6543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Devkit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0EC0D-618E-01A8-5C41-065BE37C9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Started the breakout PCB (WIP)</a:t>
            </a:r>
          </a:p>
          <a:p>
            <a:r>
              <a:rPr lang="en-US" dirty="0"/>
              <a:t>Some questions for David-Alexandre</a:t>
            </a:r>
          </a:p>
          <a:p>
            <a:endParaRPr lang="en-US" dirty="0"/>
          </a:p>
          <a:p>
            <a:r>
              <a:rPr lang="en-US" dirty="0"/>
              <a:t>Test the code provided by INTAN</a:t>
            </a:r>
          </a:p>
          <a:p>
            <a:pPr lvl="1"/>
            <a:r>
              <a:rPr lang="en-US" dirty="0"/>
              <a:t>Need the devkit to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34D5F-94E1-DD55-6869-EE439D586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5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01C326-AEC1-F3C0-36A2-5B130422C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660" y="1873472"/>
            <a:ext cx="4749140" cy="311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11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18F9-277A-E115-9EC3-5B52458C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EA18A-D3F8-53F1-5BCC-1E48533CA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order:</a:t>
            </a:r>
          </a:p>
          <a:p>
            <a:pPr lvl="1"/>
            <a:r>
              <a:rPr lang="en-US" dirty="0"/>
              <a:t>Prepare the sample for University of Calgary</a:t>
            </a:r>
          </a:p>
          <a:p>
            <a:pPr lvl="1"/>
            <a:r>
              <a:rPr lang="en-US" dirty="0"/>
              <a:t>Continue with test bench</a:t>
            </a:r>
          </a:p>
          <a:p>
            <a:pPr lvl="1"/>
            <a:r>
              <a:rPr lang="en-US" dirty="0"/>
              <a:t>Breakout board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468F6-0816-7769-12CB-065C9D821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6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711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107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Updates</vt:lpstr>
      <vt:lpstr>Others</vt:lpstr>
      <vt:lpstr>Electrodes process</vt:lpstr>
      <vt:lpstr>Impedance test bench</vt:lpstr>
      <vt:lpstr>FPGA Devkit</vt:lpstr>
      <vt:lpstr>What’s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Bergeron</dc:creator>
  <cp:lastModifiedBy>Olivier Bergeron</cp:lastModifiedBy>
  <cp:revision>7</cp:revision>
  <dcterms:created xsi:type="dcterms:W3CDTF">2026-04-09T21:18:57Z</dcterms:created>
  <dcterms:modified xsi:type="dcterms:W3CDTF">2026-05-01T16:07:24Z</dcterms:modified>
</cp:coreProperties>
</file>