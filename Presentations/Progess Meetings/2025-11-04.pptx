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1"/>
  </p:notesMasterIdLst>
  <p:sldIdLst>
    <p:sldId id="302" r:id="rId4"/>
    <p:sldId id="383" r:id="rId5"/>
    <p:sldId id="385" r:id="rId6"/>
    <p:sldId id="386" r:id="rId7"/>
    <p:sldId id="391" r:id="rId8"/>
    <p:sldId id="392" r:id="rId9"/>
    <p:sldId id="39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FF00"/>
    <a:srgbClr val="065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1C8F5D2F-0B18-4284-BE65-D934514D84A1}"/>
    <pc:docChg chg="undo custSel addSld delSld modSld sldOrd">
      <pc:chgData name="Olivier Bergeron" userId="25eb1b54-485f-4e43-901d-d18d08f0214c" providerId="ADAL" clId="{1C8F5D2F-0B18-4284-BE65-D934514D84A1}" dt="2025-11-04T06:05:00.796" v="1416" actId="1076"/>
      <pc:docMkLst>
        <pc:docMk/>
      </pc:docMkLst>
      <pc:sldChg chg="addSp modSp mod">
        <pc:chgData name="Olivier Bergeron" userId="25eb1b54-485f-4e43-901d-d18d08f0214c" providerId="ADAL" clId="{1C8F5D2F-0B18-4284-BE65-D934514D84A1}" dt="2025-11-04T06:05:00.796" v="1416" actId="1076"/>
        <pc:sldMkLst>
          <pc:docMk/>
          <pc:sldMk cId="0" sldId="302"/>
        </pc:sldMkLst>
        <pc:spChg chg="mod">
          <ac:chgData name="Olivier Bergeron" userId="25eb1b54-485f-4e43-901d-d18d08f0214c" providerId="ADAL" clId="{1C8F5D2F-0B18-4284-BE65-D934514D84A1}" dt="2025-11-04T06:04:55.238" v="1413" actId="20577"/>
          <ac:spMkLst>
            <pc:docMk/>
            <pc:sldMk cId="0" sldId="302"/>
            <ac:spMk id="99" creationId="{00000000-0000-0000-0000-000000000000}"/>
          </ac:spMkLst>
        </pc:spChg>
      </pc:sldChg>
      <pc:sldChg chg="addSp modSp mod">
        <pc:chgData name="Olivier Bergeron" userId="25eb1b54-485f-4e43-901d-d18d08f0214c" providerId="ADAL" clId="{1C8F5D2F-0B18-4284-BE65-D934514D84A1}" dt="2025-11-04T05:18:29.122" v="280" actId="20577"/>
        <pc:sldMkLst>
          <pc:docMk/>
          <pc:sldMk cId="1414278494" sldId="383"/>
        </pc:sldMkLst>
        <pc:spChg chg="mod">
          <ac:chgData name="Olivier Bergeron" userId="25eb1b54-485f-4e43-901d-d18d08f0214c" providerId="ADAL" clId="{1C8F5D2F-0B18-4284-BE65-D934514D84A1}" dt="2025-11-04T05:16:29.386" v="221" actId="20577"/>
          <ac:spMkLst>
            <pc:docMk/>
            <pc:sldMk cId="1414278494" sldId="383"/>
            <ac:spMk id="2" creationId="{18048F7F-64D3-735E-583A-101D87082AD9}"/>
          </ac:spMkLst>
        </pc:spChg>
        <pc:spChg chg="mod">
          <ac:chgData name="Olivier Bergeron" userId="25eb1b54-485f-4e43-901d-d18d08f0214c" providerId="ADAL" clId="{1C8F5D2F-0B18-4284-BE65-D934514D84A1}" dt="2025-11-04T05:18:29.122" v="280" actId="20577"/>
          <ac:spMkLst>
            <pc:docMk/>
            <pc:sldMk cId="1414278494" sldId="383"/>
            <ac:spMk id="3" creationId="{BD037286-E129-6F50-7D39-9643009A53E7}"/>
          </ac:spMkLst>
        </pc:spChg>
        <pc:picChg chg="add mod">
          <ac:chgData name="Olivier Bergeron" userId="25eb1b54-485f-4e43-901d-d18d08f0214c" providerId="ADAL" clId="{1C8F5D2F-0B18-4284-BE65-D934514D84A1}" dt="2025-11-04T05:17:10.693" v="235" actId="1076"/>
          <ac:picMkLst>
            <pc:docMk/>
            <pc:sldMk cId="1414278494" sldId="383"/>
            <ac:picMk id="5" creationId="{F36DF984-D672-7144-E111-51966B97067F}"/>
          </ac:picMkLst>
        </pc:picChg>
        <pc:picChg chg="add mod">
          <ac:chgData name="Olivier Bergeron" userId="25eb1b54-485f-4e43-901d-d18d08f0214c" providerId="ADAL" clId="{1C8F5D2F-0B18-4284-BE65-D934514D84A1}" dt="2025-11-04T05:17:08.099" v="234" actId="1076"/>
          <ac:picMkLst>
            <pc:docMk/>
            <pc:sldMk cId="1414278494" sldId="383"/>
            <ac:picMk id="7" creationId="{944371F6-C0E1-5BE6-96AF-D68BFE6D748E}"/>
          </ac:picMkLst>
        </pc:picChg>
      </pc:sldChg>
      <pc:sldChg chg="addSp modSp add mod">
        <pc:chgData name="Olivier Bergeron" userId="25eb1b54-485f-4e43-901d-d18d08f0214c" providerId="ADAL" clId="{1C8F5D2F-0B18-4284-BE65-D934514D84A1}" dt="2025-11-04T05:34:54.719" v="571" actId="14100"/>
        <pc:sldMkLst>
          <pc:docMk/>
          <pc:sldMk cId="4011968208" sldId="385"/>
        </pc:sldMkLst>
        <pc:spChg chg="mod">
          <ac:chgData name="Olivier Bergeron" userId="25eb1b54-485f-4e43-901d-d18d08f0214c" providerId="ADAL" clId="{1C8F5D2F-0B18-4284-BE65-D934514D84A1}" dt="2025-11-04T05:17:21.143" v="239" actId="20577"/>
          <ac:spMkLst>
            <pc:docMk/>
            <pc:sldMk cId="4011968208" sldId="385"/>
            <ac:spMk id="2" creationId="{618553E7-1406-01BE-6AC6-2835D773CCB9}"/>
          </ac:spMkLst>
        </pc:spChg>
        <pc:spChg chg="mod">
          <ac:chgData name="Olivier Bergeron" userId="25eb1b54-485f-4e43-901d-d18d08f0214c" providerId="ADAL" clId="{1C8F5D2F-0B18-4284-BE65-D934514D84A1}" dt="2025-11-04T05:32:39.406" v="568" actId="20577"/>
          <ac:spMkLst>
            <pc:docMk/>
            <pc:sldMk cId="4011968208" sldId="385"/>
            <ac:spMk id="3" creationId="{55652994-E344-FF2E-89E0-A0D4913E180F}"/>
          </ac:spMkLst>
        </pc:spChg>
        <pc:picChg chg="add mod">
          <ac:chgData name="Olivier Bergeron" userId="25eb1b54-485f-4e43-901d-d18d08f0214c" providerId="ADAL" clId="{1C8F5D2F-0B18-4284-BE65-D934514D84A1}" dt="2025-11-04T05:34:54.719" v="571" actId="14100"/>
          <ac:picMkLst>
            <pc:docMk/>
            <pc:sldMk cId="4011968208" sldId="385"/>
            <ac:picMk id="5" creationId="{18197872-9E15-6852-563B-D1904C8FCF02}"/>
          </ac:picMkLst>
        </pc:picChg>
      </pc:sldChg>
      <pc:sldChg chg="addSp modSp add mod">
        <pc:chgData name="Olivier Bergeron" userId="25eb1b54-485f-4e43-901d-d18d08f0214c" providerId="ADAL" clId="{1C8F5D2F-0B18-4284-BE65-D934514D84A1}" dt="2025-11-04T05:59:28.227" v="1065" actId="1076"/>
        <pc:sldMkLst>
          <pc:docMk/>
          <pc:sldMk cId="594383800" sldId="386"/>
        </pc:sldMkLst>
        <pc:spChg chg="mod">
          <ac:chgData name="Olivier Bergeron" userId="25eb1b54-485f-4e43-901d-d18d08f0214c" providerId="ADAL" clId="{1C8F5D2F-0B18-4284-BE65-D934514D84A1}" dt="2025-11-04T05:43:01.603" v="623" actId="20577"/>
          <ac:spMkLst>
            <pc:docMk/>
            <pc:sldMk cId="594383800" sldId="386"/>
            <ac:spMk id="2" creationId="{408E7C72-8F08-EC81-0A78-484E89331CBD}"/>
          </ac:spMkLst>
        </pc:spChg>
        <pc:spChg chg="mod">
          <ac:chgData name="Olivier Bergeron" userId="25eb1b54-485f-4e43-901d-d18d08f0214c" providerId="ADAL" clId="{1C8F5D2F-0B18-4284-BE65-D934514D84A1}" dt="2025-11-04T05:59:17.603" v="1060" actId="27636"/>
          <ac:spMkLst>
            <pc:docMk/>
            <pc:sldMk cId="594383800" sldId="386"/>
            <ac:spMk id="3" creationId="{E5764B0C-7C53-7D98-454F-13F60509F164}"/>
          </ac:spMkLst>
        </pc:spChg>
        <pc:picChg chg="add mod">
          <ac:chgData name="Olivier Bergeron" userId="25eb1b54-485f-4e43-901d-d18d08f0214c" providerId="ADAL" clId="{1C8F5D2F-0B18-4284-BE65-D934514D84A1}" dt="2025-11-04T05:45:56.216" v="697" actId="1076"/>
          <ac:picMkLst>
            <pc:docMk/>
            <pc:sldMk cId="594383800" sldId="386"/>
            <ac:picMk id="5" creationId="{F6737597-046F-1C8F-4EC2-C637F35FE296}"/>
          </ac:picMkLst>
        </pc:picChg>
        <pc:picChg chg="add mod">
          <ac:chgData name="Olivier Bergeron" userId="25eb1b54-485f-4e43-901d-d18d08f0214c" providerId="ADAL" clId="{1C8F5D2F-0B18-4284-BE65-D934514D84A1}" dt="2025-11-04T05:47:34.379" v="729" actId="1076"/>
          <ac:picMkLst>
            <pc:docMk/>
            <pc:sldMk cId="594383800" sldId="386"/>
            <ac:picMk id="7" creationId="{237CC044-2714-2A9D-3DE4-8A160B9DD94F}"/>
          </ac:picMkLst>
        </pc:picChg>
        <pc:picChg chg="add mod">
          <ac:chgData name="Olivier Bergeron" userId="25eb1b54-485f-4e43-901d-d18d08f0214c" providerId="ADAL" clId="{1C8F5D2F-0B18-4284-BE65-D934514D84A1}" dt="2025-11-04T05:59:28.227" v="1065" actId="1076"/>
          <ac:picMkLst>
            <pc:docMk/>
            <pc:sldMk cId="594383800" sldId="386"/>
            <ac:picMk id="10" creationId="{F4856AC7-2B03-3940-A90B-41771C617573}"/>
          </ac:picMkLst>
        </pc:picChg>
      </pc:sldChg>
      <pc:sldChg chg="addSp delSp modSp add mod">
        <pc:chgData name="Olivier Bergeron" userId="25eb1b54-485f-4e43-901d-d18d08f0214c" providerId="ADAL" clId="{1C8F5D2F-0B18-4284-BE65-D934514D84A1}" dt="2025-11-04T06:04:10.895" v="1405" actId="478"/>
        <pc:sldMkLst>
          <pc:docMk/>
          <pc:sldMk cId="3756984064" sldId="390"/>
        </pc:sldMkLst>
        <pc:spChg chg="mod">
          <ac:chgData name="Olivier Bergeron" userId="25eb1b54-485f-4e43-901d-d18d08f0214c" providerId="ADAL" clId="{1C8F5D2F-0B18-4284-BE65-D934514D84A1}" dt="2025-11-04T06:01:08.625" v="1193" actId="20577"/>
          <ac:spMkLst>
            <pc:docMk/>
            <pc:sldMk cId="3756984064" sldId="390"/>
            <ac:spMk id="2" creationId="{1A97B47E-AA7F-67AC-155E-47BCC21317FF}"/>
          </ac:spMkLst>
        </pc:spChg>
        <pc:spChg chg="mod">
          <ac:chgData name="Olivier Bergeron" userId="25eb1b54-485f-4e43-901d-d18d08f0214c" providerId="ADAL" clId="{1C8F5D2F-0B18-4284-BE65-D934514D84A1}" dt="2025-11-04T06:03:04.052" v="1371" actId="20577"/>
          <ac:spMkLst>
            <pc:docMk/>
            <pc:sldMk cId="3756984064" sldId="390"/>
            <ac:spMk id="3" creationId="{CAA26107-F46B-4AC8-86CB-3527DD729932}"/>
          </ac:spMkLst>
        </pc:spChg>
      </pc:sldChg>
      <pc:sldChg chg="addSp delSp modSp add mod">
        <pc:chgData name="Olivier Bergeron" userId="25eb1b54-485f-4e43-901d-d18d08f0214c" providerId="ADAL" clId="{1C8F5D2F-0B18-4284-BE65-D934514D84A1}" dt="2025-11-04T06:00:52.127" v="1174" actId="20577"/>
        <pc:sldMkLst>
          <pc:docMk/>
          <pc:sldMk cId="3357516887" sldId="391"/>
        </pc:sldMkLst>
        <pc:spChg chg="mod">
          <ac:chgData name="Olivier Bergeron" userId="25eb1b54-485f-4e43-901d-d18d08f0214c" providerId="ADAL" clId="{1C8F5D2F-0B18-4284-BE65-D934514D84A1}" dt="2025-11-04T05:48:41.926" v="779" actId="20577"/>
          <ac:spMkLst>
            <pc:docMk/>
            <pc:sldMk cId="3357516887" sldId="391"/>
            <ac:spMk id="2" creationId="{6A0ED7E4-C437-0D95-A5A7-56E07E5751B2}"/>
          </ac:spMkLst>
        </pc:spChg>
        <pc:spChg chg="mod">
          <ac:chgData name="Olivier Bergeron" userId="25eb1b54-485f-4e43-901d-d18d08f0214c" providerId="ADAL" clId="{1C8F5D2F-0B18-4284-BE65-D934514D84A1}" dt="2025-11-04T06:00:52.127" v="1174" actId="20577"/>
          <ac:spMkLst>
            <pc:docMk/>
            <pc:sldMk cId="3357516887" sldId="391"/>
            <ac:spMk id="3" creationId="{7CF473FE-3889-444E-C1C5-BA956431DC21}"/>
          </ac:spMkLst>
        </pc:spChg>
        <pc:picChg chg="add mod">
          <ac:chgData name="Olivier Bergeron" userId="25eb1b54-485f-4e43-901d-d18d08f0214c" providerId="ADAL" clId="{1C8F5D2F-0B18-4284-BE65-D934514D84A1}" dt="2025-11-04T05:51:44.969" v="875" actId="1076"/>
          <ac:picMkLst>
            <pc:docMk/>
            <pc:sldMk cId="3357516887" sldId="391"/>
            <ac:picMk id="7" creationId="{42B80F4C-8756-7674-279B-E460740BD5D4}"/>
          </ac:picMkLst>
        </pc:picChg>
      </pc:sldChg>
      <pc:sldChg chg="addSp modSp add mod">
        <pc:chgData name="Olivier Bergeron" userId="25eb1b54-485f-4e43-901d-d18d08f0214c" providerId="ADAL" clId="{1C8F5D2F-0B18-4284-BE65-D934514D84A1}" dt="2025-11-04T05:58:14.705" v="1021" actId="20577"/>
        <pc:sldMkLst>
          <pc:docMk/>
          <pc:sldMk cId="1731462528" sldId="392"/>
        </pc:sldMkLst>
        <pc:spChg chg="mod">
          <ac:chgData name="Olivier Bergeron" userId="25eb1b54-485f-4e43-901d-d18d08f0214c" providerId="ADAL" clId="{1C8F5D2F-0B18-4284-BE65-D934514D84A1}" dt="2025-11-04T05:55:39.862" v="884" actId="20577"/>
          <ac:spMkLst>
            <pc:docMk/>
            <pc:sldMk cId="1731462528" sldId="392"/>
            <ac:spMk id="2" creationId="{021EFA63-A26F-2F4B-ED94-D39BF1795D47}"/>
          </ac:spMkLst>
        </pc:spChg>
        <pc:spChg chg="mod">
          <ac:chgData name="Olivier Bergeron" userId="25eb1b54-485f-4e43-901d-d18d08f0214c" providerId="ADAL" clId="{1C8F5D2F-0B18-4284-BE65-D934514D84A1}" dt="2025-11-04T05:58:14.705" v="1021" actId="20577"/>
          <ac:spMkLst>
            <pc:docMk/>
            <pc:sldMk cId="1731462528" sldId="392"/>
            <ac:spMk id="3" creationId="{76EF29BD-5A8C-2409-2885-00587459AA8E}"/>
          </ac:spMkLst>
        </pc:spChg>
        <pc:picChg chg="add mod">
          <ac:chgData name="Olivier Bergeron" userId="25eb1b54-485f-4e43-901d-d18d08f0214c" providerId="ADAL" clId="{1C8F5D2F-0B18-4284-BE65-D934514D84A1}" dt="2025-11-04T05:55:45.553" v="886" actId="1076"/>
          <ac:picMkLst>
            <pc:docMk/>
            <pc:sldMk cId="1731462528" sldId="392"/>
            <ac:picMk id="5" creationId="{7AA7DEC7-5FC2-C8D5-E10F-8039368FF2DE}"/>
          </ac:picMkLst>
        </pc:picChg>
      </pc:sldChg>
    </pc:docChg>
  </pc:docChgLst>
  <pc:docChgLst>
    <pc:chgData name="Olivier Bergeron" userId="25eb1b54-485f-4e43-901d-d18d08f0214c" providerId="ADAL" clId="{29DD34B8-463E-481B-8BB8-7C2F32D58337}"/>
    <pc:docChg chg="modSld">
      <pc:chgData name="Olivier Bergeron" userId="25eb1b54-485f-4e43-901d-d18d08f0214c" providerId="ADAL" clId="{29DD34B8-463E-481B-8BB8-7C2F32D58337}" dt="2025-11-06T19:21:17.422" v="11" actId="1076"/>
      <pc:docMkLst>
        <pc:docMk/>
      </pc:docMkLst>
      <pc:sldChg chg="addSp modSp mod">
        <pc:chgData name="Olivier Bergeron" userId="25eb1b54-485f-4e43-901d-d18d08f0214c" providerId="ADAL" clId="{29DD34B8-463E-481B-8BB8-7C2F32D58337}" dt="2025-11-06T19:21:17.422" v="11" actId="1076"/>
        <pc:sldMkLst>
          <pc:docMk/>
          <pc:sldMk cId="1414278494" sldId="383"/>
        </pc:sldMkLst>
        <pc:picChg chg="add mod">
          <ac:chgData name="Olivier Bergeron" userId="25eb1b54-485f-4e43-901d-d18d08f0214c" providerId="ADAL" clId="{29DD34B8-463E-481B-8BB8-7C2F32D58337}" dt="2025-11-06T19:21:17.422" v="11" actId="1076"/>
          <ac:picMkLst>
            <pc:docMk/>
            <pc:sldMk cId="1414278494" sldId="383"/>
            <ac:picMk id="6" creationId="{DFE2117B-9C3D-6EC4-4771-F8AF280253CA}"/>
          </ac:picMkLst>
        </pc:picChg>
      </pc:sldChg>
      <pc:sldChg chg="addSp modSp mod">
        <pc:chgData name="Olivier Bergeron" userId="25eb1b54-485f-4e43-901d-d18d08f0214c" providerId="ADAL" clId="{29DD34B8-463E-481B-8BB8-7C2F32D58337}" dt="2025-11-06T18:37:48.984" v="4" actId="1076"/>
        <pc:sldMkLst>
          <pc:docMk/>
          <pc:sldMk cId="4011968208" sldId="385"/>
        </pc:sldMkLst>
        <pc:picChg chg="add mod">
          <ac:chgData name="Olivier Bergeron" userId="25eb1b54-485f-4e43-901d-d18d08f0214c" providerId="ADAL" clId="{29DD34B8-463E-481B-8BB8-7C2F32D58337}" dt="2025-11-06T18:37:48.984" v="4" actId="1076"/>
          <ac:picMkLst>
            <pc:docMk/>
            <pc:sldMk cId="4011968208" sldId="385"/>
            <ac:picMk id="6" creationId="{C6605291-92AD-2C5F-58AE-2DC850663F7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5FFC8-D122-46F0-98B9-35D09C51C3C4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4B2D1-2D8B-48AB-9FFA-BB9831E80B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928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3F3E7E7-EC45-0DC8-0221-74FD51D8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DCA1FFC6-AB8C-E728-7AE0-124E45C9A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EE8FED7-0ECE-D581-85B1-84F2C3E8D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0797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5444BFD-5DC5-7193-6071-81A0B31C7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94606586-1972-84C6-2C90-B2F651E310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44C435-80F8-741A-7803-D54E7E4E5E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46481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5D53119E-F36A-266A-BEB8-21E92CB13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808CD8DB-D3FA-171C-9AC9-B7292D67E4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4BD2435-F688-5FFA-695C-E87EF8B7F9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5326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AA5E83D6-E585-6BC7-63C7-74F68B39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583876A9-EF21-6FCE-9349-CCB5D1DBB7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9358363-3912-2BD6-B0B2-B7796683EC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659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55FE0AE2-012C-30BD-05E6-05C85F873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CB9FDC02-67B8-7DA8-9277-204B9EA91E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89B1528-935C-1B0C-255E-11356711CD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0577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325F5CB-C8E4-87B1-9045-76DF26CF8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EB29212B-2D54-5F6D-F1A5-BAB0464974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25DC33A-21AA-AD8E-A6A9-13BB18EEDF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4329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9146-6582-5C33-8BC9-A5CBB6189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E53EF-9130-3BF5-6474-05A027267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1816D-F85A-FD32-CFFC-0DDF78AA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B51BE-01F5-C633-0CD2-6BEF25EB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4BA87-886B-81D8-468F-1BE6653A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778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DC62-0D8F-92FE-9673-360037E3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93B02-405C-F5CD-AF53-5917A5EEC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9A2A-FB0F-54AF-D482-875C35FB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73925-81D4-D2FE-4ACB-DCF10E71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16561-FECB-43E3-B9E9-D029ECF1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730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BBE0-D503-B72B-17F6-6E8CBFBF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467A5-0F51-B742-6E0A-C93F4297E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BBAF2-F39A-F3A7-F88C-B2064708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12887-98D1-08D2-5ED7-9A23E4944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1AA6-EFEE-2F34-FB24-631C3671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118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E3DD-49F9-48A1-72E6-3EAD5D26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1C026-F649-B229-46B0-FC63F89C1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E675E-0EA1-47EE-19F8-28DB412BA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FE955-460F-31B7-791C-FE1E2B49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A7F41-E0FF-34B7-0FF3-4EE90550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804BE-6AAF-02E8-816E-E117C513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328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C58-F44F-F3CF-212A-54EA2199E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0ADB2-00DF-8BCD-879A-EC8F9CD42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4D597-3066-48D8-89FD-31BE0A4F9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E0E59-34E3-7766-CE55-B8F401B24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3DC86-2858-16AD-388A-17E41DC07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DF264-3D71-997D-741F-3CDC2DBC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F1183-3F56-7135-2461-52D37A7D3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AAD777-0C32-476C-3FF3-E9B1F739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06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FAF0-6041-15B5-AF1A-99247C51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4F25B-0804-9ACA-C9AB-E23ADCEA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15E15-FD8F-6D3E-E84D-0D7E98F6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2A7F8-0032-DF0F-0D7B-35A542D0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148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71945-41FC-26D8-7366-06EC92A7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BFD87-89EA-28C4-315A-7EDC8866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CBBD-DF8F-C090-A1D1-F484B515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4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C357-D5EC-8FD4-0BAA-2EE1FAEA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6A4D8-E1AC-2106-F221-28AADCD2A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B7461-8D44-FA59-7AD1-37EAD1B2D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77B39-A07C-C50E-761C-0E47EA38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93881-1C02-AC1E-0B7D-BF5A5845E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170B8-CA5A-126C-947B-3AC69D78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45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648B-78C8-0CB6-7DBD-380BDAAB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4AB08-3104-5356-23E7-272E95B34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FAA32-B646-065E-C0E6-AEFA9D261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0BA1B-C0B7-948B-C8F9-EE8259CE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1E513-CA0A-5CEC-5563-167FB9AE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56206-140D-DEE2-BE4B-5AED4194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240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1FE6-C35F-B190-E474-F0EF2B46E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72BC4-B9AB-46E7-9BFF-9B960007E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16619-094A-09F3-F319-97461040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70BC-D21F-038B-B964-61A685EC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AAE75-259C-E2A0-1D3D-492CC6B8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98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E5E6A-062A-29D4-C6F0-DD4278AD8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7E4F2-5EA9-E27C-F06C-A193CCB89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EE69F-AF62-3AF4-8A4F-21C6AED9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3FFD-EDF6-941F-F191-535B70D2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3E7B6-F111-A562-2990-040471B0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32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037FB-7632-DFAA-9C65-1982E591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7577-F106-695C-5612-6D55B074A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95688-1F51-46F6-2FDF-6A97B0999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7FEF7-F4CB-47C3-A078-A6DFF96AA897}" type="datetimeFigureOut">
              <a:rPr lang="en-CA" smtClean="0"/>
              <a:t>2025-11-06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75ABB-140C-6C34-F227-C1C1E2917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E52AF-6636-9F9B-11F0-BAB379027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3365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89" name="Google Shape;89;p1"/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>
            <a:spLocks noGrp="1"/>
          </p:cNvSpPr>
          <p:nvPr>
            <p:ph type="title"/>
          </p:nvPr>
        </p:nvSpPr>
        <p:spPr>
          <a:xfrm>
            <a:off x="1949813" y="2444606"/>
            <a:ext cx="7857000" cy="92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/>
          <a:p>
            <a:pPr algn="ctr">
              <a:buClr>
                <a:srgbClr val="000000"/>
              </a:buClr>
              <a:buSzPts val="1800"/>
              <a:buFont typeface="Arial"/>
            </a:pPr>
            <a:r>
              <a:rPr lang="en-US" sz="66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Update</a:t>
            </a: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88" y="5861303"/>
            <a:ext cx="2351532" cy="970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1255" y="4661915"/>
            <a:ext cx="48387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4E2995-9FD1-2510-FEE6-7E6C9ACF4A27}"/>
              </a:ext>
            </a:extLst>
          </p:cNvPr>
          <p:cNvSpPr txBox="1"/>
          <p:nvPr/>
        </p:nvSpPr>
        <p:spPr>
          <a:xfrm>
            <a:off x="4041058" y="3590544"/>
            <a:ext cx="357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Olivier Bergeron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84EBC29-F1A1-6D9A-BDC8-9DF0A0FD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7A64D879-B2AF-9147-23AB-5433FC3F900A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D4B6F0F9-8D43-4DE1-A037-0A3F3B635C90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5213BD9-D4FB-059D-D239-0E319F979DF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8520272-CA75-0957-6445-EDC4F427165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2F09B547-5EA3-6ED0-15E2-64755C737E6C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44B9D86-B246-DBCD-1FEB-C4CAE4165979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241DDC3-66D9-EDC2-E90B-CD4951FAC091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64AD78F7-BFFD-6AF9-C1BD-179D1D479721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05A5A468-664B-5915-C631-A7111F73041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4859E4A0-968B-782C-2930-4151EE32EC9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E2DC6D7-8BF3-FB45-0B29-7AA4FB6BE7C8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DB4FBA11-B6BA-3F1F-EB7F-B0D8D03758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FE073AD9-35A3-37FE-BDAE-6CA3E8CDFDE6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8E7DB96-EC1D-D556-918F-E271A92449EE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48F7F-64D3-735E-583A-101D8708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CA" dirty="0"/>
              <a:t>PEDOT article no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37286-E129-6F50-7D39-9643009A5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i="1" dirty="0"/>
              <a:t>Conducting Polymer-Ionic Liquid Electrode Arrays for High-Density Surface Electromyography </a:t>
            </a:r>
            <a:r>
              <a:rPr lang="en-US" sz="2400" dirty="0"/>
              <a:t>(Velasco-Bosom et al.)</a:t>
            </a:r>
            <a:endParaRPr lang="fr-CA" sz="2400" dirty="0"/>
          </a:p>
          <a:p>
            <a:r>
              <a:rPr lang="fr-CA" sz="2400" dirty="0"/>
              <a:t>Key points</a:t>
            </a:r>
          </a:p>
          <a:p>
            <a:pPr lvl="1"/>
            <a:r>
              <a:rPr lang="fr-CA" sz="2000" dirty="0" err="1"/>
              <a:t>Grid</a:t>
            </a:r>
            <a:r>
              <a:rPr lang="fr-CA" sz="2000" dirty="0"/>
              <a:t> size: 4 x 4</a:t>
            </a:r>
          </a:p>
          <a:p>
            <a:pPr lvl="1"/>
            <a:r>
              <a:rPr lang="fr-CA" sz="2000" dirty="0" err="1"/>
              <a:t>Electrode</a:t>
            </a:r>
            <a:r>
              <a:rPr lang="fr-CA" sz="2000" dirty="0"/>
              <a:t> size: 1.5 mm x 1.5 mm</a:t>
            </a:r>
          </a:p>
          <a:p>
            <a:pPr lvl="1"/>
            <a:r>
              <a:rPr lang="fr-CA" sz="2000" dirty="0"/>
              <a:t>IED: 3 mm</a:t>
            </a:r>
          </a:p>
          <a:p>
            <a:pPr lvl="1"/>
            <a:r>
              <a:rPr lang="fr-CA" sz="2000" dirty="0"/>
              <a:t>Scalable fabrication techniques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6DF984-D672-7144-E111-51966B970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703" y="4349135"/>
            <a:ext cx="2921179" cy="23541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4371F6-C0E1-5BE6-96AF-D68BFE6D7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09" y="4374854"/>
            <a:ext cx="4763770" cy="23284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E2117B-9C3D-6EC4-4771-F8AF280253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0879" y="2333032"/>
            <a:ext cx="2721612" cy="212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78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98DEE94F-C8F9-7416-DBB8-4774D392A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1E0DA813-D988-E8B0-D42A-5D3BF36D8950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336F4332-DFBB-6EC7-8772-E48B48CC51E6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8C7F047-E2DD-01BE-8FFB-0F8CACB5A84E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E45E2052-5D90-92B9-05B1-E71C00360F4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F4D5D5C8-3383-CFF9-C392-2C640A8B8AED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3066A4C5-68B4-EF32-20FA-B633ECE6A0D6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E34439B4-7476-A517-15A1-7FC16B6194C7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BF50C489-806F-97A7-398C-2E6175487BE1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7D64CB5C-1FE3-0354-7B6D-BE68621105D0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953D727E-4B4C-C3FF-CB33-2175311A9501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2B4C856-84EF-0C7F-2A7D-A393CBD167E6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B049CA46-FA7F-1011-FD4F-AAA740A9692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85CB9DDF-D5DB-4C8F-8E9A-CAF217504EE6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E8918FD8-E186-DCDF-4A31-29094CF98A06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8553E7-1406-01BE-6AC6-2835D773C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CA" dirty="0"/>
              <a:t>PEDOT article no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52994-E344-FF2E-89E0-A0D4913E1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i="1" dirty="0"/>
              <a:t>Stretchable and Self-Adhesive PEDOT:PSS Blend with High Sweat Tolerance as Conformal Biopotential Dry Electrodes</a:t>
            </a:r>
            <a:r>
              <a:rPr lang="en-US" sz="2400" dirty="0"/>
              <a:t> (Cao et al.)</a:t>
            </a:r>
          </a:p>
          <a:p>
            <a:r>
              <a:rPr lang="fr-CA" sz="2400" dirty="0"/>
              <a:t>Key points</a:t>
            </a:r>
          </a:p>
          <a:p>
            <a:pPr lvl="1"/>
            <a:r>
              <a:rPr lang="en-CA" sz="2000" dirty="0"/>
              <a:t>Blend of PEDOT, Polyvinyl alcohol and tannic acid</a:t>
            </a:r>
          </a:p>
          <a:p>
            <a:pPr lvl="1"/>
            <a:r>
              <a:rPr lang="fr-CA" sz="2000" dirty="0" err="1"/>
              <a:t>Lower</a:t>
            </a:r>
            <a:r>
              <a:rPr lang="fr-CA" sz="2000" dirty="0"/>
              <a:t> </a:t>
            </a:r>
            <a:r>
              <a:rPr lang="fr-CA" sz="2000" dirty="0" err="1"/>
              <a:t>peak</a:t>
            </a:r>
            <a:r>
              <a:rPr lang="fr-CA" sz="2000" dirty="0"/>
              <a:t> noise </a:t>
            </a:r>
            <a:r>
              <a:rPr lang="fr-CA" sz="2000" dirty="0" err="1"/>
              <a:t>than</a:t>
            </a:r>
            <a:r>
              <a:rPr lang="fr-CA" sz="2000" dirty="0"/>
              <a:t> Ag/</a:t>
            </a:r>
            <a:r>
              <a:rPr lang="fr-CA" sz="2000" dirty="0" err="1"/>
              <a:t>AgCl</a:t>
            </a:r>
            <a:r>
              <a:rPr lang="fr-CA" sz="2000" dirty="0"/>
              <a:t> (20 µV vs 60 µV)</a:t>
            </a:r>
          </a:p>
          <a:p>
            <a:pPr lvl="1"/>
            <a:r>
              <a:rPr lang="en-US" sz="2000" dirty="0"/>
              <a:t>Stretchable with minimal resistance change (up to 50% stretch)</a:t>
            </a:r>
          </a:p>
          <a:p>
            <a:pPr lvl="1"/>
            <a:r>
              <a:rPr lang="en-US" sz="2000" dirty="0"/>
              <a:t>Self-adhesive on dry and sweaty skin</a:t>
            </a:r>
          </a:p>
          <a:p>
            <a:pPr lvl="1"/>
            <a:endParaRPr lang="en-CA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97872-9E15-6852-563B-D1904C8FC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4133" y="2525352"/>
            <a:ext cx="3977676" cy="33479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605291-92AD-2C5F-58AE-2DC850663F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74" y="4470697"/>
            <a:ext cx="7522866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968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626A054-FA68-D432-1AC4-47AEE22D7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D2A7ABE7-E236-6B17-38C9-7B6C8877F36C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2DE12020-4F09-810B-63A6-40F07C43E3CB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596AA0F-3F19-A874-DE1B-EF1BB1FCA84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0CCD861-5153-65DE-2771-0B10CDE75EE1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635C0A04-9707-BF3D-EB04-2B643555BFDA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CDCB74F4-E403-BE55-4EBE-883284B3E4E2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E0572B75-E5C7-9C90-3959-EAF1426422A5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0B647C86-0380-28ED-6B46-D5941C94AFFB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3E8AE074-D44B-C452-BE9F-D9345245B9B3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11B45DF3-5085-1E44-8B50-C5EFA84541EB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EECB7412-9EFE-5A59-14D9-CF5AC570F9E2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091F65DE-6C83-068D-8B78-12DDD998C5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29F36EC7-2A61-F4DA-1C72-AC2A9AE1CF5E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D989AEC9-A984-DED6-937F-DA7037F088D5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8E7C72-8F08-EC81-0A78-484E89331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Pre-made kits - </a:t>
            </a:r>
            <a:r>
              <a:rPr lang="en-CA" dirty="0" err="1"/>
              <a:t>TMSi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64B0C-7C53-7D98-454F-13F60509F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CA" dirty="0"/>
              <a:t>Electrode grid</a:t>
            </a:r>
          </a:p>
          <a:p>
            <a:pPr lvl="1"/>
            <a:r>
              <a:rPr lang="en-CA" dirty="0"/>
              <a:t>4 mm IED</a:t>
            </a:r>
          </a:p>
          <a:p>
            <a:pPr lvl="1"/>
            <a:r>
              <a:rPr lang="en-CA" dirty="0"/>
              <a:t>2 mm diameter (not written but assumed)</a:t>
            </a:r>
          </a:p>
          <a:p>
            <a:pPr lvl="1"/>
            <a:r>
              <a:rPr lang="en-CA" dirty="0"/>
              <a:t>32 and 64 channels available</a:t>
            </a:r>
          </a:p>
          <a:p>
            <a:pPr lvl="1"/>
            <a:r>
              <a:rPr lang="en-CA" dirty="0"/>
              <a:t>Textile grids</a:t>
            </a:r>
          </a:p>
          <a:p>
            <a:endParaRPr lang="en-CA" dirty="0"/>
          </a:p>
          <a:p>
            <a:r>
              <a:rPr lang="en-CA" dirty="0"/>
              <a:t>Wireless acquisition module</a:t>
            </a:r>
          </a:p>
          <a:p>
            <a:endParaRPr lang="en-CA" dirty="0"/>
          </a:p>
          <a:p>
            <a:r>
              <a:rPr lang="en-CA" dirty="0"/>
              <a:t>Free software</a:t>
            </a:r>
          </a:p>
          <a:p>
            <a:pPr lvl="1"/>
            <a:r>
              <a:rPr lang="en-CA" dirty="0"/>
              <a:t>Motor unit decomposition</a:t>
            </a:r>
          </a:p>
          <a:p>
            <a:pPr lvl="1"/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737597-046F-1C8F-4EC2-C637F35FE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875" y="742915"/>
            <a:ext cx="1219370" cy="2981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7CC044-2714-2A9D-3DE4-8A160B9DD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2824" y="4080823"/>
            <a:ext cx="4463891" cy="26688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856AC7-2B03-3940-A90B-41771C6175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8201" y="900459"/>
            <a:ext cx="2049710" cy="273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38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1BCDCD0-EAF4-FC82-84F1-3873A40F9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347C60A1-C1B9-0296-3FD2-304884FCE9F4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8468A5B2-C293-1691-C3D0-FD7B0A632BC8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6BD16FA4-2F46-1D19-5746-F9197AFC282F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7D60FB7-6DE3-C0CF-82DB-6D8FC4006D1E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83FD45F8-B796-1CE0-4E47-27CAC8835E14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C034C262-B04B-71C4-A5F1-1B94ABBD06E7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F7D1E99-853A-BD62-7144-F539F2B81223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6C91A569-9960-768D-8FEB-B3EBFEE831F4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BD5BC731-16AF-B4F1-9C77-A512F0177F0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1E68CA80-5B90-62BE-39C8-EEB0A92C1864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7A41545A-3F86-8DC9-73D3-0424FBDBEC3B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3AFE56B8-A1B6-0716-C5D3-2722A707DA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7AA6817B-2D05-4818-5547-FF98197FE971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EFA5DCFC-E7A1-2B09-575B-01ED3107B06B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ED7E4-C437-0D95-A5A7-56E07E57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Pre-made kits - Ot Bioelettronica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473FE-3889-444E-C1C5-BA956431D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Electrode Grid</a:t>
            </a:r>
          </a:p>
          <a:p>
            <a:pPr lvl="1"/>
            <a:r>
              <a:rPr lang="en-CA" dirty="0"/>
              <a:t>5 mm IED</a:t>
            </a:r>
          </a:p>
          <a:p>
            <a:pPr lvl="1"/>
            <a:r>
              <a:rPr lang="en-CA" dirty="0"/>
              <a:t>2.5 mm diameter (not written but assumed)</a:t>
            </a:r>
          </a:p>
          <a:p>
            <a:pPr lvl="1"/>
            <a:r>
              <a:rPr lang="en-CA" dirty="0"/>
              <a:t>32 channels available</a:t>
            </a:r>
          </a:p>
          <a:p>
            <a:pPr lvl="1"/>
            <a:endParaRPr lang="en-CA" dirty="0"/>
          </a:p>
          <a:p>
            <a:r>
              <a:rPr lang="en-CA" dirty="0"/>
              <a:t>Acquisition module</a:t>
            </a:r>
          </a:p>
          <a:p>
            <a:pPr lvl="1"/>
            <a:r>
              <a:rPr lang="en-CA" dirty="0"/>
              <a:t>High channel count available (384 or 960) </a:t>
            </a:r>
          </a:p>
          <a:p>
            <a:endParaRPr lang="en-CA" dirty="0"/>
          </a:p>
          <a:p>
            <a:pPr lvl="1"/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B80F4C-8756-7674-279B-E460740BD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887553" y="2508629"/>
            <a:ext cx="3518122" cy="149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516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5300BA5-D4DA-4880-7C31-27C37AD2E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5ED25DDA-1A6F-E011-6B16-1C7ECA686562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97E0A7BB-6540-2793-A45D-0B30D4C092DC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70A6B472-830A-2176-8F54-F99D5CE8B608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BD010AA-FF15-E418-0536-DE5221480AC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FFB3EA99-76AE-455C-9608-60152FCD4D92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2B6277A6-113B-85BC-485E-C546D3E1EB31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4C39A29A-32A8-1BFD-0C7C-DE7E4189384B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7BF039BB-0515-A91A-39D4-71CC3E6F92A6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CC656147-9881-EC0B-09EA-78321F24F3D6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6F02E5AD-5D81-86F6-35BB-C8C14B15E211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BCBACED7-244E-7CCD-1686-CFF8231B4DD3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6D94CDAD-C68B-D605-E202-AE0CB5E5E7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7A72E270-7513-62F1-D0BF-526820C8E83B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82D57087-050E-C9F8-991A-71D1E53D68AB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1EFA63-A26F-2F4B-ED94-D39BF1795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Pre-made kits - </a:t>
            </a:r>
            <a:r>
              <a:rPr lang="en-CA" dirty="0" err="1"/>
              <a:t>Delsys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F29BD-5A8C-2409-2885-00587459A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Electrode grid</a:t>
            </a:r>
          </a:p>
          <a:p>
            <a:pPr lvl="1"/>
            <a:r>
              <a:rPr lang="en-CA" dirty="0"/>
              <a:t>2 mm diameter</a:t>
            </a:r>
          </a:p>
          <a:p>
            <a:pPr lvl="1"/>
            <a:r>
              <a:rPr lang="en-CA" dirty="0"/>
              <a:t>6 mm IED</a:t>
            </a:r>
          </a:p>
          <a:p>
            <a:pPr lvl="1"/>
            <a:r>
              <a:rPr lang="en-CA" dirty="0"/>
              <a:t>Hard to generate bigger grid</a:t>
            </a:r>
          </a:p>
          <a:p>
            <a:pPr lvl="1"/>
            <a:endParaRPr lang="en-CA" dirty="0"/>
          </a:p>
          <a:p>
            <a:r>
              <a:rPr lang="en-CA" dirty="0"/>
              <a:t>Paid software</a:t>
            </a:r>
          </a:p>
          <a:p>
            <a:pPr lvl="1"/>
            <a:r>
              <a:rPr lang="en-CA" dirty="0"/>
              <a:t>API available</a:t>
            </a:r>
          </a:p>
          <a:p>
            <a:pPr lvl="1"/>
            <a:r>
              <a:rPr lang="en-CA" dirty="0"/>
              <a:t>Motor Unit Decomposition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A7DEC7-5FC2-C8D5-E10F-8039368FF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2885" y="781216"/>
            <a:ext cx="2238687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62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8195547-9217-3526-FA97-4063CCFA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19DF24A5-85E4-5658-F229-50A38E7B802F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E3F91085-C629-42A4-1CB0-7684D1DBCE9C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300E169-A26A-5154-1D6C-C326DF40BBB5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5F3F9FC-0AD3-1974-42AB-2B3827ED5335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7673F5C4-7CDC-76AB-ED8E-1D9474E02F03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00F02319-7F8E-51CC-29D7-550C4BDE6265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AB4F1270-0E57-4629-7160-EE1C3AB2FB7A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2A424C03-4420-B3A5-06A7-75F91F072C1C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F38558FD-898B-DA54-6924-329E5AC5BD44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8E79D6FE-8159-94F3-C722-BC30F66B2B7A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A80D6F2-B6D3-72C5-701F-80EBB4A757CA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AB2BB232-53B0-A1D3-8C28-143E87E39F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60FF1217-4B01-B0CE-2FB9-23C15B13BCCA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A82310EE-367F-6CDB-93ED-25AEDBD2866F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7B47E-AA7F-67AC-155E-47BCC2131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Explorable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26107-F46B-4AC8-86CB-3527DD729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Main issue: acquisition modules very expensive</a:t>
            </a:r>
          </a:p>
          <a:p>
            <a:pPr lvl="1"/>
            <a:r>
              <a:rPr lang="en-CA" dirty="0"/>
              <a:t>Possible solution: Custom made acquisition system</a:t>
            </a:r>
          </a:p>
          <a:p>
            <a:pPr lvl="2"/>
            <a:r>
              <a:rPr lang="en-CA" dirty="0"/>
              <a:t>Could be tested with commercial grid</a:t>
            </a:r>
          </a:p>
        </p:txBody>
      </p:sp>
    </p:spTree>
    <p:extLst>
      <p:ext uri="{BB962C8B-B14F-4D97-AF65-F5344CB8AC3E}">
        <p14:creationId xmlns:p14="http://schemas.microsoft.com/office/powerpoint/2010/main" val="3756984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7E94E571C96249947AF13F777C3916" ma:contentTypeVersion="11" ma:contentTypeDescription="Create a new document." ma:contentTypeScope="" ma:versionID="32f3e3dbf5c00dd14358b190e05f6610">
  <xsd:schema xmlns:xsd="http://www.w3.org/2001/XMLSchema" xmlns:xs="http://www.w3.org/2001/XMLSchema" xmlns:p="http://schemas.microsoft.com/office/2006/metadata/properties" xmlns:ns2="3606489e-11c3-4fd4-8b0d-38c84dce880a" xmlns:ns3="bea3b32f-3821-4413-abbe-b6b43d475949" targetNamespace="http://schemas.microsoft.com/office/2006/metadata/properties" ma:root="true" ma:fieldsID="ed37537aec0b87aed9704591e269c2a2" ns2:_="" ns3:_="">
    <xsd:import namespace="3606489e-11c3-4fd4-8b0d-38c84dce880a"/>
    <xsd:import namespace="bea3b32f-3821-4413-abbe-b6b43d475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6489e-11c3-4fd4-8b0d-38c84dce88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eaa8290-3616-4126-84aa-16f277ca9c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a3b32f-3821-4413-abbe-b6b43d47594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fd0a47-6781-48cf-8e1a-f9c3cc5d7710}" ma:internalName="TaxCatchAll" ma:showField="CatchAllData" ma:web="bea3b32f-3821-4413-abbe-b6b43d4759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7D68A9-96C5-48E1-B021-F48510BDE7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CE2D6E-7FC2-495B-9135-41F149EBD8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6489e-11c3-4fd4-8b0d-38c84dce880a"/>
    <ds:schemaRef ds:uri="bea3b32f-3821-4413-abbe-b6b43d4759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Microsoft Office PowerPoint</Application>
  <PresentationFormat>Widescreen</PresentationFormat>
  <Paragraphs>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Update</vt:lpstr>
      <vt:lpstr>PEDOT article no 1</vt:lpstr>
      <vt:lpstr>PEDOT article no 2</vt:lpstr>
      <vt:lpstr>Pre-made kits - TMSi</vt:lpstr>
      <vt:lpstr>Pre-made kits - Ot Bioelettronica</vt:lpstr>
      <vt:lpstr>Pre-made kits - Delsys</vt:lpstr>
      <vt:lpstr>Explorable 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Avancements VR</dc:title>
  <dc:creator>Thomas Labbé</dc:creator>
  <cp:lastModifiedBy>Olivier Bergeron</cp:lastModifiedBy>
  <cp:revision>18</cp:revision>
  <dcterms:created xsi:type="dcterms:W3CDTF">2024-02-22T13:11:49Z</dcterms:created>
  <dcterms:modified xsi:type="dcterms:W3CDTF">2025-11-06T19:21:19Z</dcterms:modified>
</cp:coreProperties>
</file>