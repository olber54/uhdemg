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2494" autoAdjust="0"/>
  </p:normalViewPr>
  <p:slideViewPr>
    <p:cSldViewPr snapToGrid="0">
      <p:cViewPr varScale="1">
        <p:scale>
          <a:sx n="102" d="100"/>
          <a:sy n="102" d="100"/>
        </p:scale>
        <p:origin x="9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custSel addSld modSld">
      <pc:chgData name="Olivier Bergeron" userId="25eb1b54-485f-4e43-901d-d18d08f0214c" providerId="ADAL" clId="{1C8F5D2F-0B18-4284-BE65-D934514D84A1}" dt="2026-05-29T13:16:16.503" v="446" actId="1076"/>
      <pc:docMkLst>
        <pc:docMk/>
      </pc:docMkLst>
      <pc:sldChg chg="modSp mod">
        <pc:chgData name="Olivier Bergeron" userId="25eb1b54-485f-4e43-901d-d18d08f0214c" providerId="ADAL" clId="{1C8F5D2F-0B18-4284-BE65-D934514D84A1}" dt="2026-05-29T12:50:04.543" v="17" actId="20577"/>
        <pc:sldMkLst>
          <pc:docMk/>
          <pc:sldMk cId="447853837" sldId="256"/>
        </pc:sldMkLst>
        <pc:spChg chg="mod">
          <ac:chgData name="Olivier Bergeron" userId="25eb1b54-485f-4e43-901d-d18d08f0214c" providerId="ADAL" clId="{1C8F5D2F-0B18-4284-BE65-D934514D84A1}" dt="2026-05-29T12:50:00.365" v="7" actId="20577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1C8F5D2F-0B18-4284-BE65-D934514D84A1}" dt="2026-05-29T12:50:04.543" v="17" actId="20577"/>
          <ac:spMkLst>
            <pc:docMk/>
            <pc:sldMk cId="447853837" sldId="256"/>
            <ac:spMk id="3" creationId="{3EEFD950-FE96-2C25-4CDC-D891EFCFA396}"/>
          </ac:spMkLst>
        </pc:spChg>
      </pc:sldChg>
      <pc:sldChg chg="addSp delSp modSp new mod">
        <pc:chgData name="Olivier Bergeron" userId="25eb1b54-485f-4e43-901d-d18d08f0214c" providerId="ADAL" clId="{1C8F5D2F-0B18-4284-BE65-D934514D84A1}" dt="2026-05-29T12:51:30.652" v="41" actId="1076"/>
        <pc:sldMkLst>
          <pc:docMk/>
          <pc:sldMk cId="1265417362" sldId="257"/>
        </pc:sldMkLst>
        <pc:spChg chg="mod">
          <ac:chgData name="Olivier Bergeron" userId="25eb1b54-485f-4e43-901d-d18d08f0214c" providerId="ADAL" clId="{1C8F5D2F-0B18-4284-BE65-D934514D84A1}" dt="2026-05-29T12:51:01.552" v="32" actId="20577"/>
          <ac:spMkLst>
            <pc:docMk/>
            <pc:sldMk cId="1265417362" sldId="257"/>
            <ac:spMk id="2" creationId="{E95F6D08-0B3C-A73E-2087-63C257A6CFD3}"/>
          </ac:spMkLst>
        </pc:spChg>
        <pc:spChg chg="del">
          <ac:chgData name="Olivier Bergeron" userId="25eb1b54-485f-4e43-901d-d18d08f0214c" providerId="ADAL" clId="{1C8F5D2F-0B18-4284-BE65-D934514D84A1}" dt="2026-05-29T12:51:04.081" v="33" actId="478"/>
          <ac:spMkLst>
            <pc:docMk/>
            <pc:sldMk cId="1265417362" sldId="257"/>
            <ac:spMk id="3" creationId="{35DD8EDA-EDB6-D442-2BBA-861456387081}"/>
          </ac:spMkLst>
        </pc:spChg>
        <pc:picChg chg="add mod">
          <ac:chgData name="Olivier Bergeron" userId="25eb1b54-485f-4e43-901d-d18d08f0214c" providerId="ADAL" clId="{1C8F5D2F-0B18-4284-BE65-D934514D84A1}" dt="2026-05-29T12:51:10.098" v="36" actId="1076"/>
          <ac:picMkLst>
            <pc:docMk/>
            <pc:sldMk cId="1265417362" sldId="257"/>
            <ac:picMk id="6" creationId="{A98A47D7-A9E1-AAC9-0A6B-FC756CFCB61C}"/>
          </ac:picMkLst>
        </pc:picChg>
        <pc:picChg chg="add mod">
          <ac:chgData name="Olivier Bergeron" userId="25eb1b54-485f-4e43-901d-d18d08f0214c" providerId="ADAL" clId="{1C8F5D2F-0B18-4284-BE65-D934514D84A1}" dt="2026-05-29T12:51:30.652" v="41" actId="1076"/>
          <ac:picMkLst>
            <pc:docMk/>
            <pc:sldMk cId="1265417362" sldId="257"/>
            <ac:picMk id="8" creationId="{8F671662-523A-069C-7D87-6450959FC952}"/>
          </ac:picMkLst>
        </pc:picChg>
      </pc:sldChg>
      <pc:sldChg chg="modSp new mod">
        <pc:chgData name="Olivier Bergeron" userId="25eb1b54-485f-4e43-901d-d18d08f0214c" providerId="ADAL" clId="{1C8F5D2F-0B18-4284-BE65-D934514D84A1}" dt="2026-05-29T12:54:43.648" v="187" actId="20577"/>
        <pc:sldMkLst>
          <pc:docMk/>
          <pc:sldMk cId="3683916475" sldId="258"/>
        </pc:sldMkLst>
        <pc:spChg chg="mod">
          <ac:chgData name="Olivier Bergeron" userId="25eb1b54-485f-4e43-901d-d18d08f0214c" providerId="ADAL" clId="{1C8F5D2F-0B18-4284-BE65-D934514D84A1}" dt="2026-05-29T12:53:52.341" v="53" actId="20577"/>
          <ac:spMkLst>
            <pc:docMk/>
            <pc:sldMk cId="3683916475" sldId="258"/>
            <ac:spMk id="2" creationId="{0AEC7959-4EC6-6E0A-A9A9-A8850FA36F4B}"/>
          </ac:spMkLst>
        </pc:spChg>
        <pc:spChg chg="mod">
          <ac:chgData name="Olivier Bergeron" userId="25eb1b54-485f-4e43-901d-d18d08f0214c" providerId="ADAL" clId="{1C8F5D2F-0B18-4284-BE65-D934514D84A1}" dt="2026-05-29T12:54:43.648" v="187" actId="20577"/>
          <ac:spMkLst>
            <pc:docMk/>
            <pc:sldMk cId="3683916475" sldId="258"/>
            <ac:spMk id="3" creationId="{A3E28379-DCD3-81F8-66A4-0B6052C60ED3}"/>
          </ac:spMkLst>
        </pc:spChg>
      </pc:sldChg>
      <pc:sldChg chg="addSp delSp modSp new mod modClrScheme chgLayout">
        <pc:chgData name="Olivier Bergeron" userId="25eb1b54-485f-4e43-901d-d18d08f0214c" providerId="ADAL" clId="{1C8F5D2F-0B18-4284-BE65-D934514D84A1}" dt="2026-05-29T13:16:16.503" v="446" actId="1076"/>
        <pc:sldMkLst>
          <pc:docMk/>
          <pc:sldMk cId="3845248852" sldId="259"/>
        </pc:sldMkLst>
        <pc:spChg chg="del mod ord">
          <ac:chgData name="Olivier Bergeron" userId="25eb1b54-485f-4e43-901d-d18d08f0214c" providerId="ADAL" clId="{1C8F5D2F-0B18-4284-BE65-D934514D84A1}" dt="2026-05-29T13:15:13.539" v="331" actId="700"/>
          <ac:spMkLst>
            <pc:docMk/>
            <pc:sldMk cId="3845248852" sldId="259"/>
            <ac:spMk id="2" creationId="{709B0A7C-5C4E-C254-52B8-BE11B5F6703E}"/>
          </ac:spMkLst>
        </pc:spChg>
        <pc:spChg chg="del">
          <ac:chgData name="Olivier Bergeron" userId="25eb1b54-485f-4e43-901d-d18d08f0214c" providerId="ADAL" clId="{1C8F5D2F-0B18-4284-BE65-D934514D84A1}" dt="2026-05-29T13:15:09.069" v="330" actId="478"/>
          <ac:spMkLst>
            <pc:docMk/>
            <pc:sldMk cId="3845248852" sldId="259"/>
            <ac:spMk id="3" creationId="{E3C8A50D-7B85-4AA7-A67C-4447FD958636}"/>
          </ac:spMkLst>
        </pc:spChg>
        <pc:spChg chg="mod ord">
          <ac:chgData name="Olivier Bergeron" userId="25eb1b54-485f-4e43-901d-d18d08f0214c" providerId="ADAL" clId="{1C8F5D2F-0B18-4284-BE65-D934514D84A1}" dt="2026-05-29T13:15:13.539" v="331" actId="700"/>
          <ac:spMkLst>
            <pc:docMk/>
            <pc:sldMk cId="3845248852" sldId="259"/>
            <ac:spMk id="4" creationId="{02DB056D-A321-BD99-9A72-D4A6F7B8C1B9}"/>
          </ac:spMkLst>
        </pc:spChg>
        <pc:spChg chg="add mod ord">
          <ac:chgData name="Olivier Bergeron" userId="25eb1b54-485f-4e43-901d-d18d08f0214c" providerId="ADAL" clId="{1C8F5D2F-0B18-4284-BE65-D934514D84A1}" dt="2026-05-29T13:15:13.539" v="331" actId="700"/>
          <ac:spMkLst>
            <pc:docMk/>
            <pc:sldMk cId="3845248852" sldId="259"/>
            <ac:spMk id="5" creationId="{C4FECDD7-0741-68BC-1265-6B6099A48ACA}"/>
          </ac:spMkLst>
        </pc:spChg>
        <pc:spChg chg="add mod ord">
          <ac:chgData name="Olivier Bergeron" userId="25eb1b54-485f-4e43-901d-d18d08f0214c" providerId="ADAL" clId="{1C8F5D2F-0B18-4284-BE65-D934514D84A1}" dt="2026-05-29T13:16:11.104" v="445" actId="20577"/>
          <ac:spMkLst>
            <pc:docMk/>
            <pc:sldMk cId="3845248852" sldId="259"/>
            <ac:spMk id="6" creationId="{4905DB72-E3B0-2680-6EFD-8E4DCE6F79CE}"/>
          </ac:spMkLst>
        </pc:spChg>
        <pc:spChg chg="add del mod ord">
          <ac:chgData name="Olivier Bergeron" userId="25eb1b54-485f-4e43-901d-d18d08f0214c" providerId="ADAL" clId="{1C8F5D2F-0B18-4284-BE65-D934514D84A1}" dt="2026-05-29T13:15:14.390" v="332" actId="22"/>
          <ac:spMkLst>
            <pc:docMk/>
            <pc:sldMk cId="3845248852" sldId="259"/>
            <ac:spMk id="7" creationId="{60A6CF98-0633-ECC9-8440-129B308B983E}"/>
          </ac:spMkLst>
        </pc:spChg>
        <pc:spChg chg="add del mod">
          <ac:chgData name="Olivier Bergeron" userId="25eb1b54-485f-4e43-901d-d18d08f0214c" providerId="ADAL" clId="{1C8F5D2F-0B18-4284-BE65-D934514D84A1}" dt="2026-05-29T13:15:18.344" v="334" actId="478"/>
          <ac:spMkLst>
            <pc:docMk/>
            <pc:sldMk cId="3845248852" sldId="259"/>
            <ac:spMk id="11" creationId="{219ED49C-1FB7-4BC6-6476-3BA0F06CBE9A}"/>
          </ac:spMkLst>
        </pc:spChg>
        <pc:picChg chg="add del mod ord">
          <ac:chgData name="Olivier Bergeron" userId="25eb1b54-485f-4e43-901d-d18d08f0214c" providerId="ADAL" clId="{1C8F5D2F-0B18-4284-BE65-D934514D84A1}" dt="2026-05-29T13:15:16.833" v="333" actId="478"/>
          <ac:picMkLst>
            <pc:docMk/>
            <pc:sldMk cId="3845248852" sldId="259"/>
            <ac:picMk id="9" creationId="{FED4432A-96C6-5C60-6665-410041F8A32A}"/>
          </ac:picMkLst>
        </pc:picChg>
        <pc:picChg chg="add mod">
          <ac:chgData name="Olivier Bergeron" userId="25eb1b54-485f-4e43-901d-d18d08f0214c" providerId="ADAL" clId="{1C8F5D2F-0B18-4284-BE65-D934514D84A1}" dt="2026-05-29T13:16:16.503" v="446" actId="1076"/>
          <ac:picMkLst>
            <pc:docMk/>
            <pc:sldMk cId="3845248852" sldId="259"/>
            <ac:picMk id="13" creationId="{A0587DDA-1260-BB9C-45C5-191390299009}"/>
          </ac:picMkLst>
        </pc:picChg>
      </pc:sldChg>
      <pc:sldChg chg="modSp new mod">
        <pc:chgData name="Olivier Bergeron" userId="25eb1b54-485f-4e43-901d-d18d08f0214c" providerId="ADAL" clId="{1C8F5D2F-0B18-4284-BE65-D934514D84A1}" dt="2026-05-29T12:57:22.133" v="329" actId="20577"/>
        <pc:sldMkLst>
          <pc:docMk/>
          <pc:sldMk cId="348347291" sldId="260"/>
        </pc:sldMkLst>
        <pc:spChg chg="mod">
          <ac:chgData name="Olivier Bergeron" userId="25eb1b54-485f-4e43-901d-d18d08f0214c" providerId="ADAL" clId="{1C8F5D2F-0B18-4284-BE65-D934514D84A1}" dt="2026-05-29T12:55:13.539" v="205" actId="20577"/>
          <ac:spMkLst>
            <pc:docMk/>
            <pc:sldMk cId="348347291" sldId="260"/>
            <ac:spMk id="2" creationId="{E7453C54-DF24-C61F-C5AF-6A0057274B84}"/>
          </ac:spMkLst>
        </pc:spChg>
        <pc:spChg chg="mod">
          <ac:chgData name="Olivier Bergeron" userId="25eb1b54-485f-4e43-901d-d18d08f0214c" providerId="ADAL" clId="{1C8F5D2F-0B18-4284-BE65-D934514D84A1}" dt="2026-05-29T12:57:22.133" v="329" actId="20577"/>
          <ac:spMkLst>
            <pc:docMk/>
            <pc:sldMk cId="348347291" sldId="260"/>
            <ac:spMk id="3" creationId="{BCADB5E5-90F3-1E66-2B39-A843556FB8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3C02A-94A9-4E52-835F-B6DB969C9D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20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r>
              <a:rPr lang="en-US" noProof="0" dirty="0"/>
              <a:t>2026-05-29</a:t>
            </a:r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6D08-0B3C-A73E-2087-63C257A6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AE636-2C8D-047B-2BFC-512A0E44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A47D7-A9E1-AAC9-0A6B-FC756CFCB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81" y="1560444"/>
            <a:ext cx="4341313" cy="45918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71662-523A-069C-7D87-6450959FC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9702"/>
            <a:ext cx="4341313" cy="465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1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FECDD7-0741-68BC-1265-6B6099A4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5DB72-E3B0-2680-6EFD-8E4DCE6F7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Schematics are done</a:t>
            </a:r>
            <a:endParaRPr lang="en-US" dirty="0"/>
          </a:p>
          <a:p>
            <a:r>
              <a:rPr lang="en-US" dirty="0"/>
              <a:t>Footprints and PCB</a:t>
            </a:r>
          </a:p>
          <a:p>
            <a:pPr lvl="1"/>
            <a:r>
              <a:rPr lang="en-US" dirty="0"/>
              <a:t>Just started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B056D-A321-BD99-9A72-D4A6F7B8C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587DDA-1260-BB9C-45C5-19139029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864" y="1825625"/>
            <a:ext cx="6119314" cy="394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4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3C54-DF24-C61F-C5AF-6A005727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Intan with USB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DB5E5-90F3-1E66-2B39-A843556FB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do a modification to David-Alexandre’s files</a:t>
            </a:r>
          </a:p>
          <a:p>
            <a:pPr lvl="1"/>
            <a:r>
              <a:rPr lang="en-US" dirty="0" err="1"/>
              <a:t>Omnetics</a:t>
            </a:r>
            <a:r>
              <a:rPr lang="en-US" dirty="0"/>
              <a:t> connector -</a:t>
            </a:r>
            <a:r>
              <a:rPr lang="en-CA" dirty="0"/>
              <a:t>&gt; Standard ZIF connector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1DB87-5C02-D072-4353-C4EC6A75E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47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7959-4EC6-6E0A-A9A9-A8850FA3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28379-DCD3-81F8-66A4-0B6052C60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breakout board</a:t>
            </a:r>
          </a:p>
          <a:p>
            <a:r>
              <a:rPr lang="en-US" dirty="0"/>
              <a:t>Continue with microneedle sample</a:t>
            </a:r>
          </a:p>
          <a:p>
            <a:r>
              <a:rPr lang="en-US" dirty="0"/>
              <a:t>Start to look at David-Alexandre’s Intan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E1BEB-C1AB-B3A4-2473-695DFB2C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916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51</Words>
  <Application>Microsoft Office PowerPoint</Application>
  <PresentationFormat>Widescreen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Update</vt:lpstr>
      <vt:lpstr>Breakout Board</vt:lpstr>
      <vt:lpstr>PowerPoint Presentation</vt:lpstr>
      <vt:lpstr>Intan with USB</vt:lpstr>
      <vt:lpstr>TODO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8</cp:revision>
  <dcterms:created xsi:type="dcterms:W3CDTF">2026-04-09T21:18:57Z</dcterms:created>
  <dcterms:modified xsi:type="dcterms:W3CDTF">2026-05-29T14:50:15Z</dcterms:modified>
</cp:coreProperties>
</file>