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1"/>
  </p:notesMasterIdLst>
  <p:sldIdLst>
    <p:sldId id="302" r:id="rId4"/>
    <p:sldId id="383" r:id="rId5"/>
    <p:sldId id="384" r:id="rId6"/>
    <p:sldId id="385" r:id="rId7"/>
    <p:sldId id="387" r:id="rId8"/>
    <p:sldId id="386" r:id="rId9"/>
    <p:sldId id="3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BEDE5F-3D3B-4BCF-89E4-894C5D29400B}" v="6" dt="2025-08-28T14:24:10.998"/>
    <p1510:client id="{BD3E3F71-EB9A-4B28-94D0-A996792D8E70}" v="3" dt="2025-08-28T17:14:35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BD3E3F71-EB9A-4B28-94D0-A996792D8E70}"/>
    <pc:docChg chg="undo redo custSel modSld">
      <pc:chgData name="Olivier Bergeron" userId="25eb1b54-485f-4e43-901d-d18d08f0214c" providerId="ADAL" clId="{BD3E3F71-EB9A-4B28-94D0-A996792D8E70}" dt="2025-08-28T17:55:46.161" v="193" actId="1076"/>
      <pc:docMkLst>
        <pc:docMk/>
      </pc:docMkLst>
      <pc:sldChg chg="addSp modSp mod">
        <pc:chgData name="Olivier Bergeron" userId="25eb1b54-485f-4e43-901d-d18d08f0214c" providerId="ADAL" clId="{BD3E3F71-EB9A-4B28-94D0-A996792D8E70}" dt="2025-08-28T17:49:34.854" v="186" actId="1076"/>
        <pc:sldMkLst>
          <pc:docMk/>
          <pc:sldMk cId="2543272136" sldId="386"/>
        </pc:sldMkLst>
        <pc:spChg chg="add mod">
          <ac:chgData name="Olivier Bergeron" userId="25eb1b54-485f-4e43-901d-d18d08f0214c" providerId="ADAL" clId="{BD3E3F71-EB9A-4B28-94D0-A996792D8E70}" dt="2025-08-28T17:49:34.854" v="186" actId="1076"/>
          <ac:spMkLst>
            <pc:docMk/>
            <pc:sldMk cId="2543272136" sldId="386"/>
            <ac:spMk id="3" creationId="{6AF5A972-A32E-AD8F-CF5E-0A1126D1AC14}"/>
          </ac:spMkLst>
        </pc:spChg>
        <pc:spChg chg="mod">
          <ac:chgData name="Olivier Bergeron" userId="25eb1b54-485f-4e43-901d-d18d08f0214c" providerId="ADAL" clId="{BD3E3F71-EB9A-4B28-94D0-A996792D8E70}" dt="2025-08-28T17:48:57.543" v="135" actId="1076"/>
          <ac:spMkLst>
            <pc:docMk/>
            <pc:sldMk cId="2543272136" sldId="386"/>
            <ac:spMk id="9" creationId="{318BD92C-F6A2-7A95-CB5E-66098DA3F2D9}"/>
          </ac:spMkLst>
        </pc:spChg>
        <pc:picChg chg="mod">
          <ac:chgData name="Olivier Bergeron" userId="25eb1b54-485f-4e43-901d-d18d08f0214c" providerId="ADAL" clId="{BD3E3F71-EB9A-4B28-94D0-A996792D8E70}" dt="2025-08-28T17:49:00.374" v="139" actId="1076"/>
          <ac:picMkLst>
            <pc:docMk/>
            <pc:sldMk cId="2543272136" sldId="386"/>
            <ac:picMk id="7" creationId="{8915DD60-94FE-3D6F-FEDC-A5BA9784C018}"/>
          </ac:picMkLst>
        </pc:picChg>
      </pc:sldChg>
      <pc:sldChg chg="modSp mod">
        <pc:chgData name="Olivier Bergeron" userId="25eb1b54-485f-4e43-901d-d18d08f0214c" providerId="ADAL" clId="{BD3E3F71-EB9A-4B28-94D0-A996792D8E70}" dt="2025-08-28T17:15:48.783" v="125" actId="20577"/>
        <pc:sldMkLst>
          <pc:docMk/>
          <pc:sldMk cId="3369068451" sldId="387"/>
        </pc:sldMkLst>
        <pc:spChg chg="mod">
          <ac:chgData name="Olivier Bergeron" userId="25eb1b54-485f-4e43-901d-d18d08f0214c" providerId="ADAL" clId="{BD3E3F71-EB9A-4B28-94D0-A996792D8E70}" dt="2025-08-28T17:15:48.783" v="125" actId="20577"/>
          <ac:spMkLst>
            <pc:docMk/>
            <pc:sldMk cId="3369068451" sldId="387"/>
            <ac:spMk id="3" creationId="{D30CE8B4-8337-EE63-6828-82A96A50B97E}"/>
          </ac:spMkLst>
        </pc:spChg>
      </pc:sldChg>
      <pc:sldChg chg="modSp mod">
        <pc:chgData name="Olivier Bergeron" userId="25eb1b54-485f-4e43-901d-d18d08f0214c" providerId="ADAL" clId="{BD3E3F71-EB9A-4B28-94D0-A996792D8E70}" dt="2025-08-28T17:55:46.161" v="193" actId="1076"/>
        <pc:sldMkLst>
          <pc:docMk/>
          <pc:sldMk cId="174658259" sldId="388"/>
        </pc:sldMkLst>
        <pc:spChg chg="mod">
          <ac:chgData name="Olivier Bergeron" userId="25eb1b54-485f-4e43-901d-d18d08f0214c" providerId="ADAL" clId="{BD3E3F71-EB9A-4B28-94D0-A996792D8E70}" dt="2025-08-28T17:50:35.871" v="192" actId="20577"/>
          <ac:spMkLst>
            <pc:docMk/>
            <pc:sldMk cId="174658259" sldId="388"/>
            <ac:spMk id="3" creationId="{F00145C8-3722-0AF9-73B4-5975B7A618F8}"/>
          </ac:spMkLst>
        </pc:spChg>
        <pc:grpChg chg="mod">
          <ac:chgData name="Olivier Bergeron" userId="25eb1b54-485f-4e43-901d-d18d08f0214c" providerId="ADAL" clId="{BD3E3F71-EB9A-4B28-94D0-A996792D8E70}" dt="2025-08-28T17:55:46.161" v="193" actId="1076"/>
          <ac:grpSpMkLst>
            <pc:docMk/>
            <pc:sldMk cId="174658259" sldId="388"/>
            <ac:grpSpMk id="107" creationId="{D69FE3FF-9FCA-71CD-690F-7F48065650C1}"/>
          </ac:grpSpMkLst>
        </pc:grpChg>
      </pc:sldChg>
    </pc:docChg>
  </pc:docChgLst>
  <pc:docChgLst>
    <pc:chgData name="Olivier Bergeron" userId="25eb1b54-485f-4e43-901d-d18d08f0214c" providerId="ADAL" clId="{07BEDE5F-3D3B-4BCF-89E4-894C5D29400B}"/>
    <pc:docChg chg="undo custSel addSld delSld modSld">
      <pc:chgData name="Olivier Bergeron" userId="25eb1b54-485f-4e43-901d-d18d08f0214c" providerId="ADAL" clId="{07BEDE5F-3D3B-4BCF-89E4-894C5D29400B}" dt="2025-08-28T14:27:36.233" v="1200" actId="313"/>
      <pc:docMkLst>
        <pc:docMk/>
      </pc:docMkLst>
      <pc:sldChg chg="modSp mod">
        <pc:chgData name="Olivier Bergeron" userId="25eb1b54-485f-4e43-901d-d18d08f0214c" providerId="ADAL" clId="{07BEDE5F-3D3B-4BCF-89E4-894C5D29400B}" dt="2025-08-28T13:55:32.045" v="87" actId="20577"/>
        <pc:sldMkLst>
          <pc:docMk/>
          <pc:sldMk cId="0" sldId="302"/>
        </pc:sldMkLst>
        <pc:spChg chg="mod">
          <ac:chgData name="Olivier Bergeron" userId="25eb1b54-485f-4e43-901d-d18d08f0214c" providerId="ADAL" clId="{07BEDE5F-3D3B-4BCF-89E4-894C5D29400B}" dt="2025-08-28T13:54:33.015" v="10" actId="20577"/>
          <ac:spMkLst>
            <pc:docMk/>
            <pc:sldMk cId="0" sldId="302"/>
            <ac:spMk id="2" creationId="{CE4E2995-9FD1-2510-FEE6-7E6C9ACF4A27}"/>
          </ac:spMkLst>
        </pc:spChg>
        <pc:spChg chg="mod">
          <ac:chgData name="Olivier Bergeron" userId="25eb1b54-485f-4e43-901d-d18d08f0214c" providerId="ADAL" clId="{07BEDE5F-3D3B-4BCF-89E4-894C5D29400B}" dt="2025-08-28T13:55:32.045" v="87" actId="20577"/>
          <ac:spMkLst>
            <pc:docMk/>
            <pc:sldMk cId="0" sldId="302"/>
            <ac:spMk id="99" creationId="{00000000-0000-0000-0000-000000000000}"/>
          </ac:spMkLst>
        </pc:spChg>
      </pc:sldChg>
      <pc:sldChg chg="modSp add del mod">
        <pc:chgData name="Olivier Bergeron" userId="25eb1b54-485f-4e43-901d-d18d08f0214c" providerId="ADAL" clId="{07BEDE5F-3D3B-4BCF-89E4-894C5D29400B}" dt="2025-08-28T14:13:35.286" v="996" actId="20577"/>
        <pc:sldMkLst>
          <pc:docMk/>
          <pc:sldMk cId="1414278494" sldId="383"/>
        </pc:sldMkLst>
        <pc:spChg chg="mod">
          <ac:chgData name="Olivier Bergeron" userId="25eb1b54-485f-4e43-901d-d18d08f0214c" providerId="ADAL" clId="{07BEDE5F-3D3B-4BCF-89E4-894C5D29400B}" dt="2025-08-28T13:57:41.279" v="202" actId="20577"/>
          <ac:spMkLst>
            <pc:docMk/>
            <pc:sldMk cId="1414278494" sldId="383"/>
            <ac:spMk id="2" creationId="{18048F7F-64D3-735E-583A-101D87082AD9}"/>
          </ac:spMkLst>
        </pc:spChg>
        <pc:spChg chg="mod">
          <ac:chgData name="Olivier Bergeron" userId="25eb1b54-485f-4e43-901d-d18d08f0214c" providerId="ADAL" clId="{07BEDE5F-3D3B-4BCF-89E4-894C5D29400B}" dt="2025-08-28T14:13:35.286" v="996" actId="20577"/>
          <ac:spMkLst>
            <pc:docMk/>
            <pc:sldMk cId="1414278494" sldId="383"/>
            <ac:spMk id="3" creationId="{BD037286-E129-6F50-7D39-9643009A53E7}"/>
          </ac:spMkLst>
        </pc:spChg>
      </pc:sldChg>
      <pc:sldChg chg="modSp add mod">
        <pc:chgData name="Olivier Bergeron" userId="25eb1b54-485f-4e43-901d-d18d08f0214c" providerId="ADAL" clId="{07BEDE5F-3D3B-4BCF-89E4-894C5D29400B}" dt="2025-08-28T14:08:23.438" v="802" actId="20577"/>
        <pc:sldMkLst>
          <pc:docMk/>
          <pc:sldMk cId="2521072122" sldId="384"/>
        </pc:sldMkLst>
        <pc:spChg chg="mod">
          <ac:chgData name="Olivier Bergeron" userId="25eb1b54-485f-4e43-901d-d18d08f0214c" providerId="ADAL" clId="{07BEDE5F-3D3B-4BCF-89E4-894C5D29400B}" dt="2025-08-28T13:59:50.506" v="351" actId="20577"/>
          <ac:spMkLst>
            <pc:docMk/>
            <pc:sldMk cId="2521072122" sldId="384"/>
            <ac:spMk id="2" creationId="{1F51A2E6-8837-AE16-C70B-B0F7925A6A90}"/>
          </ac:spMkLst>
        </pc:spChg>
        <pc:spChg chg="mod">
          <ac:chgData name="Olivier Bergeron" userId="25eb1b54-485f-4e43-901d-d18d08f0214c" providerId="ADAL" clId="{07BEDE5F-3D3B-4BCF-89E4-894C5D29400B}" dt="2025-08-28T14:08:23.438" v="802" actId="20577"/>
          <ac:spMkLst>
            <pc:docMk/>
            <pc:sldMk cId="2521072122" sldId="384"/>
            <ac:spMk id="3" creationId="{C4A03E92-6777-BEC4-8FA2-6626D12CC3F7}"/>
          </ac:spMkLst>
        </pc:spChg>
      </pc:sldChg>
      <pc:sldChg chg="modSp add mod">
        <pc:chgData name="Olivier Bergeron" userId="25eb1b54-485f-4e43-901d-d18d08f0214c" providerId="ADAL" clId="{07BEDE5F-3D3B-4BCF-89E4-894C5D29400B}" dt="2025-08-28T14:13:44.579" v="1014" actId="20577"/>
        <pc:sldMkLst>
          <pc:docMk/>
          <pc:sldMk cId="412502752" sldId="385"/>
        </pc:sldMkLst>
        <pc:spChg chg="mod">
          <ac:chgData name="Olivier Bergeron" userId="25eb1b54-485f-4e43-901d-d18d08f0214c" providerId="ADAL" clId="{07BEDE5F-3D3B-4BCF-89E4-894C5D29400B}" dt="2025-08-28T14:08:44.387" v="812" actId="20577"/>
          <ac:spMkLst>
            <pc:docMk/>
            <pc:sldMk cId="412502752" sldId="385"/>
            <ac:spMk id="2" creationId="{25865EDF-9BA0-6C07-1E68-2C469F182917}"/>
          </ac:spMkLst>
        </pc:spChg>
        <pc:spChg chg="mod">
          <ac:chgData name="Olivier Bergeron" userId="25eb1b54-485f-4e43-901d-d18d08f0214c" providerId="ADAL" clId="{07BEDE5F-3D3B-4BCF-89E4-894C5D29400B}" dt="2025-08-28T14:13:44.579" v="1014" actId="20577"/>
          <ac:spMkLst>
            <pc:docMk/>
            <pc:sldMk cId="412502752" sldId="385"/>
            <ac:spMk id="3" creationId="{E9714844-1C9C-AF08-E4C9-11D2A6BE5EAA}"/>
          </ac:spMkLst>
        </pc:spChg>
      </pc:sldChg>
      <pc:sldChg chg="new del">
        <pc:chgData name="Olivier Bergeron" userId="25eb1b54-485f-4e43-901d-d18d08f0214c" providerId="ADAL" clId="{07BEDE5F-3D3B-4BCF-89E4-894C5D29400B}" dt="2025-08-28T14:08:34.358" v="804" actId="47"/>
        <pc:sldMkLst>
          <pc:docMk/>
          <pc:sldMk cId="969657421" sldId="385"/>
        </pc:sldMkLst>
      </pc:sldChg>
      <pc:sldChg chg="addSp delSp modSp add mod">
        <pc:chgData name="Olivier Bergeron" userId="25eb1b54-485f-4e43-901d-d18d08f0214c" providerId="ADAL" clId="{07BEDE5F-3D3B-4BCF-89E4-894C5D29400B}" dt="2025-08-28T14:23:42.281" v="1047" actId="1076"/>
        <pc:sldMkLst>
          <pc:docMk/>
          <pc:sldMk cId="2543272136" sldId="386"/>
        </pc:sldMkLst>
        <pc:spChg chg="mod">
          <ac:chgData name="Olivier Bergeron" userId="25eb1b54-485f-4e43-901d-d18d08f0214c" providerId="ADAL" clId="{07BEDE5F-3D3B-4BCF-89E4-894C5D29400B}" dt="2025-08-28T14:14:07.320" v="1024" actId="20577"/>
          <ac:spMkLst>
            <pc:docMk/>
            <pc:sldMk cId="2543272136" sldId="386"/>
            <ac:spMk id="2" creationId="{68919ADE-8C18-496B-68EB-7370E68BFB2C}"/>
          </ac:spMkLst>
        </pc:spChg>
        <pc:spChg chg="del mod">
          <ac:chgData name="Olivier Bergeron" userId="25eb1b54-485f-4e43-901d-d18d08f0214c" providerId="ADAL" clId="{07BEDE5F-3D3B-4BCF-89E4-894C5D29400B}" dt="2025-08-28T14:23:32.129" v="1043" actId="478"/>
          <ac:spMkLst>
            <pc:docMk/>
            <pc:sldMk cId="2543272136" sldId="386"/>
            <ac:spMk id="3" creationId="{1B676541-A230-FFB6-EBD6-54BDB83277FE}"/>
          </ac:spMkLst>
        </pc:spChg>
        <pc:spChg chg="add del mod">
          <ac:chgData name="Olivier Bergeron" userId="25eb1b54-485f-4e43-901d-d18d08f0214c" providerId="ADAL" clId="{07BEDE5F-3D3B-4BCF-89E4-894C5D29400B}" dt="2025-08-28T14:23:34.343" v="1044" actId="478"/>
          <ac:spMkLst>
            <pc:docMk/>
            <pc:sldMk cId="2543272136" sldId="386"/>
            <ac:spMk id="5" creationId="{BA339547-8C58-915D-A67D-5553C86EA2A6}"/>
          </ac:spMkLst>
        </pc:spChg>
        <pc:picChg chg="add mod">
          <ac:chgData name="Olivier Bergeron" userId="25eb1b54-485f-4e43-901d-d18d08f0214c" providerId="ADAL" clId="{07BEDE5F-3D3B-4BCF-89E4-894C5D29400B}" dt="2025-08-28T14:23:42.281" v="1047" actId="1076"/>
          <ac:picMkLst>
            <pc:docMk/>
            <pc:sldMk cId="2543272136" sldId="386"/>
            <ac:picMk id="7" creationId="{8915DD60-94FE-3D6F-FEDC-A5BA9784C018}"/>
          </ac:picMkLst>
        </pc:picChg>
      </pc:sldChg>
      <pc:sldChg chg="add">
        <pc:chgData name="Olivier Bergeron" userId="25eb1b54-485f-4e43-901d-d18d08f0214c" providerId="ADAL" clId="{07BEDE5F-3D3B-4BCF-89E4-894C5D29400B}" dt="2025-08-28T14:23:45.764" v="1048"/>
        <pc:sldMkLst>
          <pc:docMk/>
          <pc:sldMk cId="3369068451" sldId="387"/>
        </pc:sldMkLst>
      </pc:sldChg>
      <pc:sldChg chg="modSp add mod">
        <pc:chgData name="Olivier Bergeron" userId="25eb1b54-485f-4e43-901d-d18d08f0214c" providerId="ADAL" clId="{07BEDE5F-3D3B-4BCF-89E4-894C5D29400B}" dt="2025-08-28T14:27:36.233" v="1200" actId="313"/>
        <pc:sldMkLst>
          <pc:docMk/>
          <pc:sldMk cId="174658259" sldId="388"/>
        </pc:sldMkLst>
        <pc:spChg chg="mod">
          <ac:chgData name="Olivier Bergeron" userId="25eb1b54-485f-4e43-901d-d18d08f0214c" providerId="ADAL" clId="{07BEDE5F-3D3B-4BCF-89E4-894C5D29400B}" dt="2025-08-28T14:24:31.547" v="1064" actId="20577"/>
          <ac:spMkLst>
            <pc:docMk/>
            <pc:sldMk cId="174658259" sldId="388"/>
            <ac:spMk id="2" creationId="{E3188BB0-A102-3A07-994D-368D0B075AFC}"/>
          </ac:spMkLst>
        </pc:spChg>
        <pc:spChg chg="mod">
          <ac:chgData name="Olivier Bergeron" userId="25eb1b54-485f-4e43-901d-d18d08f0214c" providerId="ADAL" clId="{07BEDE5F-3D3B-4BCF-89E4-894C5D29400B}" dt="2025-08-28T14:27:36.233" v="1200" actId="313"/>
          <ac:spMkLst>
            <pc:docMk/>
            <pc:sldMk cId="174658259" sldId="388"/>
            <ac:spMk id="3" creationId="{F00145C8-3722-0AF9-73B4-5975B7A618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68E4EFC-4E6D-29CE-BB3D-BA367A9E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FD54576-54AF-F4CE-8AC8-D6AD837C8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B7ADC5D-1DC9-C222-7AED-D4B6B8734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9481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54B9F5B-D88B-B3E2-EFB0-1E7D2A57F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5D3FD7D9-BEDA-9D20-4FDB-82D6C227C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7B1CD3E-FA08-75D7-616A-9F747D3B5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3116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9CB647E-34E4-CB55-2733-93DDFBE6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8BA044B-5C80-33CB-4B91-94C12EDEB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62B4229-8914-7B26-2CC7-5CD919B50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866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2E9E0F8-8CE1-8295-60E0-2F54BE50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207C46D5-D483-08A8-02E6-789EF15132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6463038-DBA2-01BB-B9A7-46C4D66B6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4249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CA1CD85-4473-352E-A2EE-08A6033B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F27A2456-C2DF-A552-082A-BB0CA8E9F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849785D-66BB-1469-3977-C2C838601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4590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  <a:p>
            <a:pPr algn="ctr"/>
            <a:r>
              <a:rPr lang="en-CA" dirty="0"/>
              <a:t>28/08/2025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Since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7286-E129-6F50-7D39-9643009A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Last grid draft:</a:t>
            </a:r>
          </a:p>
          <a:p>
            <a:pPr lvl="1"/>
            <a:r>
              <a:rPr lang="en-CA" dirty="0"/>
              <a:t>61 x 8 electrodes</a:t>
            </a:r>
          </a:p>
          <a:p>
            <a:pPr lvl="1"/>
            <a:r>
              <a:rPr lang="en-CA" dirty="0"/>
              <a:t>488 electrodes in total</a:t>
            </a:r>
          </a:p>
          <a:p>
            <a:pPr lvl="1"/>
            <a:r>
              <a:rPr lang="en-CA" dirty="0"/>
              <a:t>2 mm diameter</a:t>
            </a:r>
          </a:p>
          <a:p>
            <a:pPr lvl="1"/>
            <a:r>
              <a:rPr lang="en-US" dirty="0"/>
              <a:t>Circumference IED = [4; 5] mm</a:t>
            </a:r>
          </a:p>
          <a:p>
            <a:pPr lvl="1"/>
            <a:r>
              <a:rPr lang="en-US" dirty="0"/>
              <a:t>Length IED = 10 mm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AD94121-8E40-3430-E936-D7C21A52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E3A564D2-5BA5-2759-15EC-7D2206D9DD3B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046EBEE8-5A0C-5268-6FF8-32D05C90A989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F7F68F4-15D0-1BC0-F8AD-5D8C08561D02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9A5D1E8-E933-FF99-A0CF-9F0A2950066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6E5065A-07EB-3C74-385E-544F06015C0D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90880E5-CE4D-E6F9-02FC-543B9830654B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6F0E1C89-D82F-CA83-A695-AA3255AA0088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7FBDF2B3-FD79-017C-9924-F5D472E0B2F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9E0ECC16-69B5-9851-42B2-187A78789B2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E515744A-E011-10C0-32D1-D75830D887B1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DA540584-400B-4069-3501-C50F4E5A93F1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5BC3DB44-A14C-D896-75EA-68F103DD23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0A52C5A-87E3-5CB2-6C55-D0D046AE0F02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9698DB0-39F1-C936-B272-6ADFEFF116B3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1A2E6-8837-AE16-C70B-B0F7925A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Modifications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3E92-6777-BEC4-8FA2-6626D12CC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Problem with rectangular grid: non uniform IED</a:t>
            </a:r>
          </a:p>
          <a:p>
            <a:pPr lvl="1"/>
            <a:r>
              <a:rPr lang="en-CA" dirty="0"/>
              <a:t>The further from the muscle belly, the closer the electrodes</a:t>
            </a:r>
          </a:p>
          <a:p>
            <a:pPr lvl="1"/>
            <a:r>
              <a:rPr lang="en-CA" dirty="0"/>
              <a:t>Solution: Lower the electrode count for the rows further from the belly</a:t>
            </a:r>
          </a:p>
          <a:p>
            <a:pPr lvl="1"/>
            <a:endParaRPr lang="en-CA" dirty="0"/>
          </a:p>
          <a:p>
            <a:r>
              <a:rPr lang="en-CA" dirty="0"/>
              <a:t>Other modification: remove the last row</a:t>
            </a:r>
          </a:p>
          <a:p>
            <a:pPr lvl="1"/>
            <a:r>
              <a:rPr lang="en-CA" dirty="0"/>
              <a:t>Goal: Reduce the electrode count without any major impact</a:t>
            </a:r>
          </a:p>
        </p:txBody>
      </p:sp>
    </p:spTree>
    <p:extLst>
      <p:ext uri="{BB962C8B-B14F-4D97-AF65-F5344CB8AC3E}">
        <p14:creationId xmlns:p14="http://schemas.microsoft.com/office/powerpoint/2010/main" val="2521072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7368D68-A17E-26F1-96AE-70D0EBDE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BC192724-3E39-2F1A-9DB3-7C1BAB402914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2891E21-6BE7-34C8-5D90-BFEB761E364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C250A67-E975-793E-DC5F-63D406D0419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863499F-C08D-02D5-9AF7-2E0AEABFBCB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5DF48C48-3F75-D165-73C9-3C232532EB91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6C6AB103-32B3-2D7B-4D68-DB78CEC039FD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D9FEB9B-4B1D-A458-D031-5B5CC0B3F92D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73947AB-0015-0FDA-AEA0-3F460E477F0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FF091B03-C7C7-F1DC-76CD-58C461949B2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E6DEA27C-ACEF-2CE0-2741-40AFD9C6AA52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BA4DC22-EAD5-3890-9640-CB796B4FF44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7E7653AF-9020-BB29-DBDA-2DAD6B5D0A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8970D00-EA3C-4C05-8218-9475D9F8B11B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C633589-264B-AFBD-99B9-142FDC4D03F3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65EDF-9BA0-6C07-1E68-2C469F18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Modifications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4844-1C9C-AF08-E4C9-11D2A6BE5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Problem with rectangular grid: non uniform IED</a:t>
            </a:r>
          </a:p>
          <a:p>
            <a:pPr lvl="1"/>
            <a:r>
              <a:rPr lang="en-CA" dirty="0"/>
              <a:t>The further from the muscle belly, the closer the electrodes</a:t>
            </a:r>
          </a:p>
          <a:p>
            <a:pPr lvl="1"/>
            <a:r>
              <a:rPr lang="en-CA" dirty="0"/>
              <a:t>Solution: Lower the electrode count for the rows further from the belly</a:t>
            </a:r>
          </a:p>
          <a:p>
            <a:pPr lvl="1"/>
            <a:endParaRPr lang="en-CA" dirty="0"/>
          </a:p>
          <a:p>
            <a:r>
              <a:rPr lang="en-CA" dirty="0"/>
              <a:t>Problem with IED constrain not enough wiggle room for covering average sizes</a:t>
            </a:r>
          </a:p>
          <a:p>
            <a:pPr lvl="1"/>
            <a:r>
              <a:rPr lang="en-CA" dirty="0"/>
              <a:t>Size range (circumference) = </a:t>
            </a:r>
            <a:r>
              <a:rPr lang="en-US" dirty="0"/>
              <a:t>[210; 290] mm</a:t>
            </a:r>
          </a:p>
          <a:p>
            <a:pPr lvl="1"/>
            <a:r>
              <a:rPr lang="en-US" dirty="0"/>
              <a:t>Solution: 2 sizes</a:t>
            </a:r>
            <a:endParaRPr lang="en-CA" dirty="0"/>
          </a:p>
          <a:p>
            <a:endParaRPr lang="en-CA" dirty="0"/>
          </a:p>
          <a:p>
            <a:r>
              <a:rPr lang="en-CA" dirty="0"/>
              <a:t>Other modification: remove the last row</a:t>
            </a:r>
          </a:p>
          <a:p>
            <a:pPr lvl="1"/>
            <a:r>
              <a:rPr lang="en-CA" dirty="0"/>
              <a:t>Goal: Reduce the electrode count without any major impact</a:t>
            </a:r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50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A81AA48-8206-3D03-E380-1F64FCC1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EF5BD0AC-A4EB-FB5B-D8B2-30B172CB1604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BFBE6122-913A-58B9-3432-E5BD5EF44B5F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CE2DFAD-E2CD-B096-117D-A05D68BAD78C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0D894DB-5BDA-9F42-B48A-AB7F34D8B972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394FD70A-C179-9B6D-5F15-DF489517517A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43BE5729-B100-9C3F-74F1-946998D990BB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2D8724AC-347E-9692-BD0C-1C76DCA0EEBC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E8B17368-8DE3-03B4-9BA1-F0FCC63BB1A2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6533E623-A037-31A8-FC52-E0BA1FA5EBCE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99C3E66F-8447-B0F2-5344-DD1BB10C0E25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CFECD0C-7FC8-70FF-1D0B-DC944C8101B3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AE551C0-197B-B108-2A7B-5262656070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521C5F4-2E22-C43B-2AD5-6311BA22986A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1CA10539-77E8-12F9-391B-8F30A3C46D87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52257-3E6D-CF63-D08A-DB6E2041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Modifications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CE8B4-8337-EE63-6828-82A96A50B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Problem with rectangular grid: non uniform IED</a:t>
            </a:r>
          </a:p>
          <a:p>
            <a:pPr lvl="1"/>
            <a:r>
              <a:rPr lang="en-CA" dirty="0"/>
              <a:t>The further from the muscle belly, the closer the electrodes</a:t>
            </a:r>
          </a:p>
          <a:p>
            <a:pPr lvl="1"/>
            <a:r>
              <a:rPr lang="en-CA" dirty="0"/>
              <a:t>Solution: Lower the electrode count for the rows further from the belly</a:t>
            </a:r>
          </a:p>
          <a:p>
            <a:pPr lvl="1"/>
            <a:endParaRPr lang="en-CA" dirty="0"/>
          </a:p>
          <a:p>
            <a:r>
              <a:rPr lang="en-CA" dirty="0"/>
              <a:t>Problem with IED constrain not enough wiggle room for covering average sizes</a:t>
            </a:r>
          </a:p>
          <a:p>
            <a:pPr lvl="1"/>
            <a:r>
              <a:rPr lang="en-CA" dirty="0"/>
              <a:t>Size range at maximum size (circumference) = </a:t>
            </a:r>
            <a:r>
              <a:rPr lang="en-US" dirty="0"/>
              <a:t>[210; 290] mm</a:t>
            </a:r>
          </a:p>
          <a:p>
            <a:pPr lvl="1"/>
            <a:r>
              <a:rPr lang="en-US" dirty="0"/>
              <a:t>Solution: 2 sizes</a:t>
            </a:r>
            <a:endParaRPr lang="en-CA" dirty="0"/>
          </a:p>
          <a:p>
            <a:endParaRPr lang="en-CA" dirty="0"/>
          </a:p>
          <a:p>
            <a:r>
              <a:rPr lang="en-CA" dirty="0"/>
              <a:t>Other modification: remove the last row</a:t>
            </a:r>
          </a:p>
          <a:p>
            <a:pPr lvl="1"/>
            <a:r>
              <a:rPr lang="en-CA" dirty="0"/>
              <a:t>Goal: Reduce the electrode count without any major impact</a:t>
            </a:r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69068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E51D319-C550-DE70-A0D4-15BE2C04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63FD961-EF3A-404A-9420-3C292A2F1061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682A57FE-0285-3E2B-2C52-2B0C5CFC4F5C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631BED-D009-A2F2-C4AD-B220823CFE7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7766546-38F9-4EA8-D44F-784E83791A2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D5C0827-5ED0-E3E3-CB25-43D2A6402745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6CE0A91C-109C-0974-7897-518F8A5847C8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6AA30A7-7547-EFB6-8FB1-ECBDBCAB6273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55A5CEB3-E749-D2FB-8E60-34509C8931D5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E98D1D20-F2B2-CA6D-943D-BD96F9D6003B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3CD7142D-10DD-D73E-6EB0-EF656ABB8921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14620717-6D39-F32B-D126-07F01E3FC609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9D30CE46-37DD-68AF-5C47-8093A394A1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18BD92C-F6A2-7A95-CB5E-66098DA3F2D9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A0B8D49-4441-B27C-D560-CFB5C2252462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19ADE-8C18-496B-68EB-7370E68B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New draft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15DD60-94FE-3D6F-FEDC-A5BA9784C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38" y="2324672"/>
            <a:ext cx="11673124" cy="24032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F5A972-A32E-AD8F-CF5E-0A1126D1AC14}"/>
              </a:ext>
            </a:extLst>
          </p:cNvPr>
          <p:cNvSpPr txBox="1"/>
          <p:nvPr/>
        </p:nvSpPr>
        <p:spPr>
          <a:xfrm>
            <a:off x="302108" y="5224399"/>
            <a:ext cx="50413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Note:</a:t>
            </a:r>
          </a:p>
          <a:p>
            <a:r>
              <a:rPr lang="en-CA" dirty="0"/>
              <a:t>Minimal coverage: Minimum arm size (IED = 4 mm)</a:t>
            </a:r>
          </a:p>
          <a:p>
            <a:r>
              <a:rPr lang="en-CA" dirty="0"/>
              <a:t>Maximal coverage: Maximum arm size (IED = 5 mm)</a:t>
            </a:r>
          </a:p>
          <a:p>
            <a:r>
              <a:rPr lang="en-CA" dirty="0"/>
              <a:t>Initial Draft: 488 electrodes in total</a:t>
            </a:r>
          </a:p>
        </p:txBody>
      </p:sp>
    </p:spTree>
    <p:extLst>
      <p:ext uri="{BB962C8B-B14F-4D97-AF65-F5344CB8AC3E}">
        <p14:creationId xmlns:p14="http://schemas.microsoft.com/office/powerpoint/2010/main" val="2543272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91263BE-708E-E78A-7842-22DBE9F2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69FE3FF-9FCA-71CD-690F-7F48065650C1}"/>
              </a:ext>
            </a:extLst>
          </p:cNvPr>
          <p:cNvGrpSpPr/>
          <p:nvPr/>
        </p:nvGrpSpPr>
        <p:grpSpPr>
          <a:xfrm>
            <a:off x="7424333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2EE62E85-26A3-E895-7ED4-A2C13AB324D4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6C9C686-F2D1-98A1-0E07-F437345A0BF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0135F77-65E1-9D55-F830-8E7EB392CCCA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6C06C38F-6B64-8DF4-1F0E-BE9092BE5B54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A6D31299-F378-E359-5FEC-2F390FFCF287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9D85EAD2-AB2B-0E6D-F157-5E750A38B45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1CDC7E1E-B0ED-5A3B-DC7D-72845B8AB35E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2738F989-B5A2-E9AA-8AA3-BB7E6BC5464D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1267A89C-CF80-190F-75DC-CCB3F831E1BB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19A9A613-902D-8E2D-EF11-D48E01E8C03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016840DC-ACCD-2D2E-9140-8DB47918D6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C04DC1F2-F304-4761-FF69-D5CEBE2BD1E7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28AB09F-8E26-8A0C-010B-B9FFCB0BABB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88BB0-A102-3A07-994D-368D0B07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145C8-3722-0AF9-73B4-5975B7A6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CA" dirty="0"/>
              <a:t>Scholarship applications (W.I.P.)</a:t>
            </a:r>
          </a:p>
          <a:p>
            <a:r>
              <a:rPr lang="en-CA" dirty="0"/>
              <a:t>3D view of the sleeves (W.I.P.)</a:t>
            </a:r>
          </a:p>
          <a:p>
            <a:r>
              <a:rPr lang="en-CA" dirty="0"/>
              <a:t>Start looking at electrode fabrication processes</a:t>
            </a:r>
          </a:p>
        </p:txBody>
      </p:sp>
    </p:spTree>
    <p:extLst>
      <p:ext uri="{BB962C8B-B14F-4D97-AF65-F5344CB8AC3E}">
        <p14:creationId xmlns:p14="http://schemas.microsoft.com/office/powerpoint/2010/main" val="174658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309</Words>
  <Application>Microsoft Office PowerPoint</Application>
  <PresentationFormat>Widescreen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Update</vt:lpstr>
      <vt:lpstr>Since last time</vt:lpstr>
      <vt:lpstr>Modifications</vt:lpstr>
      <vt:lpstr>Modifications</vt:lpstr>
      <vt:lpstr>Modifications</vt:lpstr>
      <vt:lpstr>New draft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2025-08-28T17:55:55Z</dcterms:modified>
</cp:coreProperties>
</file>