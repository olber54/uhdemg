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notesMasterIdLst>
    <p:notesMasterId r:id="rId6"/>
  </p:notesMasterIdLst>
  <p:handoutMasterIdLst>
    <p:handoutMasterId r:id="rId7"/>
  </p:handoutMasterIdLst>
  <p:sldIdLst>
    <p:sldId id="257" r:id="rId2"/>
    <p:sldId id="260" r:id="rId3"/>
    <p:sldId id="261" r:id="rId4"/>
    <p:sldId id="262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2E4A"/>
    <a:srgbClr val="F1BB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E4C6C1-1F82-4466-A925-0924E65F4315}" v="24" dt="2026-07-13T15:27:22.9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95400" autoAdjust="0"/>
  </p:normalViewPr>
  <p:slideViewPr>
    <p:cSldViewPr snapToGrid="0">
      <p:cViewPr varScale="1">
        <p:scale>
          <a:sx n="105" d="100"/>
          <a:sy n="105" d="100"/>
        </p:scale>
        <p:origin x="84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2" d="100"/>
          <a:sy n="72" d="100"/>
        </p:scale>
        <p:origin x="3010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ivier Bergeron" userId="25eb1b54-485f-4e43-901d-d18d08f0214c" providerId="ADAL" clId="{1C8F5D2F-0B18-4284-BE65-D934514D84A1}"/>
    <pc:docChg chg="undo custSel addSld delSld modSld sldOrd">
      <pc:chgData name="Olivier Bergeron" userId="25eb1b54-485f-4e43-901d-d18d08f0214c" providerId="ADAL" clId="{1C8F5D2F-0B18-4284-BE65-D934514D84A1}" dt="2026-07-13T15:27:26.515" v="1918" actId="1076"/>
      <pc:docMkLst>
        <pc:docMk/>
      </pc:docMkLst>
      <pc:sldChg chg="addSp delSp modSp new mod modClrScheme chgLayout">
        <pc:chgData name="Olivier Bergeron" userId="25eb1b54-485f-4e43-901d-d18d08f0214c" providerId="ADAL" clId="{1C8F5D2F-0B18-4284-BE65-D934514D84A1}" dt="2026-07-10T04:51:53.649" v="1472" actId="20577"/>
        <pc:sldMkLst>
          <pc:docMk/>
          <pc:sldMk cId="2167832089" sldId="257"/>
        </pc:sldMkLst>
        <pc:spChg chg="mod ord">
          <ac:chgData name="Olivier Bergeron" userId="25eb1b54-485f-4e43-901d-d18d08f0214c" providerId="ADAL" clId="{1C8F5D2F-0B18-4284-BE65-D934514D84A1}" dt="2026-07-09T19:45:06.330" v="192" actId="700"/>
          <ac:spMkLst>
            <pc:docMk/>
            <pc:sldMk cId="2167832089" sldId="257"/>
            <ac:spMk id="4" creationId="{6595F63C-62D6-E103-A5BB-10D184450537}"/>
          </ac:spMkLst>
        </pc:spChg>
        <pc:spChg chg="add mod">
          <ac:chgData name="Olivier Bergeron" userId="25eb1b54-485f-4e43-901d-d18d08f0214c" providerId="ADAL" clId="{1C8F5D2F-0B18-4284-BE65-D934514D84A1}" dt="2026-07-10T04:48:07.956" v="1344" actId="1076"/>
          <ac:spMkLst>
            <pc:docMk/>
            <pc:sldMk cId="2167832089" sldId="257"/>
            <ac:spMk id="8" creationId="{C7C57CFC-6D29-757B-0E64-02EC811C04FB}"/>
          </ac:spMkLst>
        </pc:spChg>
        <pc:spChg chg="add mod ord">
          <ac:chgData name="Olivier Bergeron" userId="25eb1b54-485f-4e43-901d-d18d08f0214c" providerId="ADAL" clId="{1C8F5D2F-0B18-4284-BE65-D934514D84A1}" dt="2026-07-10T04:51:53.649" v="1472" actId="20577"/>
          <ac:spMkLst>
            <pc:docMk/>
            <pc:sldMk cId="2167832089" sldId="257"/>
            <ac:spMk id="10" creationId="{EB7D9A90-FBA8-77FA-3BAF-EC6674913362}"/>
          </ac:spMkLst>
        </pc:spChg>
        <pc:picChg chg="add mod">
          <ac:chgData name="Olivier Bergeron" userId="25eb1b54-485f-4e43-901d-d18d08f0214c" providerId="ADAL" clId="{1C8F5D2F-0B18-4284-BE65-D934514D84A1}" dt="2026-07-10T04:43:21.038" v="1282" actId="1076"/>
          <ac:picMkLst>
            <pc:docMk/>
            <pc:sldMk cId="2167832089" sldId="257"/>
            <ac:picMk id="3" creationId="{7D31C56F-DD07-B896-8E0B-12355BD6E730}"/>
          </ac:picMkLst>
        </pc:picChg>
        <pc:picChg chg="add mod">
          <ac:chgData name="Olivier Bergeron" userId="25eb1b54-485f-4e43-901d-d18d08f0214c" providerId="ADAL" clId="{1C8F5D2F-0B18-4284-BE65-D934514D84A1}" dt="2026-07-10T04:43:19.490" v="1281" actId="1076"/>
          <ac:picMkLst>
            <pc:docMk/>
            <pc:sldMk cId="2167832089" sldId="257"/>
            <ac:picMk id="5" creationId="{F9CAF34E-186F-DAAB-12F2-D8717691EC22}"/>
          </ac:picMkLst>
        </pc:picChg>
      </pc:sldChg>
      <pc:sldChg chg="addSp delSp modSp add mod">
        <pc:chgData name="Olivier Bergeron" userId="25eb1b54-485f-4e43-901d-d18d08f0214c" providerId="ADAL" clId="{1C8F5D2F-0B18-4284-BE65-D934514D84A1}" dt="2026-07-10T04:45:09.797" v="1309" actId="1076"/>
        <pc:sldMkLst>
          <pc:docMk/>
          <pc:sldMk cId="325188982" sldId="260"/>
        </pc:sldMkLst>
        <pc:spChg chg="add del mod">
          <ac:chgData name="Olivier Bergeron" userId="25eb1b54-485f-4e43-901d-d18d08f0214c" providerId="ADAL" clId="{1C8F5D2F-0B18-4284-BE65-D934514D84A1}" dt="2026-07-10T04:42:44.330" v="1277" actId="255"/>
          <ac:spMkLst>
            <pc:docMk/>
            <pc:sldMk cId="325188982" sldId="260"/>
            <ac:spMk id="10" creationId="{DC3AD92A-C192-E8A3-45BA-328CF410442F}"/>
          </ac:spMkLst>
        </pc:spChg>
        <pc:spChg chg="add mod">
          <ac:chgData name="Olivier Bergeron" userId="25eb1b54-485f-4e43-901d-d18d08f0214c" providerId="ADAL" clId="{1C8F5D2F-0B18-4284-BE65-D934514D84A1}" dt="2026-07-10T04:45:09.797" v="1309" actId="1076"/>
          <ac:spMkLst>
            <pc:docMk/>
            <pc:sldMk cId="325188982" sldId="260"/>
            <ac:spMk id="15" creationId="{D36F23C3-9C5C-CB86-ACC5-AFF0BCEC7EF4}"/>
          </ac:spMkLst>
        </pc:spChg>
        <pc:picChg chg="add mod">
          <ac:chgData name="Olivier Bergeron" userId="25eb1b54-485f-4e43-901d-d18d08f0214c" providerId="ADAL" clId="{1C8F5D2F-0B18-4284-BE65-D934514D84A1}" dt="2026-07-10T04:43:23.674" v="1283" actId="1076"/>
          <ac:picMkLst>
            <pc:docMk/>
            <pc:sldMk cId="325188982" sldId="260"/>
            <ac:picMk id="11" creationId="{02E843C1-9AD7-8736-79B2-4FBEDCC16C16}"/>
          </ac:picMkLst>
        </pc:picChg>
        <pc:picChg chg="add mod">
          <ac:chgData name="Olivier Bergeron" userId="25eb1b54-485f-4e43-901d-d18d08f0214c" providerId="ADAL" clId="{1C8F5D2F-0B18-4284-BE65-D934514D84A1}" dt="2026-07-10T04:43:25.046" v="1284" actId="1076"/>
          <ac:picMkLst>
            <pc:docMk/>
            <pc:sldMk cId="325188982" sldId="260"/>
            <ac:picMk id="13" creationId="{51629B55-FBFE-9A09-07B7-CA4051C9C30C}"/>
          </ac:picMkLst>
        </pc:picChg>
      </pc:sldChg>
      <pc:sldChg chg="addSp delSp modSp new mod modClrScheme chgLayout">
        <pc:chgData name="Olivier Bergeron" userId="25eb1b54-485f-4e43-901d-d18d08f0214c" providerId="ADAL" clId="{1C8F5D2F-0B18-4284-BE65-D934514D84A1}" dt="2026-07-13T15:27:26.515" v="1918" actId="1076"/>
        <pc:sldMkLst>
          <pc:docMk/>
          <pc:sldMk cId="3075933522" sldId="261"/>
        </pc:sldMkLst>
        <pc:spChg chg="del">
          <ac:chgData name="Olivier Bergeron" userId="25eb1b54-485f-4e43-901d-d18d08f0214c" providerId="ADAL" clId="{1C8F5D2F-0B18-4284-BE65-D934514D84A1}" dt="2026-07-13T14:28:33.153" v="1474" actId="700"/>
          <ac:spMkLst>
            <pc:docMk/>
            <pc:sldMk cId="3075933522" sldId="261"/>
            <ac:spMk id="2" creationId="{9AA4A27C-8651-9156-085D-37740A738CBC}"/>
          </ac:spMkLst>
        </pc:spChg>
        <pc:spChg chg="del">
          <ac:chgData name="Olivier Bergeron" userId="25eb1b54-485f-4e43-901d-d18d08f0214c" providerId="ADAL" clId="{1C8F5D2F-0B18-4284-BE65-D934514D84A1}" dt="2026-07-13T14:28:33.153" v="1474" actId="700"/>
          <ac:spMkLst>
            <pc:docMk/>
            <pc:sldMk cId="3075933522" sldId="261"/>
            <ac:spMk id="3" creationId="{A8834E7E-E482-E731-55C7-E5B243AAC499}"/>
          </ac:spMkLst>
        </pc:spChg>
        <pc:spChg chg="del">
          <ac:chgData name="Olivier Bergeron" userId="25eb1b54-485f-4e43-901d-d18d08f0214c" providerId="ADAL" clId="{1C8F5D2F-0B18-4284-BE65-D934514D84A1}" dt="2026-07-13T14:28:33.153" v="1474" actId="700"/>
          <ac:spMkLst>
            <pc:docMk/>
            <pc:sldMk cId="3075933522" sldId="261"/>
            <ac:spMk id="4" creationId="{850CD854-8FA8-FD63-7237-BA834609EEF6}"/>
          </ac:spMkLst>
        </pc:spChg>
        <pc:spChg chg="mod ord">
          <ac:chgData name="Olivier Bergeron" userId="25eb1b54-485f-4e43-901d-d18d08f0214c" providerId="ADAL" clId="{1C8F5D2F-0B18-4284-BE65-D934514D84A1}" dt="2026-07-13T14:28:33.153" v="1474" actId="700"/>
          <ac:spMkLst>
            <pc:docMk/>
            <pc:sldMk cId="3075933522" sldId="261"/>
            <ac:spMk id="5" creationId="{B966734C-ABAB-4632-B19B-7FE5261BF4ED}"/>
          </ac:spMkLst>
        </pc:spChg>
        <pc:spChg chg="add mod topLvl">
          <ac:chgData name="Olivier Bergeron" userId="25eb1b54-485f-4e43-901d-d18d08f0214c" providerId="ADAL" clId="{1C8F5D2F-0B18-4284-BE65-D934514D84A1}" dt="2026-07-13T15:00:27.544" v="1664" actId="404"/>
          <ac:spMkLst>
            <pc:docMk/>
            <pc:sldMk cId="3075933522" sldId="261"/>
            <ac:spMk id="22" creationId="{6F219978-D09F-E1C1-9400-6315FFAA3D49}"/>
          </ac:spMkLst>
        </pc:spChg>
        <pc:spChg chg="add del">
          <ac:chgData name="Olivier Bergeron" userId="25eb1b54-485f-4e43-901d-d18d08f0214c" providerId="ADAL" clId="{1C8F5D2F-0B18-4284-BE65-D934514D84A1}" dt="2026-07-13T14:53:28.630" v="1585" actId="478"/>
          <ac:spMkLst>
            <pc:docMk/>
            <pc:sldMk cId="3075933522" sldId="261"/>
            <ac:spMk id="25" creationId="{AEA190BE-0953-955F-D50C-71B870811613}"/>
          </ac:spMkLst>
        </pc:spChg>
        <pc:spChg chg="add del">
          <ac:chgData name="Olivier Bergeron" userId="25eb1b54-485f-4e43-901d-d18d08f0214c" providerId="ADAL" clId="{1C8F5D2F-0B18-4284-BE65-D934514D84A1}" dt="2026-07-13T14:54:06.498" v="1590" actId="478"/>
          <ac:spMkLst>
            <pc:docMk/>
            <pc:sldMk cId="3075933522" sldId="261"/>
            <ac:spMk id="26" creationId="{41C103BD-2776-26B9-7124-EDE750810E4D}"/>
          </ac:spMkLst>
        </pc:spChg>
        <pc:spChg chg="add mod topLvl">
          <ac:chgData name="Olivier Bergeron" userId="25eb1b54-485f-4e43-901d-d18d08f0214c" providerId="ADAL" clId="{1C8F5D2F-0B18-4284-BE65-D934514D84A1}" dt="2026-07-13T15:00:11.631" v="1655" actId="164"/>
          <ac:spMkLst>
            <pc:docMk/>
            <pc:sldMk cId="3075933522" sldId="261"/>
            <ac:spMk id="39" creationId="{4580B80B-46A6-4D4B-9949-94FAC8FA57E2}"/>
          </ac:spMkLst>
        </pc:spChg>
        <pc:spChg chg="del mod topLvl">
          <ac:chgData name="Olivier Bergeron" userId="25eb1b54-485f-4e43-901d-d18d08f0214c" providerId="ADAL" clId="{1C8F5D2F-0B18-4284-BE65-D934514D84A1}" dt="2026-07-13T15:03:24.492" v="1702" actId="478"/>
          <ac:spMkLst>
            <pc:docMk/>
            <pc:sldMk cId="3075933522" sldId="261"/>
            <ac:spMk id="54" creationId="{289ABB3B-BC57-047A-553A-4F1485F80C9D}"/>
          </ac:spMkLst>
        </pc:spChg>
        <pc:spChg chg="del mod topLvl">
          <ac:chgData name="Olivier Bergeron" userId="25eb1b54-485f-4e43-901d-d18d08f0214c" providerId="ADAL" clId="{1C8F5D2F-0B18-4284-BE65-D934514D84A1}" dt="2026-07-13T15:03:22.252" v="1700" actId="478"/>
          <ac:spMkLst>
            <pc:docMk/>
            <pc:sldMk cId="3075933522" sldId="261"/>
            <ac:spMk id="55" creationId="{AC98F988-765A-33D3-3424-76E46645FE88}"/>
          </ac:spMkLst>
        </pc:spChg>
        <pc:spChg chg="add del mod">
          <ac:chgData name="Olivier Bergeron" userId="25eb1b54-485f-4e43-901d-d18d08f0214c" providerId="ADAL" clId="{1C8F5D2F-0B18-4284-BE65-D934514D84A1}" dt="2026-07-13T15:03:58.856" v="1710" actId="478"/>
          <ac:spMkLst>
            <pc:docMk/>
            <pc:sldMk cId="3075933522" sldId="261"/>
            <ac:spMk id="59" creationId="{4FE04ADE-FFE3-B897-8159-73349FD1C03C}"/>
          </ac:spMkLst>
        </pc:spChg>
        <pc:spChg chg="add mod topLvl">
          <ac:chgData name="Olivier Bergeron" userId="25eb1b54-485f-4e43-901d-d18d08f0214c" providerId="ADAL" clId="{1C8F5D2F-0B18-4284-BE65-D934514D84A1}" dt="2026-07-13T15:14:33.007" v="1736" actId="478"/>
          <ac:spMkLst>
            <pc:docMk/>
            <pc:sldMk cId="3075933522" sldId="261"/>
            <ac:spMk id="63" creationId="{8CAB0EF9-0356-0349-82DA-7420B69F850C}"/>
          </ac:spMkLst>
        </pc:spChg>
        <pc:spChg chg="add mod">
          <ac:chgData name="Olivier Bergeron" userId="25eb1b54-485f-4e43-901d-d18d08f0214c" providerId="ADAL" clId="{1C8F5D2F-0B18-4284-BE65-D934514D84A1}" dt="2026-07-13T15:16:41.927" v="1847" actId="164"/>
          <ac:spMkLst>
            <pc:docMk/>
            <pc:sldMk cId="3075933522" sldId="261"/>
            <ac:spMk id="67" creationId="{9BCC531C-E906-71A0-1BDF-2763BFA7060D}"/>
          </ac:spMkLst>
        </pc:spChg>
        <pc:spChg chg="add mod">
          <ac:chgData name="Olivier Bergeron" userId="25eb1b54-485f-4e43-901d-d18d08f0214c" providerId="ADAL" clId="{1C8F5D2F-0B18-4284-BE65-D934514D84A1}" dt="2026-07-13T15:16:41.927" v="1847" actId="164"/>
          <ac:spMkLst>
            <pc:docMk/>
            <pc:sldMk cId="3075933522" sldId="261"/>
            <ac:spMk id="69" creationId="{1C696196-2596-8DBB-7A6A-7259BC105980}"/>
          </ac:spMkLst>
        </pc:spChg>
        <pc:spChg chg="add mod">
          <ac:chgData name="Olivier Bergeron" userId="25eb1b54-485f-4e43-901d-d18d08f0214c" providerId="ADAL" clId="{1C8F5D2F-0B18-4284-BE65-D934514D84A1}" dt="2026-07-13T15:16:41.927" v="1847" actId="164"/>
          <ac:spMkLst>
            <pc:docMk/>
            <pc:sldMk cId="3075933522" sldId="261"/>
            <ac:spMk id="71" creationId="{81A9C837-DE75-4003-DDCF-AFFEFFA4E9E6}"/>
          </ac:spMkLst>
        </pc:spChg>
        <pc:grpChg chg="add mod topLvl">
          <ac:chgData name="Olivier Bergeron" userId="25eb1b54-485f-4e43-901d-d18d08f0214c" providerId="ADAL" clId="{1C8F5D2F-0B18-4284-BE65-D934514D84A1}" dt="2026-07-13T15:00:11.631" v="1655" actId="164"/>
          <ac:grpSpMkLst>
            <pc:docMk/>
            <pc:sldMk cId="3075933522" sldId="261"/>
            <ac:grpSpMk id="18" creationId="{0A4CE860-2DCA-1DBA-6E55-6DD76B8B4A38}"/>
          </ac:grpSpMkLst>
        </pc:grpChg>
        <pc:grpChg chg="add del mod">
          <ac:chgData name="Olivier Bergeron" userId="25eb1b54-485f-4e43-901d-d18d08f0214c" providerId="ADAL" clId="{1C8F5D2F-0B18-4284-BE65-D934514D84A1}" dt="2026-07-13T15:00:02.915" v="1653" actId="165"/>
          <ac:grpSpMkLst>
            <pc:docMk/>
            <pc:sldMk cId="3075933522" sldId="261"/>
            <ac:grpSpMk id="40" creationId="{C0EECE8F-A28D-50DC-7C7A-008C9DCE6C8B}"/>
          </ac:grpSpMkLst>
        </pc:grpChg>
        <pc:grpChg chg="add mod">
          <ac:chgData name="Olivier Bergeron" userId="25eb1b54-485f-4e43-901d-d18d08f0214c" providerId="ADAL" clId="{1C8F5D2F-0B18-4284-BE65-D934514D84A1}" dt="2026-07-13T15:16:41.927" v="1847" actId="164"/>
          <ac:grpSpMkLst>
            <pc:docMk/>
            <pc:sldMk cId="3075933522" sldId="261"/>
            <ac:grpSpMk id="41" creationId="{EC663B3F-6234-8E35-D067-1C1FCCCFBCEA}"/>
          </ac:grpSpMkLst>
        </pc:grpChg>
        <pc:grpChg chg="add del mod">
          <ac:chgData name="Olivier Bergeron" userId="25eb1b54-485f-4e43-901d-d18d08f0214c" providerId="ADAL" clId="{1C8F5D2F-0B18-4284-BE65-D934514D84A1}" dt="2026-07-13T15:03:19.980" v="1699" actId="165"/>
          <ac:grpSpMkLst>
            <pc:docMk/>
            <pc:sldMk cId="3075933522" sldId="261"/>
            <ac:grpSpMk id="51" creationId="{02C62AA7-4713-3688-9202-FBC3E21424A1}"/>
          </ac:grpSpMkLst>
        </pc:grpChg>
        <pc:grpChg chg="del mod topLvl">
          <ac:chgData name="Olivier Bergeron" userId="25eb1b54-485f-4e43-901d-d18d08f0214c" providerId="ADAL" clId="{1C8F5D2F-0B18-4284-BE65-D934514D84A1}" dt="2026-07-13T15:03:23.193" v="1701" actId="478"/>
          <ac:grpSpMkLst>
            <pc:docMk/>
            <pc:sldMk cId="3075933522" sldId="261"/>
            <ac:grpSpMk id="53" creationId="{F6A9C2A2-3B7C-843E-8BB6-8C59242AE8BB}"/>
          </ac:grpSpMkLst>
        </pc:grpChg>
        <pc:grpChg chg="add del mod">
          <ac:chgData name="Olivier Bergeron" userId="25eb1b54-485f-4e43-901d-d18d08f0214c" providerId="ADAL" clId="{1C8F5D2F-0B18-4284-BE65-D934514D84A1}" dt="2026-07-13T15:14:33.007" v="1736" actId="478"/>
          <ac:grpSpMkLst>
            <pc:docMk/>
            <pc:sldMk cId="3075933522" sldId="261"/>
            <ac:grpSpMk id="64" creationId="{F428C66C-CA6D-B9C5-A39E-DB0CD628F5D5}"/>
          </ac:grpSpMkLst>
        </pc:grpChg>
        <pc:grpChg chg="add mod">
          <ac:chgData name="Olivier Bergeron" userId="25eb1b54-485f-4e43-901d-d18d08f0214c" providerId="ADAL" clId="{1C8F5D2F-0B18-4284-BE65-D934514D84A1}" dt="2026-07-13T15:17:36.248" v="1862" actId="164"/>
          <ac:grpSpMkLst>
            <pc:docMk/>
            <pc:sldMk cId="3075933522" sldId="261"/>
            <ac:grpSpMk id="72" creationId="{47364D7D-5750-314A-C973-9AFB85821D8E}"/>
          </ac:grpSpMkLst>
        </pc:grpChg>
        <pc:grpChg chg="add mod">
          <ac:chgData name="Olivier Bergeron" userId="25eb1b54-485f-4e43-901d-d18d08f0214c" providerId="ADAL" clId="{1C8F5D2F-0B18-4284-BE65-D934514D84A1}" dt="2026-07-13T15:27:22.998" v="1917" actId="164"/>
          <ac:grpSpMkLst>
            <pc:docMk/>
            <pc:sldMk cId="3075933522" sldId="261"/>
            <ac:grpSpMk id="84" creationId="{4019702E-6852-2BE8-1055-DD37E17FE40C}"/>
          </ac:grpSpMkLst>
        </pc:grpChg>
        <pc:grpChg chg="add mod">
          <ac:chgData name="Olivier Bergeron" userId="25eb1b54-485f-4e43-901d-d18d08f0214c" providerId="ADAL" clId="{1C8F5D2F-0B18-4284-BE65-D934514D84A1}" dt="2026-07-13T15:25:08.926" v="1895" actId="164"/>
          <ac:grpSpMkLst>
            <pc:docMk/>
            <pc:sldMk cId="3075933522" sldId="261"/>
            <ac:grpSpMk id="91" creationId="{389B676F-4C82-2F7F-8D25-E23F0721079B}"/>
          </ac:grpSpMkLst>
        </pc:grpChg>
        <pc:grpChg chg="add del mod">
          <ac:chgData name="Olivier Bergeron" userId="25eb1b54-485f-4e43-901d-d18d08f0214c" providerId="ADAL" clId="{1C8F5D2F-0B18-4284-BE65-D934514D84A1}" dt="2026-07-13T15:25:36.163" v="1907" actId="478"/>
          <ac:grpSpMkLst>
            <pc:docMk/>
            <pc:sldMk cId="3075933522" sldId="261"/>
            <ac:grpSpMk id="94" creationId="{138A3ED2-DECE-129F-3FDA-245754906B34}"/>
          </ac:grpSpMkLst>
        </pc:grpChg>
        <pc:grpChg chg="add mod">
          <ac:chgData name="Olivier Bergeron" userId="25eb1b54-485f-4e43-901d-d18d08f0214c" providerId="ADAL" clId="{1C8F5D2F-0B18-4284-BE65-D934514D84A1}" dt="2026-07-13T15:27:26.515" v="1918" actId="1076"/>
          <ac:grpSpMkLst>
            <pc:docMk/>
            <pc:sldMk cId="3075933522" sldId="261"/>
            <ac:grpSpMk id="97" creationId="{242FAB51-A56A-9624-74AC-69250A369FED}"/>
          </ac:grpSpMkLst>
        </pc:grpChg>
        <pc:picChg chg="add del mod">
          <ac:chgData name="Olivier Bergeron" userId="25eb1b54-485f-4e43-901d-d18d08f0214c" providerId="ADAL" clId="{1C8F5D2F-0B18-4284-BE65-D934514D84A1}" dt="2026-07-13T14:29:21.013" v="1480" actId="478"/>
          <ac:picMkLst>
            <pc:docMk/>
            <pc:sldMk cId="3075933522" sldId="261"/>
            <ac:picMk id="6" creationId="{C8534D97-691D-1BF9-1492-0C74B78B5ECD}"/>
          </ac:picMkLst>
        </pc:picChg>
        <pc:picChg chg="add mod topLvl">
          <ac:chgData name="Olivier Bergeron" userId="25eb1b54-485f-4e43-901d-d18d08f0214c" providerId="ADAL" clId="{1C8F5D2F-0B18-4284-BE65-D934514D84A1}" dt="2026-07-13T15:00:11.631" v="1655" actId="164"/>
          <ac:picMkLst>
            <pc:docMk/>
            <pc:sldMk cId="3075933522" sldId="261"/>
            <ac:picMk id="7" creationId="{BA5FA098-11A7-84FF-AB4B-5C4C992D7064}"/>
          </ac:picMkLst>
        </pc:picChg>
        <pc:picChg chg="add del mod">
          <ac:chgData name="Olivier Bergeron" userId="25eb1b54-485f-4e43-901d-d18d08f0214c" providerId="ADAL" clId="{1C8F5D2F-0B18-4284-BE65-D934514D84A1}" dt="2026-07-13T14:39:43.075" v="1493" actId="478"/>
          <ac:picMkLst>
            <pc:docMk/>
            <pc:sldMk cId="3075933522" sldId="261"/>
            <ac:picMk id="9" creationId="{B7FB64E2-2D3A-FC63-02D1-69FCF56B7184}"/>
          </ac:picMkLst>
        </pc:picChg>
        <pc:picChg chg="add del mod">
          <ac:chgData name="Olivier Bergeron" userId="25eb1b54-485f-4e43-901d-d18d08f0214c" providerId="ADAL" clId="{1C8F5D2F-0B18-4284-BE65-D934514D84A1}" dt="2026-07-13T14:45:25.504" v="1501" actId="478"/>
          <ac:picMkLst>
            <pc:docMk/>
            <pc:sldMk cId="3075933522" sldId="261"/>
            <ac:picMk id="11" creationId="{3497DA97-BAB5-91A9-7D77-4E14B8E5D410}"/>
          </ac:picMkLst>
        </pc:picChg>
        <pc:picChg chg="add mod">
          <ac:chgData name="Olivier Bergeron" userId="25eb1b54-485f-4e43-901d-d18d08f0214c" providerId="ADAL" clId="{1C8F5D2F-0B18-4284-BE65-D934514D84A1}" dt="2026-07-13T15:00:02.915" v="1653" actId="165"/>
          <ac:picMkLst>
            <pc:docMk/>
            <pc:sldMk cId="3075933522" sldId="261"/>
            <ac:picMk id="13" creationId="{F6FECFA2-0669-EAD6-408A-C8FDD216F767}"/>
          </ac:picMkLst>
        </pc:picChg>
        <pc:picChg chg="add mod">
          <ac:chgData name="Olivier Bergeron" userId="25eb1b54-485f-4e43-901d-d18d08f0214c" providerId="ADAL" clId="{1C8F5D2F-0B18-4284-BE65-D934514D84A1}" dt="2026-07-13T15:00:02.915" v="1653" actId="165"/>
          <ac:picMkLst>
            <pc:docMk/>
            <pc:sldMk cId="3075933522" sldId="261"/>
            <ac:picMk id="15" creationId="{8A032CE2-78D9-536D-C8D8-221B96D365C8}"/>
          </ac:picMkLst>
        </pc:picChg>
        <pc:picChg chg="add mod">
          <ac:chgData name="Olivier Bergeron" userId="25eb1b54-485f-4e43-901d-d18d08f0214c" providerId="ADAL" clId="{1C8F5D2F-0B18-4284-BE65-D934514D84A1}" dt="2026-07-13T15:00:02.915" v="1653" actId="165"/>
          <ac:picMkLst>
            <pc:docMk/>
            <pc:sldMk cId="3075933522" sldId="261"/>
            <ac:picMk id="17" creationId="{861915A2-FEC1-0D93-0113-B024B99ECE19}"/>
          </ac:picMkLst>
        </pc:picChg>
        <pc:picChg chg="add del mod">
          <ac:chgData name="Olivier Bergeron" userId="25eb1b54-485f-4e43-901d-d18d08f0214c" providerId="ADAL" clId="{1C8F5D2F-0B18-4284-BE65-D934514D84A1}" dt="2026-07-13T14:49:29.025" v="1551" actId="478"/>
          <ac:picMkLst>
            <pc:docMk/>
            <pc:sldMk cId="3075933522" sldId="261"/>
            <ac:picMk id="19" creationId="{1D7AC9A1-9834-AB3B-E57B-4F276FCC4494}"/>
          </ac:picMkLst>
        </pc:picChg>
        <pc:picChg chg="add del mod">
          <ac:chgData name="Olivier Bergeron" userId="25eb1b54-485f-4e43-901d-d18d08f0214c" providerId="ADAL" clId="{1C8F5D2F-0B18-4284-BE65-D934514D84A1}" dt="2026-07-13T14:49:40.952" v="1556" actId="478"/>
          <ac:picMkLst>
            <pc:docMk/>
            <pc:sldMk cId="3075933522" sldId="261"/>
            <ac:picMk id="20" creationId="{F5E72A22-F7CE-7541-CE53-07068F3C4D69}"/>
          </ac:picMkLst>
        </pc:picChg>
        <pc:picChg chg="add mod ord topLvl">
          <ac:chgData name="Olivier Bergeron" userId="25eb1b54-485f-4e43-901d-d18d08f0214c" providerId="ADAL" clId="{1C8F5D2F-0B18-4284-BE65-D934514D84A1}" dt="2026-07-13T15:16:41.927" v="1847" actId="164"/>
          <ac:picMkLst>
            <pc:docMk/>
            <pc:sldMk cId="3075933522" sldId="261"/>
            <ac:picMk id="21" creationId="{421CF223-0E6C-A6C2-8D5F-34E0F1F35D3E}"/>
          </ac:picMkLst>
        </pc:picChg>
        <pc:picChg chg="add mod ord topLvl">
          <ac:chgData name="Olivier Bergeron" userId="25eb1b54-485f-4e43-901d-d18d08f0214c" providerId="ADAL" clId="{1C8F5D2F-0B18-4284-BE65-D934514D84A1}" dt="2026-07-13T15:16:41.927" v="1847" actId="164"/>
          <ac:picMkLst>
            <pc:docMk/>
            <pc:sldMk cId="3075933522" sldId="261"/>
            <ac:picMk id="24" creationId="{870DC0D6-7B62-0B0B-E865-258382E2D7AD}"/>
          </ac:picMkLst>
        </pc:picChg>
        <pc:picChg chg="del mod topLvl">
          <ac:chgData name="Olivier Bergeron" userId="25eb1b54-485f-4e43-901d-d18d08f0214c" providerId="ADAL" clId="{1C8F5D2F-0B18-4284-BE65-D934514D84A1}" dt="2026-07-13T15:03:59.508" v="1711" actId="478"/>
          <ac:picMkLst>
            <pc:docMk/>
            <pc:sldMk cId="3075933522" sldId="261"/>
            <ac:picMk id="52" creationId="{7229B518-F75E-757A-E77E-42AF695A609E}"/>
          </ac:picMkLst>
        </pc:picChg>
        <pc:picChg chg="mod">
          <ac:chgData name="Olivier Bergeron" userId="25eb1b54-485f-4e43-901d-d18d08f0214c" providerId="ADAL" clId="{1C8F5D2F-0B18-4284-BE65-D934514D84A1}" dt="2026-07-13T15:03:19.980" v="1699" actId="165"/>
          <ac:picMkLst>
            <pc:docMk/>
            <pc:sldMk cId="3075933522" sldId="261"/>
            <ac:picMk id="56" creationId="{66371B3E-1D22-A645-A413-01DD4E5AC04E}"/>
          </ac:picMkLst>
        </pc:picChg>
        <pc:picChg chg="mod">
          <ac:chgData name="Olivier Bergeron" userId="25eb1b54-485f-4e43-901d-d18d08f0214c" providerId="ADAL" clId="{1C8F5D2F-0B18-4284-BE65-D934514D84A1}" dt="2026-07-13T15:03:19.980" v="1699" actId="165"/>
          <ac:picMkLst>
            <pc:docMk/>
            <pc:sldMk cId="3075933522" sldId="261"/>
            <ac:picMk id="57" creationId="{412FA713-4972-2B96-49AD-9846CF4CE14A}"/>
          </ac:picMkLst>
        </pc:picChg>
        <pc:picChg chg="mod">
          <ac:chgData name="Olivier Bergeron" userId="25eb1b54-485f-4e43-901d-d18d08f0214c" providerId="ADAL" clId="{1C8F5D2F-0B18-4284-BE65-D934514D84A1}" dt="2026-07-13T15:03:19.980" v="1699" actId="165"/>
          <ac:picMkLst>
            <pc:docMk/>
            <pc:sldMk cId="3075933522" sldId="261"/>
            <ac:picMk id="58" creationId="{B4901B27-5F11-D91D-96C2-5BC19855E80E}"/>
          </ac:picMkLst>
        </pc:picChg>
        <pc:picChg chg="add mod">
          <ac:chgData name="Olivier Bergeron" userId="25eb1b54-485f-4e43-901d-d18d08f0214c" providerId="ADAL" clId="{1C8F5D2F-0B18-4284-BE65-D934514D84A1}" dt="2026-07-13T15:16:41.927" v="1847" actId="164"/>
          <ac:picMkLst>
            <pc:docMk/>
            <pc:sldMk cId="3075933522" sldId="261"/>
            <ac:picMk id="60" creationId="{14C7A6AA-CFD4-62AA-5BA4-242144AE7C30}"/>
          </ac:picMkLst>
        </pc:picChg>
        <pc:picChg chg="add mod">
          <ac:chgData name="Olivier Bergeron" userId="25eb1b54-485f-4e43-901d-d18d08f0214c" providerId="ADAL" clId="{1C8F5D2F-0B18-4284-BE65-D934514D84A1}" dt="2026-07-13T15:16:41.927" v="1847" actId="164"/>
          <ac:picMkLst>
            <pc:docMk/>
            <pc:sldMk cId="3075933522" sldId="261"/>
            <ac:picMk id="61" creationId="{DA8D32D8-7AD8-FD3A-5BBF-09EAB43C9BB5}"/>
          </ac:picMkLst>
        </pc:picChg>
        <pc:picChg chg="add del mod topLvl">
          <ac:chgData name="Olivier Bergeron" userId="25eb1b54-485f-4e43-901d-d18d08f0214c" providerId="ADAL" clId="{1C8F5D2F-0B18-4284-BE65-D934514D84A1}" dt="2026-07-13T15:14:33.007" v="1736" actId="478"/>
          <ac:picMkLst>
            <pc:docMk/>
            <pc:sldMk cId="3075933522" sldId="261"/>
            <ac:picMk id="62" creationId="{B2FD0670-47C3-1419-6B7E-4E50684ED749}"/>
          </ac:picMkLst>
        </pc:picChg>
        <pc:picChg chg="add mod">
          <ac:chgData name="Olivier Bergeron" userId="25eb1b54-485f-4e43-901d-d18d08f0214c" providerId="ADAL" clId="{1C8F5D2F-0B18-4284-BE65-D934514D84A1}" dt="2026-07-13T15:16:41.927" v="1847" actId="164"/>
          <ac:picMkLst>
            <pc:docMk/>
            <pc:sldMk cId="3075933522" sldId="261"/>
            <ac:picMk id="66" creationId="{3BF75C58-B1F1-3430-42CF-CFC8B4FEF9F9}"/>
          </ac:picMkLst>
        </pc:picChg>
        <pc:picChg chg="add mod">
          <ac:chgData name="Olivier Bergeron" userId="25eb1b54-485f-4e43-901d-d18d08f0214c" providerId="ADAL" clId="{1C8F5D2F-0B18-4284-BE65-D934514D84A1}" dt="2026-07-13T15:25:22.167" v="1900" actId="164"/>
          <ac:picMkLst>
            <pc:docMk/>
            <pc:sldMk cId="3075933522" sldId="261"/>
            <ac:picMk id="86" creationId="{5821F499-2864-810C-3080-F1AEA23353B6}"/>
          </ac:picMkLst>
        </pc:picChg>
        <pc:picChg chg="add del mod">
          <ac:chgData name="Olivier Bergeron" userId="25eb1b54-485f-4e43-901d-d18d08f0214c" providerId="ADAL" clId="{1C8F5D2F-0B18-4284-BE65-D934514D84A1}" dt="2026-07-13T15:25:35.325" v="1906" actId="478"/>
          <ac:picMkLst>
            <pc:docMk/>
            <pc:sldMk cId="3075933522" sldId="261"/>
            <ac:picMk id="88" creationId="{8FC65B89-0E77-9756-B5CE-769F29238978}"/>
          </ac:picMkLst>
        </pc:picChg>
        <pc:picChg chg="add mod">
          <ac:chgData name="Olivier Bergeron" userId="25eb1b54-485f-4e43-901d-d18d08f0214c" providerId="ADAL" clId="{1C8F5D2F-0B18-4284-BE65-D934514D84A1}" dt="2026-07-13T15:25:22.167" v="1900" actId="164"/>
          <ac:picMkLst>
            <pc:docMk/>
            <pc:sldMk cId="3075933522" sldId="261"/>
            <ac:picMk id="90" creationId="{A6D6AFD1-9EEC-DFFD-6F30-4DED48AFAD1E}"/>
          </ac:picMkLst>
        </pc:picChg>
        <pc:picChg chg="add mod">
          <ac:chgData name="Olivier Bergeron" userId="25eb1b54-485f-4e43-901d-d18d08f0214c" providerId="ADAL" clId="{1C8F5D2F-0B18-4284-BE65-D934514D84A1}" dt="2026-07-13T15:25:22.167" v="1900" actId="164"/>
          <ac:picMkLst>
            <pc:docMk/>
            <pc:sldMk cId="3075933522" sldId="261"/>
            <ac:picMk id="93" creationId="{CA1DA424-03F3-0260-ADC8-CCC816BA6F03}"/>
          </ac:picMkLst>
        </pc:picChg>
        <pc:picChg chg="add mod">
          <ac:chgData name="Olivier Bergeron" userId="25eb1b54-485f-4e43-901d-d18d08f0214c" providerId="ADAL" clId="{1C8F5D2F-0B18-4284-BE65-D934514D84A1}" dt="2026-07-13T15:27:22.998" v="1917" actId="164"/>
          <ac:picMkLst>
            <pc:docMk/>
            <pc:sldMk cId="3075933522" sldId="261"/>
            <ac:picMk id="96" creationId="{38E4F658-6D84-E3B4-722C-C9C0D45D477E}"/>
          </ac:picMkLst>
        </pc:picChg>
        <pc:cxnChg chg="add mod ord">
          <ac:chgData name="Olivier Bergeron" userId="25eb1b54-485f-4e43-901d-d18d08f0214c" providerId="ADAL" clId="{1C8F5D2F-0B18-4284-BE65-D934514D84A1}" dt="2026-07-13T15:01:03.237" v="1680" actId="14100"/>
          <ac:cxnSpMkLst>
            <pc:docMk/>
            <pc:sldMk cId="3075933522" sldId="261"/>
            <ac:cxnSpMk id="28" creationId="{DCD25773-0E67-9312-A5FD-A963BC990FEF}"/>
          </ac:cxnSpMkLst>
        </pc:cxnChg>
        <pc:cxnChg chg="add del mod">
          <ac:chgData name="Olivier Bergeron" userId="25eb1b54-485f-4e43-901d-d18d08f0214c" providerId="ADAL" clId="{1C8F5D2F-0B18-4284-BE65-D934514D84A1}" dt="2026-07-13T14:54:28.351" v="1594" actId="478"/>
          <ac:cxnSpMkLst>
            <pc:docMk/>
            <pc:sldMk cId="3075933522" sldId="261"/>
            <ac:cxnSpMk id="30" creationId="{F1FE0824-A3C1-7243-A4E3-28192F121B18}"/>
          </ac:cxnSpMkLst>
        </pc:cxnChg>
        <pc:cxnChg chg="add mod">
          <ac:chgData name="Olivier Bergeron" userId="25eb1b54-485f-4e43-901d-d18d08f0214c" providerId="ADAL" clId="{1C8F5D2F-0B18-4284-BE65-D934514D84A1}" dt="2026-07-13T15:01:29.283" v="1693" actId="14100"/>
          <ac:cxnSpMkLst>
            <pc:docMk/>
            <pc:sldMk cId="3075933522" sldId="261"/>
            <ac:cxnSpMk id="31" creationId="{63FAFFAD-C023-EB24-8B20-1DFD06667A15}"/>
          </ac:cxnSpMkLst>
        </pc:cxnChg>
        <pc:cxnChg chg="add del mod">
          <ac:chgData name="Olivier Bergeron" userId="25eb1b54-485f-4e43-901d-d18d08f0214c" providerId="ADAL" clId="{1C8F5D2F-0B18-4284-BE65-D934514D84A1}" dt="2026-07-13T15:01:33.154" v="1696" actId="478"/>
          <ac:cxnSpMkLst>
            <pc:docMk/>
            <pc:sldMk cId="3075933522" sldId="261"/>
            <ac:cxnSpMk id="33" creationId="{F6B5ACD2-91AD-2297-B84E-D0618433BB4F}"/>
          </ac:cxnSpMkLst>
        </pc:cxnChg>
        <pc:cxnChg chg="add del mod">
          <ac:chgData name="Olivier Bergeron" userId="25eb1b54-485f-4e43-901d-d18d08f0214c" providerId="ADAL" clId="{1C8F5D2F-0B18-4284-BE65-D934514D84A1}" dt="2026-07-13T15:01:32.593" v="1694" actId="478"/>
          <ac:cxnSpMkLst>
            <pc:docMk/>
            <pc:sldMk cId="3075933522" sldId="261"/>
            <ac:cxnSpMk id="36" creationId="{F2E13199-1D90-D97D-FE78-BB221F845C66}"/>
          </ac:cxnSpMkLst>
        </pc:cxnChg>
        <pc:cxnChg chg="add mod">
          <ac:chgData name="Olivier Bergeron" userId="25eb1b54-485f-4e43-901d-d18d08f0214c" providerId="ADAL" clId="{1C8F5D2F-0B18-4284-BE65-D934514D84A1}" dt="2026-07-13T15:17:36.248" v="1862" actId="164"/>
          <ac:cxnSpMkLst>
            <pc:docMk/>
            <pc:sldMk cId="3075933522" sldId="261"/>
            <ac:cxnSpMk id="74" creationId="{11F9556B-C62F-64D5-B536-A680B342D8E5}"/>
          </ac:cxnSpMkLst>
        </pc:cxnChg>
        <pc:cxnChg chg="add mod">
          <ac:chgData name="Olivier Bergeron" userId="25eb1b54-485f-4e43-901d-d18d08f0214c" providerId="ADAL" clId="{1C8F5D2F-0B18-4284-BE65-D934514D84A1}" dt="2026-07-13T15:17:36.248" v="1862" actId="164"/>
          <ac:cxnSpMkLst>
            <pc:docMk/>
            <pc:sldMk cId="3075933522" sldId="261"/>
            <ac:cxnSpMk id="75" creationId="{FDFBA737-BDD1-030D-52EC-9DE1BB739F1A}"/>
          </ac:cxnSpMkLst>
        </pc:cxnChg>
        <pc:cxnChg chg="add mod">
          <ac:chgData name="Olivier Bergeron" userId="25eb1b54-485f-4e43-901d-d18d08f0214c" providerId="ADAL" clId="{1C8F5D2F-0B18-4284-BE65-D934514D84A1}" dt="2026-07-13T15:17:36.248" v="1862" actId="164"/>
          <ac:cxnSpMkLst>
            <pc:docMk/>
            <pc:sldMk cId="3075933522" sldId="261"/>
            <ac:cxnSpMk id="81" creationId="{49165230-6D60-892B-E3E5-B2DE709E0D38}"/>
          </ac:cxnSpMkLst>
        </pc:cxnChg>
      </pc:sldChg>
      <pc:sldChg chg="addSp delSp modSp new mod">
        <pc:chgData name="Olivier Bergeron" userId="25eb1b54-485f-4e43-901d-d18d08f0214c" providerId="ADAL" clId="{1C8F5D2F-0B18-4284-BE65-D934514D84A1}" dt="2026-07-13T14:59:46.054" v="1651" actId="1076"/>
        <pc:sldMkLst>
          <pc:docMk/>
          <pc:sldMk cId="2322466548" sldId="262"/>
        </pc:sldMkLst>
        <pc:spChg chg="mod topLvl">
          <ac:chgData name="Olivier Bergeron" userId="25eb1b54-485f-4e43-901d-d18d08f0214c" providerId="ADAL" clId="{1C8F5D2F-0B18-4284-BE65-D934514D84A1}" dt="2026-07-13T14:59:41.366" v="1649" actId="404"/>
          <ac:spMkLst>
            <pc:docMk/>
            <pc:sldMk cId="2322466548" sldId="262"/>
            <ac:spMk id="7" creationId="{5DD6FACE-9104-C3C5-5109-DCBF2EBB67A4}"/>
          </ac:spMkLst>
        </pc:spChg>
        <pc:spChg chg="mod topLvl">
          <ac:chgData name="Olivier Bergeron" userId="25eb1b54-485f-4e43-901d-d18d08f0214c" providerId="ADAL" clId="{1C8F5D2F-0B18-4284-BE65-D934514D84A1}" dt="2026-07-13T14:59:25.086" v="1640" actId="164"/>
          <ac:spMkLst>
            <pc:docMk/>
            <pc:sldMk cId="2322466548" sldId="262"/>
            <ac:spMk id="13" creationId="{D30E3935-3181-CB63-85C2-93ABB19DD131}"/>
          </ac:spMkLst>
        </pc:spChg>
        <pc:grpChg chg="add del mod">
          <ac:chgData name="Olivier Bergeron" userId="25eb1b54-485f-4e43-901d-d18d08f0214c" providerId="ADAL" clId="{1C8F5D2F-0B18-4284-BE65-D934514D84A1}" dt="2026-07-13T14:58:58.680" v="1631" actId="165"/>
          <ac:grpSpMkLst>
            <pc:docMk/>
            <pc:sldMk cId="2322466548" sldId="262"/>
            <ac:grpSpMk id="3" creationId="{96DA54A5-2081-A120-D437-0A29E2E9EB07}"/>
          </ac:grpSpMkLst>
        </pc:grpChg>
        <pc:grpChg chg="mod topLvl">
          <ac:chgData name="Olivier Bergeron" userId="25eb1b54-485f-4e43-901d-d18d08f0214c" providerId="ADAL" clId="{1C8F5D2F-0B18-4284-BE65-D934514D84A1}" dt="2026-07-13T14:59:25.086" v="1640" actId="164"/>
          <ac:grpSpMkLst>
            <pc:docMk/>
            <pc:sldMk cId="2322466548" sldId="262"/>
            <ac:grpSpMk id="5" creationId="{254EB5E2-3892-0E28-5E8C-1437F09322EF}"/>
          </ac:grpSpMkLst>
        </pc:grpChg>
        <pc:grpChg chg="add mod">
          <ac:chgData name="Olivier Bergeron" userId="25eb1b54-485f-4e43-901d-d18d08f0214c" providerId="ADAL" clId="{1C8F5D2F-0B18-4284-BE65-D934514D84A1}" dt="2026-07-13T14:59:46.054" v="1651" actId="1076"/>
          <ac:grpSpMkLst>
            <pc:docMk/>
            <pc:sldMk cId="2322466548" sldId="262"/>
            <ac:grpSpMk id="17" creationId="{CDB92444-E843-3F8E-505D-2E3FF5DE51E5}"/>
          </ac:grpSpMkLst>
        </pc:grpChg>
        <pc:picChg chg="mod topLvl">
          <ac:chgData name="Olivier Bergeron" userId="25eb1b54-485f-4e43-901d-d18d08f0214c" providerId="ADAL" clId="{1C8F5D2F-0B18-4284-BE65-D934514D84A1}" dt="2026-07-13T14:59:25.086" v="1640" actId="164"/>
          <ac:picMkLst>
            <pc:docMk/>
            <pc:sldMk cId="2322466548" sldId="262"/>
            <ac:picMk id="4" creationId="{E376A618-7DF7-193C-71B1-E6B600AA6F15}"/>
          </ac:picMkLst>
        </pc:picChg>
        <pc:picChg chg="del mod topLvl">
          <ac:chgData name="Olivier Bergeron" userId="25eb1b54-485f-4e43-901d-d18d08f0214c" providerId="ADAL" clId="{1C8F5D2F-0B18-4284-BE65-D934514D84A1}" dt="2026-07-13T14:59:02.141" v="1632" actId="478"/>
          <ac:picMkLst>
            <pc:docMk/>
            <pc:sldMk cId="2322466548" sldId="262"/>
            <ac:picMk id="6" creationId="{63FD3777-F125-F1CF-7D1E-19E556940895}"/>
          </ac:picMkLst>
        </pc:picChg>
        <pc:picChg chg="del mod topLvl">
          <ac:chgData name="Olivier Bergeron" userId="25eb1b54-485f-4e43-901d-d18d08f0214c" providerId="ADAL" clId="{1C8F5D2F-0B18-4284-BE65-D934514D84A1}" dt="2026-07-13T14:59:04.704" v="1636" actId="478"/>
          <ac:picMkLst>
            <pc:docMk/>
            <pc:sldMk cId="2322466548" sldId="262"/>
            <ac:picMk id="8" creationId="{546451A5-6D51-8494-90D8-642F9014C87B}"/>
          </ac:picMkLst>
        </pc:picChg>
        <pc:picChg chg="mod">
          <ac:chgData name="Olivier Bergeron" userId="25eb1b54-485f-4e43-901d-d18d08f0214c" providerId="ADAL" clId="{1C8F5D2F-0B18-4284-BE65-D934514D84A1}" dt="2026-07-13T14:58:58.680" v="1631" actId="165"/>
          <ac:picMkLst>
            <pc:docMk/>
            <pc:sldMk cId="2322466548" sldId="262"/>
            <ac:picMk id="14" creationId="{B872B53F-04E2-33E5-E29E-660088B4F9AF}"/>
          </ac:picMkLst>
        </pc:picChg>
        <pc:picChg chg="mod">
          <ac:chgData name="Olivier Bergeron" userId="25eb1b54-485f-4e43-901d-d18d08f0214c" providerId="ADAL" clId="{1C8F5D2F-0B18-4284-BE65-D934514D84A1}" dt="2026-07-13T14:58:58.680" v="1631" actId="165"/>
          <ac:picMkLst>
            <pc:docMk/>
            <pc:sldMk cId="2322466548" sldId="262"/>
            <ac:picMk id="15" creationId="{8128B9F8-C4A3-F7DE-26DA-2630B32E991F}"/>
          </ac:picMkLst>
        </pc:picChg>
        <pc:picChg chg="mod">
          <ac:chgData name="Olivier Bergeron" userId="25eb1b54-485f-4e43-901d-d18d08f0214c" providerId="ADAL" clId="{1C8F5D2F-0B18-4284-BE65-D934514D84A1}" dt="2026-07-13T14:58:58.680" v="1631" actId="165"/>
          <ac:picMkLst>
            <pc:docMk/>
            <pc:sldMk cId="2322466548" sldId="262"/>
            <ac:picMk id="16" creationId="{10CB55CE-D611-34E3-F8A1-F1542360A295}"/>
          </ac:picMkLst>
        </pc:picChg>
        <pc:cxnChg chg="del">
          <ac:chgData name="Olivier Bergeron" userId="25eb1b54-485f-4e43-901d-d18d08f0214c" providerId="ADAL" clId="{1C8F5D2F-0B18-4284-BE65-D934514D84A1}" dt="2026-07-13T14:59:05.284" v="1637" actId="478"/>
          <ac:cxnSpMkLst>
            <pc:docMk/>
            <pc:sldMk cId="2322466548" sldId="262"/>
            <ac:cxnSpMk id="9" creationId="{FE756140-BB3A-84D8-EC9C-BD99CAC18C40}"/>
          </ac:cxnSpMkLst>
        </pc:cxnChg>
        <pc:cxnChg chg="del">
          <ac:chgData name="Olivier Bergeron" userId="25eb1b54-485f-4e43-901d-d18d08f0214c" providerId="ADAL" clId="{1C8F5D2F-0B18-4284-BE65-D934514D84A1}" dt="2026-07-13T14:59:04.334" v="1635" actId="478"/>
          <ac:cxnSpMkLst>
            <pc:docMk/>
            <pc:sldMk cId="2322466548" sldId="262"/>
            <ac:cxnSpMk id="10" creationId="{E1326A41-2C26-ACD2-8288-0FDB46D7931A}"/>
          </ac:cxnSpMkLst>
        </pc:cxnChg>
        <pc:cxnChg chg="del">
          <ac:chgData name="Olivier Bergeron" userId="25eb1b54-485f-4e43-901d-d18d08f0214c" providerId="ADAL" clId="{1C8F5D2F-0B18-4284-BE65-D934514D84A1}" dt="2026-07-13T14:59:03.704" v="1634" actId="478"/>
          <ac:cxnSpMkLst>
            <pc:docMk/>
            <pc:sldMk cId="2322466548" sldId="262"/>
            <ac:cxnSpMk id="11" creationId="{A6234DDC-5F2F-F718-352A-78E2DE25E3FB}"/>
          </ac:cxnSpMkLst>
        </pc:cxnChg>
        <pc:cxnChg chg="del">
          <ac:chgData name="Olivier Bergeron" userId="25eb1b54-485f-4e43-901d-d18d08f0214c" providerId="ADAL" clId="{1C8F5D2F-0B18-4284-BE65-D934514D84A1}" dt="2026-07-13T14:59:03.104" v="1633" actId="478"/>
          <ac:cxnSpMkLst>
            <pc:docMk/>
            <pc:sldMk cId="2322466548" sldId="262"/>
            <ac:cxnSpMk id="12" creationId="{C1D0302E-5DE6-E5D4-4820-47925FD3FEEC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928BFA5-E1F9-A514-0FA3-E163CF57BE2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DF8AB8-DE20-2994-D5EB-1B2F83E81E0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362C08-F31F-417E-9DA2-FB0A727E2763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B96DF5-3CFF-DFE4-CDCA-7568D5EE99C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F68DA0-8184-965C-17A5-6C0DD4CB40E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185C08-6D5C-49F4-9A24-317952984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9823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58027B-B5CA-43FE-83BF-6327550A03F7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D3C02A-94A9-4E52-835F-B6DB969C9D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276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E065A-5675-FC91-3F31-AAD14B5B83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1400" y="1122363"/>
            <a:ext cx="7086600" cy="2975184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0FD5DB-1B71-6B4E-C597-6E58C76C4A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81398" y="4261450"/>
            <a:ext cx="7086601" cy="638354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228D7F17-E7CA-D342-ADB0-716D14ABF95E}"/>
              </a:ext>
            </a:extLst>
          </p:cNvPr>
          <p:cNvSpPr/>
          <p:nvPr userDrawn="1"/>
        </p:nvSpPr>
        <p:spPr>
          <a:xfrm rot="13500000">
            <a:off x="-2256760" y="1067661"/>
            <a:ext cx="4495933" cy="4495933"/>
          </a:xfrm>
          <a:prstGeom prst="rtTriangle">
            <a:avLst/>
          </a:pr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0" name="Google Shape;102;p1">
            <a:extLst>
              <a:ext uri="{FF2B5EF4-FFF2-40B4-BE49-F238E27FC236}">
                <a16:creationId xmlns:a16="http://schemas.microsoft.com/office/drawing/2014/main" id="{7736259A-2155-3A05-E879-8E5D8769598E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144545" y="6131419"/>
            <a:ext cx="1300096" cy="590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01;p1">
            <a:extLst>
              <a:ext uri="{FF2B5EF4-FFF2-40B4-BE49-F238E27FC236}">
                <a16:creationId xmlns:a16="http://schemas.microsoft.com/office/drawing/2014/main" id="{14E29151-F5AC-D6F0-5348-2DDDDEE15171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552082" y="6199703"/>
            <a:ext cx="1429300" cy="590059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7723FEE-7BEA-EA6E-D5EC-F81D7D5A1E24}"/>
              </a:ext>
            </a:extLst>
          </p:cNvPr>
          <p:cNvSpPr/>
          <p:nvPr userDrawn="1"/>
        </p:nvSpPr>
        <p:spPr>
          <a:xfrm>
            <a:off x="10440882" y="-270"/>
            <a:ext cx="1759744" cy="1114425"/>
          </a:xfrm>
          <a:custGeom>
            <a:avLst/>
            <a:gdLst>
              <a:gd name="csX0" fmla="*/ 0 w 1759744"/>
              <a:gd name="csY0" fmla="*/ 0 h 1114425"/>
              <a:gd name="csX1" fmla="*/ 1114425 w 1759744"/>
              <a:gd name="csY1" fmla="*/ 1114425 h 1114425"/>
              <a:gd name="csX2" fmla="*/ 1759744 w 1759744"/>
              <a:gd name="csY2" fmla="*/ 469106 h 1114425"/>
              <a:gd name="csX3" fmla="*/ 1759744 w 1759744"/>
              <a:gd name="csY3" fmla="*/ 2381 h 1114425"/>
              <a:gd name="csX4" fmla="*/ 0 w 1759744"/>
              <a:gd name="csY4" fmla="*/ 0 h 1114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9744" h="1114425">
                <a:moveTo>
                  <a:pt x="0" y="0"/>
                </a:moveTo>
                <a:lnTo>
                  <a:pt x="1114425" y="1114425"/>
                </a:lnTo>
                <a:lnTo>
                  <a:pt x="1759744" y="469106"/>
                </a:lnTo>
                <a:lnTo>
                  <a:pt x="1759744" y="2381"/>
                </a:lnTo>
                <a:lnTo>
                  <a:pt x="0" y="0"/>
                </a:lnTo>
                <a:close/>
              </a:path>
            </a:pathLst>
          </a:custGeom>
          <a:solidFill>
            <a:srgbClr val="F1B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2011481-34B9-F126-1BA7-0476936B3687}"/>
              </a:ext>
            </a:extLst>
          </p:cNvPr>
          <p:cNvSpPr/>
          <p:nvPr userDrawn="1"/>
        </p:nvSpPr>
        <p:spPr>
          <a:xfrm>
            <a:off x="10100364" y="5063707"/>
            <a:ext cx="2100262" cy="1809750"/>
          </a:xfrm>
          <a:custGeom>
            <a:avLst/>
            <a:gdLst>
              <a:gd name="csX0" fmla="*/ 0 w 2100262"/>
              <a:gd name="csY0" fmla="*/ 1809750 h 1809750"/>
              <a:gd name="csX1" fmla="*/ 1809750 w 2100262"/>
              <a:gd name="csY1" fmla="*/ 0 h 1809750"/>
              <a:gd name="csX2" fmla="*/ 2100262 w 2100262"/>
              <a:gd name="csY2" fmla="*/ 290512 h 1809750"/>
              <a:gd name="csX3" fmla="*/ 2100262 w 2100262"/>
              <a:gd name="csY3" fmla="*/ 1804987 h 1809750"/>
              <a:gd name="csX4" fmla="*/ 14287 w 2100262"/>
              <a:gd name="csY4" fmla="*/ 1804987 h 1809750"/>
              <a:gd name="csX5" fmla="*/ 1809750 w 2100262"/>
              <a:gd name="csY5" fmla="*/ 9524 h 1809750"/>
              <a:gd name="csX6" fmla="*/ 1809750 w 2100262"/>
              <a:gd name="csY6" fmla="*/ 9524 h 1809750"/>
              <a:gd name="csX7" fmla="*/ 0 w 2100262"/>
              <a:gd name="csY7" fmla="*/ 1809750 h 1809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100262" h="1809750">
                <a:moveTo>
                  <a:pt x="0" y="1809750"/>
                </a:moveTo>
                <a:lnTo>
                  <a:pt x="1809750" y="0"/>
                </a:lnTo>
                <a:lnTo>
                  <a:pt x="2100262" y="290512"/>
                </a:lnTo>
                <a:lnTo>
                  <a:pt x="2100262" y="1804987"/>
                </a:lnTo>
                <a:lnTo>
                  <a:pt x="14287" y="1804987"/>
                </a:lnTo>
                <a:lnTo>
                  <a:pt x="1809750" y="9524"/>
                </a:lnTo>
                <a:lnTo>
                  <a:pt x="1809750" y="9524"/>
                </a:lnTo>
                <a:lnTo>
                  <a:pt x="0" y="1809750"/>
                </a:lnTo>
                <a:close/>
              </a:path>
            </a:pathLst>
          </a:cu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32635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imp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1190D-F682-511E-AB2C-E56E8201F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479" y="365125"/>
            <a:ext cx="9256144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A8265-D6DC-BF6D-85FA-E42E030777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479" y="1825625"/>
            <a:ext cx="9256144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5ACFC950-D753-DFB9-9779-ECAC1683F41F}"/>
              </a:ext>
            </a:extLst>
          </p:cNvPr>
          <p:cNvSpPr/>
          <p:nvPr userDrawn="1"/>
        </p:nvSpPr>
        <p:spPr>
          <a:xfrm rot="5400000">
            <a:off x="-12791" y="-6742"/>
            <a:ext cx="1684730" cy="1684730"/>
          </a:xfrm>
          <a:prstGeom prst="rtTriangle">
            <a:avLst/>
          </a:pr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0C92444-EC3B-3CE5-6871-D8969E2A06F7}"/>
              </a:ext>
            </a:extLst>
          </p:cNvPr>
          <p:cNvSpPr/>
          <p:nvPr userDrawn="1"/>
        </p:nvSpPr>
        <p:spPr>
          <a:xfrm>
            <a:off x="10440882" y="-270"/>
            <a:ext cx="1759744" cy="1114425"/>
          </a:xfrm>
          <a:custGeom>
            <a:avLst/>
            <a:gdLst>
              <a:gd name="csX0" fmla="*/ 0 w 1759744"/>
              <a:gd name="csY0" fmla="*/ 0 h 1114425"/>
              <a:gd name="csX1" fmla="*/ 1114425 w 1759744"/>
              <a:gd name="csY1" fmla="*/ 1114425 h 1114425"/>
              <a:gd name="csX2" fmla="*/ 1759744 w 1759744"/>
              <a:gd name="csY2" fmla="*/ 469106 h 1114425"/>
              <a:gd name="csX3" fmla="*/ 1759744 w 1759744"/>
              <a:gd name="csY3" fmla="*/ 2381 h 1114425"/>
              <a:gd name="csX4" fmla="*/ 0 w 1759744"/>
              <a:gd name="csY4" fmla="*/ 0 h 1114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9744" h="1114425">
                <a:moveTo>
                  <a:pt x="0" y="0"/>
                </a:moveTo>
                <a:lnTo>
                  <a:pt x="1114425" y="1114425"/>
                </a:lnTo>
                <a:lnTo>
                  <a:pt x="1759744" y="469106"/>
                </a:lnTo>
                <a:lnTo>
                  <a:pt x="1759744" y="2381"/>
                </a:lnTo>
                <a:lnTo>
                  <a:pt x="0" y="0"/>
                </a:lnTo>
                <a:close/>
              </a:path>
            </a:pathLst>
          </a:custGeom>
          <a:solidFill>
            <a:srgbClr val="F1B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4FDB794-04A0-CC33-A618-F40C2D4A7192}"/>
              </a:ext>
            </a:extLst>
          </p:cNvPr>
          <p:cNvSpPr/>
          <p:nvPr userDrawn="1"/>
        </p:nvSpPr>
        <p:spPr>
          <a:xfrm>
            <a:off x="10100364" y="5063707"/>
            <a:ext cx="2100262" cy="1809750"/>
          </a:xfrm>
          <a:custGeom>
            <a:avLst/>
            <a:gdLst>
              <a:gd name="csX0" fmla="*/ 0 w 2100262"/>
              <a:gd name="csY0" fmla="*/ 1809750 h 1809750"/>
              <a:gd name="csX1" fmla="*/ 1809750 w 2100262"/>
              <a:gd name="csY1" fmla="*/ 0 h 1809750"/>
              <a:gd name="csX2" fmla="*/ 2100262 w 2100262"/>
              <a:gd name="csY2" fmla="*/ 290512 h 1809750"/>
              <a:gd name="csX3" fmla="*/ 2100262 w 2100262"/>
              <a:gd name="csY3" fmla="*/ 1804987 h 1809750"/>
              <a:gd name="csX4" fmla="*/ 14287 w 2100262"/>
              <a:gd name="csY4" fmla="*/ 1804987 h 1809750"/>
              <a:gd name="csX5" fmla="*/ 1809750 w 2100262"/>
              <a:gd name="csY5" fmla="*/ 9524 h 1809750"/>
              <a:gd name="csX6" fmla="*/ 1809750 w 2100262"/>
              <a:gd name="csY6" fmla="*/ 9524 h 1809750"/>
              <a:gd name="csX7" fmla="*/ 0 w 2100262"/>
              <a:gd name="csY7" fmla="*/ 1809750 h 1809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100262" h="1809750">
                <a:moveTo>
                  <a:pt x="0" y="1809750"/>
                </a:moveTo>
                <a:lnTo>
                  <a:pt x="1809750" y="0"/>
                </a:lnTo>
                <a:lnTo>
                  <a:pt x="2100262" y="290512"/>
                </a:lnTo>
                <a:lnTo>
                  <a:pt x="2100262" y="1804987"/>
                </a:lnTo>
                <a:lnTo>
                  <a:pt x="14287" y="1804987"/>
                </a:lnTo>
                <a:lnTo>
                  <a:pt x="1809750" y="9524"/>
                </a:lnTo>
                <a:lnTo>
                  <a:pt x="1809750" y="9524"/>
                </a:lnTo>
                <a:lnTo>
                  <a:pt x="0" y="1809750"/>
                </a:lnTo>
                <a:close/>
              </a:path>
            </a:pathLst>
          </a:cu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C6F84729-8C7B-256A-74AA-272229A8701F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144545" y="6131419"/>
            <a:ext cx="1300096" cy="590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01;p1">
            <a:extLst>
              <a:ext uri="{FF2B5EF4-FFF2-40B4-BE49-F238E27FC236}">
                <a16:creationId xmlns:a16="http://schemas.microsoft.com/office/drawing/2014/main" id="{C4A09761-B03F-554A-348A-463573F24C33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552082" y="6199703"/>
            <a:ext cx="1429300" cy="59005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935A5-A0D5-F2C9-C2C5-CDF31FC052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DE7A7E6-4794-48E8-A5E1-2E8F8499B315}" type="slidenum">
              <a:rPr lang="en-CA" smtClean="0"/>
              <a:pPr/>
              <a:t>‹#›</a:t>
            </a:fld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8017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1190D-F682-511E-AB2C-E56E8201F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479" y="365125"/>
            <a:ext cx="9256144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2BD2FEA-4227-0367-3F81-6F16D3F2A15E}"/>
              </a:ext>
            </a:extLst>
          </p:cNvPr>
          <p:cNvSpPr>
            <a:spLocks noGrp="1"/>
          </p:cNvSpPr>
          <p:nvPr>
            <p:ph type="clipArt" sz="quarter" idx="10"/>
          </p:nvPr>
        </p:nvSpPr>
        <p:spPr>
          <a:xfrm>
            <a:off x="1397479" y="1915065"/>
            <a:ext cx="9256144" cy="3915824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DC68526F-3176-767D-0C3F-589AA2C268B6}"/>
              </a:ext>
            </a:extLst>
          </p:cNvPr>
          <p:cNvSpPr/>
          <p:nvPr userDrawn="1"/>
        </p:nvSpPr>
        <p:spPr>
          <a:xfrm rot="5400000">
            <a:off x="-12791" y="-6742"/>
            <a:ext cx="1684730" cy="1684730"/>
          </a:xfrm>
          <a:prstGeom prst="rtTriangle">
            <a:avLst/>
          </a:pr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630476C-19AD-149E-AE8D-FF5A90C650B7}"/>
              </a:ext>
            </a:extLst>
          </p:cNvPr>
          <p:cNvSpPr/>
          <p:nvPr userDrawn="1"/>
        </p:nvSpPr>
        <p:spPr>
          <a:xfrm>
            <a:off x="10440882" y="-270"/>
            <a:ext cx="1759744" cy="1114425"/>
          </a:xfrm>
          <a:custGeom>
            <a:avLst/>
            <a:gdLst>
              <a:gd name="csX0" fmla="*/ 0 w 1759744"/>
              <a:gd name="csY0" fmla="*/ 0 h 1114425"/>
              <a:gd name="csX1" fmla="*/ 1114425 w 1759744"/>
              <a:gd name="csY1" fmla="*/ 1114425 h 1114425"/>
              <a:gd name="csX2" fmla="*/ 1759744 w 1759744"/>
              <a:gd name="csY2" fmla="*/ 469106 h 1114425"/>
              <a:gd name="csX3" fmla="*/ 1759744 w 1759744"/>
              <a:gd name="csY3" fmla="*/ 2381 h 1114425"/>
              <a:gd name="csX4" fmla="*/ 0 w 1759744"/>
              <a:gd name="csY4" fmla="*/ 0 h 1114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9744" h="1114425">
                <a:moveTo>
                  <a:pt x="0" y="0"/>
                </a:moveTo>
                <a:lnTo>
                  <a:pt x="1114425" y="1114425"/>
                </a:lnTo>
                <a:lnTo>
                  <a:pt x="1759744" y="469106"/>
                </a:lnTo>
                <a:lnTo>
                  <a:pt x="1759744" y="2381"/>
                </a:lnTo>
                <a:lnTo>
                  <a:pt x="0" y="0"/>
                </a:lnTo>
                <a:close/>
              </a:path>
            </a:pathLst>
          </a:custGeom>
          <a:solidFill>
            <a:srgbClr val="F1B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B604135-A875-835C-5E0B-64FF791CAC0B}"/>
              </a:ext>
            </a:extLst>
          </p:cNvPr>
          <p:cNvSpPr/>
          <p:nvPr userDrawn="1"/>
        </p:nvSpPr>
        <p:spPr>
          <a:xfrm>
            <a:off x="10100364" y="5063707"/>
            <a:ext cx="2100262" cy="1809750"/>
          </a:xfrm>
          <a:custGeom>
            <a:avLst/>
            <a:gdLst>
              <a:gd name="csX0" fmla="*/ 0 w 2100262"/>
              <a:gd name="csY0" fmla="*/ 1809750 h 1809750"/>
              <a:gd name="csX1" fmla="*/ 1809750 w 2100262"/>
              <a:gd name="csY1" fmla="*/ 0 h 1809750"/>
              <a:gd name="csX2" fmla="*/ 2100262 w 2100262"/>
              <a:gd name="csY2" fmla="*/ 290512 h 1809750"/>
              <a:gd name="csX3" fmla="*/ 2100262 w 2100262"/>
              <a:gd name="csY3" fmla="*/ 1804987 h 1809750"/>
              <a:gd name="csX4" fmla="*/ 14287 w 2100262"/>
              <a:gd name="csY4" fmla="*/ 1804987 h 1809750"/>
              <a:gd name="csX5" fmla="*/ 1809750 w 2100262"/>
              <a:gd name="csY5" fmla="*/ 9524 h 1809750"/>
              <a:gd name="csX6" fmla="*/ 1809750 w 2100262"/>
              <a:gd name="csY6" fmla="*/ 9524 h 1809750"/>
              <a:gd name="csX7" fmla="*/ 0 w 2100262"/>
              <a:gd name="csY7" fmla="*/ 1809750 h 1809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100262" h="1809750">
                <a:moveTo>
                  <a:pt x="0" y="1809750"/>
                </a:moveTo>
                <a:lnTo>
                  <a:pt x="1809750" y="0"/>
                </a:lnTo>
                <a:lnTo>
                  <a:pt x="2100262" y="290512"/>
                </a:lnTo>
                <a:lnTo>
                  <a:pt x="2100262" y="1804987"/>
                </a:lnTo>
                <a:lnTo>
                  <a:pt x="14287" y="1804987"/>
                </a:lnTo>
                <a:lnTo>
                  <a:pt x="1809750" y="9524"/>
                </a:lnTo>
                <a:lnTo>
                  <a:pt x="1809750" y="9524"/>
                </a:lnTo>
                <a:lnTo>
                  <a:pt x="0" y="1809750"/>
                </a:lnTo>
                <a:close/>
              </a:path>
            </a:pathLst>
          </a:cu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4" name="Google Shape;102;p1">
            <a:extLst>
              <a:ext uri="{FF2B5EF4-FFF2-40B4-BE49-F238E27FC236}">
                <a16:creationId xmlns:a16="http://schemas.microsoft.com/office/drawing/2014/main" id="{983F88DD-28C9-3900-4B71-A8132135C9D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144545" y="6131419"/>
            <a:ext cx="1300096" cy="590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01;p1">
            <a:extLst>
              <a:ext uri="{FF2B5EF4-FFF2-40B4-BE49-F238E27FC236}">
                <a16:creationId xmlns:a16="http://schemas.microsoft.com/office/drawing/2014/main" id="{6486F39D-62A5-D23A-B340-FCEF768AB5FC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552082" y="6199703"/>
            <a:ext cx="1429300" cy="59005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0EB6439-0330-F6FA-A92A-852E017E35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DE7A7E6-4794-48E8-A5E1-2E8F8499B315}" type="slidenum">
              <a:rPr lang="en-CA" smtClean="0"/>
              <a:pPr/>
              <a:t>‹#›</a:t>
            </a:fld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2477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1190D-F682-511E-AB2C-E56E8201F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479" y="365125"/>
            <a:ext cx="9256144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A8265-D6DC-BF6D-85FA-E42E030777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479" y="1825625"/>
            <a:ext cx="4399472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C52A4DD-2602-4C1C-4E3E-F02623B24A5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949860" y="1825625"/>
            <a:ext cx="4703763" cy="4351338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247D5D0E-4D44-71C0-9400-8932F2943CBC}"/>
              </a:ext>
            </a:extLst>
          </p:cNvPr>
          <p:cNvSpPr/>
          <p:nvPr userDrawn="1"/>
        </p:nvSpPr>
        <p:spPr>
          <a:xfrm rot="5400000">
            <a:off x="-12791" y="-6742"/>
            <a:ext cx="1684730" cy="1684730"/>
          </a:xfrm>
          <a:prstGeom prst="rtTriangle">
            <a:avLst/>
          </a:pr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2FC7620-FB18-019D-B041-286087248A4F}"/>
              </a:ext>
            </a:extLst>
          </p:cNvPr>
          <p:cNvSpPr/>
          <p:nvPr userDrawn="1"/>
        </p:nvSpPr>
        <p:spPr>
          <a:xfrm>
            <a:off x="10440882" y="-270"/>
            <a:ext cx="1759744" cy="1114425"/>
          </a:xfrm>
          <a:custGeom>
            <a:avLst/>
            <a:gdLst>
              <a:gd name="csX0" fmla="*/ 0 w 1759744"/>
              <a:gd name="csY0" fmla="*/ 0 h 1114425"/>
              <a:gd name="csX1" fmla="*/ 1114425 w 1759744"/>
              <a:gd name="csY1" fmla="*/ 1114425 h 1114425"/>
              <a:gd name="csX2" fmla="*/ 1759744 w 1759744"/>
              <a:gd name="csY2" fmla="*/ 469106 h 1114425"/>
              <a:gd name="csX3" fmla="*/ 1759744 w 1759744"/>
              <a:gd name="csY3" fmla="*/ 2381 h 1114425"/>
              <a:gd name="csX4" fmla="*/ 0 w 1759744"/>
              <a:gd name="csY4" fmla="*/ 0 h 1114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9744" h="1114425">
                <a:moveTo>
                  <a:pt x="0" y="0"/>
                </a:moveTo>
                <a:lnTo>
                  <a:pt x="1114425" y="1114425"/>
                </a:lnTo>
                <a:lnTo>
                  <a:pt x="1759744" y="469106"/>
                </a:lnTo>
                <a:lnTo>
                  <a:pt x="1759744" y="2381"/>
                </a:lnTo>
                <a:lnTo>
                  <a:pt x="0" y="0"/>
                </a:lnTo>
                <a:close/>
              </a:path>
            </a:pathLst>
          </a:custGeom>
          <a:solidFill>
            <a:srgbClr val="F1B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C5A3ED5-2D1D-E90E-819C-BE5119DA2180}"/>
              </a:ext>
            </a:extLst>
          </p:cNvPr>
          <p:cNvSpPr/>
          <p:nvPr userDrawn="1"/>
        </p:nvSpPr>
        <p:spPr>
          <a:xfrm>
            <a:off x="10100364" y="5063707"/>
            <a:ext cx="2100262" cy="1809750"/>
          </a:xfrm>
          <a:custGeom>
            <a:avLst/>
            <a:gdLst>
              <a:gd name="csX0" fmla="*/ 0 w 2100262"/>
              <a:gd name="csY0" fmla="*/ 1809750 h 1809750"/>
              <a:gd name="csX1" fmla="*/ 1809750 w 2100262"/>
              <a:gd name="csY1" fmla="*/ 0 h 1809750"/>
              <a:gd name="csX2" fmla="*/ 2100262 w 2100262"/>
              <a:gd name="csY2" fmla="*/ 290512 h 1809750"/>
              <a:gd name="csX3" fmla="*/ 2100262 w 2100262"/>
              <a:gd name="csY3" fmla="*/ 1804987 h 1809750"/>
              <a:gd name="csX4" fmla="*/ 14287 w 2100262"/>
              <a:gd name="csY4" fmla="*/ 1804987 h 1809750"/>
              <a:gd name="csX5" fmla="*/ 1809750 w 2100262"/>
              <a:gd name="csY5" fmla="*/ 9524 h 1809750"/>
              <a:gd name="csX6" fmla="*/ 1809750 w 2100262"/>
              <a:gd name="csY6" fmla="*/ 9524 h 1809750"/>
              <a:gd name="csX7" fmla="*/ 0 w 2100262"/>
              <a:gd name="csY7" fmla="*/ 1809750 h 1809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100262" h="1809750">
                <a:moveTo>
                  <a:pt x="0" y="1809750"/>
                </a:moveTo>
                <a:lnTo>
                  <a:pt x="1809750" y="0"/>
                </a:lnTo>
                <a:lnTo>
                  <a:pt x="2100262" y="290512"/>
                </a:lnTo>
                <a:lnTo>
                  <a:pt x="2100262" y="1804987"/>
                </a:lnTo>
                <a:lnTo>
                  <a:pt x="14287" y="1804987"/>
                </a:lnTo>
                <a:lnTo>
                  <a:pt x="1809750" y="9524"/>
                </a:lnTo>
                <a:lnTo>
                  <a:pt x="1809750" y="9524"/>
                </a:lnTo>
                <a:lnTo>
                  <a:pt x="0" y="1809750"/>
                </a:lnTo>
                <a:close/>
              </a:path>
            </a:pathLst>
          </a:cu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9" name="Google Shape;102;p1">
            <a:extLst>
              <a:ext uri="{FF2B5EF4-FFF2-40B4-BE49-F238E27FC236}">
                <a16:creationId xmlns:a16="http://schemas.microsoft.com/office/drawing/2014/main" id="{AD986B78-4053-997D-B7A3-7EB96B0ACD8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144545" y="6131419"/>
            <a:ext cx="1300096" cy="590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101;p1">
            <a:extLst>
              <a:ext uri="{FF2B5EF4-FFF2-40B4-BE49-F238E27FC236}">
                <a16:creationId xmlns:a16="http://schemas.microsoft.com/office/drawing/2014/main" id="{F5AF544C-F08B-CEC0-A5E3-62DBFDC6226C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552082" y="6199703"/>
            <a:ext cx="1429300" cy="59005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C62A165-EF7E-BC34-05B2-D9C5F885A5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DE7A7E6-4794-48E8-A5E1-2E8F8499B315}" type="slidenum">
              <a:rPr lang="en-CA" smtClean="0"/>
              <a:pPr/>
              <a:t>‹#›</a:t>
            </a:fld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6761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1190D-F682-511E-AB2C-E56E8201F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479" y="365125"/>
            <a:ext cx="9256144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A8265-D6DC-BF6D-85FA-E42E030777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479" y="1825625"/>
            <a:ext cx="4399472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247D5D0E-4D44-71C0-9400-8932F2943CBC}"/>
              </a:ext>
            </a:extLst>
          </p:cNvPr>
          <p:cNvSpPr/>
          <p:nvPr userDrawn="1"/>
        </p:nvSpPr>
        <p:spPr>
          <a:xfrm rot="5400000">
            <a:off x="-12791" y="-6742"/>
            <a:ext cx="1684730" cy="1684730"/>
          </a:xfrm>
          <a:prstGeom prst="rtTriangle">
            <a:avLst/>
          </a:pr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2FC7620-FB18-019D-B041-286087248A4F}"/>
              </a:ext>
            </a:extLst>
          </p:cNvPr>
          <p:cNvSpPr/>
          <p:nvPr userDrawn="1"/>
        </p:nvSpPr>
        <p:spPr>
          <a:xfrm>
            <a:off x="10440882" y="-270"/>
            <a:ext cx="1759744" cy="1114425"/>
          </a:xfrm>
          <a:custGeom>
            <a:avLst/>
            <a:gdLst>
              <a:gd name="csX0" fmla="*/ 0 w 1759744"/>
              <a:gd name="csY0" fmla="*/ 0 h 1114425"/>
              <a:gd name="csX1" fmla="*/ 1114425 w 1759744"/>
              <a:gd name="csY1" fmla="*/ 1114425 h 1114425"/>
              <a:gd name="csX2" fmla="*/ 1759744 w 1759744"/>
              <a:gd name="csY2" fmla="*/ 469106 h 1114425"/>
              <a:gd name="csX3" fmla="*/ 1759744 w 1759744"/>
              <a:gd name="csY3" fmla="*/ 2381 h 1114425"/>
              <a:gd name="csX4" fmla="*/ 0 w 1759744"/>
              <a:gd name="csY4" fmla="*/ 0 h 1114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9744" h="1114425">
                <a:moveTo>
                  <a:pt x="0" y="0"/>
                </a:moveTo>
                <a:lnTo>
                  <a:pt x="1114425" y="1114425"/>
                </a:lnTo>
                <a:lnTo>
                  <a:pt x="1759744" y="469106"/>
                </a:lnTo>
                <a:lnTo>
                  <a:pt x="1759744" y="2381"/>
                </a:lnTo>
                <a:lnTo>
                  <a:pt x="0" y="0"/>
                </a:lnTo>
                <a:close/>
              </a:path>
            </a:pathLst>
          </a:custGeom>
          <a:solidFill>
            <a:srgbClr val="F1B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C5A3ED5-2D1D-E90E-819C-BE5119DA2180}"/>
              </a:ext>
            </a:extLst>
          </p:cNvPr>
          <p:cNvSpPr/>
          <p:nvPr userDrawn="1"/>
        </p:nvSpPr>
        <p:spPr>
          <a:xfrm>
            <a:off x="10100364" y="5063707"/>
            <a:ext cx="2100262" cy="1809750"/>
          </a:xfrm>
          <a:custGeom>
            <a:avLst/>
            <a:gdLst>
              <a:gd name="csX0" fmla="*/ 0 w 2100262"/>
              <a:gd name="csY0" fmla="*/ 1809750 h 1809750"/>
              <a:gd name="csX1" fmla="*/ 1809750 w 2100262"/>
              <a:gd name="csY1" fmla="*/ 0 h 1809750"/>
              <a:gd name="csX2" fmla="*/ 2100262 w 2100262"/>
              <a:gd name="csY2" fmla="*/ 290512 h 1809750"/>
              <a:gd name="csX3" fmla="*/ 2100262 w 2100262"/>
              <a:gd name="csY3" fmla="*/ 1804987 h 1809750"/>
              <a:gd name="csX4" fmla="*/ 14287 w 2100262"/>
              <a:gd name="csY4" fmla="*/ 1804987 h 1809750"/>
              <a:gd name="csX5" fmla="*/ 1809750 w 2100262"/>
              <a:gd name="csY5" fmla="*/ 9524 h 1809750"/>
              <a:gd name="csX6" fmla="*/ 1809750 w 2100262"/>
              <a:gd name="csY6" fmla="*/ 9524 h 1809750"/>
              <a:gd name="csX7" fmla="*/ 0 w 2100262"/>
              <a:gd name="csY7" fmla="*/ 1809750 h 1809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100262" h="1809750">
                <a:moveTo>
                  <a:pt x="0" y="1809750"/>
                </a:moveTo>
                <a:lnTo>
                  <a:pt x="1809750" y="0"/>
                </a:lnTo>
                <a:lnTo>
                  <a:pt x="2100262" y="290512"/>
                </a:lnTo>
                <a:lnTo>
                  <a:pt x="2100262" y="1804987"/>
                </a:lnTo>
                <a:lnTo>
                  <a:pt x="14287" y="1804987"/>
                </a:lnTo>
                <a:lnTo>
                  <a:pt x="1809750" y="9524"/>
                </a:lnTo>
                <a:lnTo>
                  <a:pt x="1809750" y="9524"/>
                </a:lnTo>
                <a:lnTo>
                  <a:pt x="0" y="1809750"/>
                </a:lnTo>
                <a:close/>
              </a:path>
            </a:pathLst>
          </a:cu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9" name="Google Shape;102;p1">
            <a:extLst>
              <a:ext uri="{FF2B5EF4-FFF2-40B4-BE49-F238E27FC236}">
                <a16:creationId xmlns:a16="http://schemas.microsoft.com/office/drawing/2014/main" id="{AD986B78-4053-997D-B7A3-7EB96B0ACD8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144545" y="6131419"/>
            <a:ext cx="1300096" cy="590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101;p1">
            <a:extLst>
              <a:ext uri="{FF2B5EF4-FFF2-40B4-BE49-F238E27FC236}">
                <a16:creationId xmlns:a16="http://schemas.microsoft.com/office/drawing/2014/main" id="{F5AF544C-F08B-CEC0-A5E3-62DBFDC6226C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552082" y="6199703"/>
            <a:ext cx="1429300" cy="59005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DF740FA-5F11-150D-EDEE-3508AC2C583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246510" y="1825625"/>
            <a:ext cx="4407113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18AF2DC-85AC-CDC8-148D-0790E83223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DE7A7E6-4794-48E8-A5E1-2E8F8499B315}" type="slidenum">
              <a:rPr lang="en-CA" smtClean="0"/>
              <a:pPr/>
              <a:t>‹#›</a:t>
            </a:fld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446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Empt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1190D-F682-511E-AB2C-E56E8201F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479" y="365125"/>
            <a:ext cx="9256144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056CCD09-8C97-80F4-3A87-B748C2C53E43}"/>
              </a:ext>
            </a:extLst>
          </p:cNvPr>
          <p:cNvSpPr/>
          <p:nvPr userDrawn="1"/>
        </p:nvSpPr>
        <p:spPr>
          <a:xfrm rot="5400000">
            <a:off x="-12791" y="-6742"/>
            <a:ext cx="1684730" cy="1684730"/>
          </a:xfrm>
          <a:prstGeom prst="rtTriangle">
            <a:avLst/>
          </a:pr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CD575C9-2B3D-0A7C-1E6A-F930BC8B3D68}"/>
              </a:ext>
            </a:extLst>
          </p:cNvPr>
          <p:cNvSpPr/>
          <p:nvPr userDrawn="1"/>
        </p:nvSpPr>
        <p:spPr>
          <a:xfrm>
            <a:off x="10440882" y="-270"/>
            <a:ext cx="1759744" cy="1114425"/>
          </a:xfrm>
          <a:custGeom>
            <a:avLst/>
            <a:gdLst>
              <a:gd name="csX0" fmla="*/ 0 w 1759744"/>
              <a:gd name="csY0" fmla="*/ 0 h 1114425"/>
              <a:gd name="csX1" fmla="*/ 1114425 w 1759744"/>
              <a:gd name="csY1" fmla="*/ 1114425 h 1114425"/>
              <a:gd name="csX2" fmla="*/ 1759744 w 1759744"/>
              <a:gd name="csY2" fmla="*/ 469106 h 1114425"/>
              <a:gd name="csX3" fmla="*/ 1759744 w 1759744"/>
              <a:gd name="csY3" fmla="*/ 2381 h 1114425"/>
              <a:gd name="csX4" fmla="*/ 0 w 1759744"/>
              <a:gd name="csY4" fmla="*/ 0 h 1114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9744" h="1114425">
                <a:moveTo>
                  <a:pt x="0" y="0"/>
                </a:moveTo>
                <a:lnTo>
                  <a:pt x="1114425" y="1114425"/>
                </a:lnTo>
                <a:lnTo>
                  <a:pt x="1759744" y="469106"/>
                </a:lnTo>
                <a:lnTo>
                  <a:pt x="1759744" y="2381"/>
                </a:lnTo>
                <a:lnTo>
                  <a:pt x="0" y="0"/>
                </a:lnTo>
                <a:close/>
              </a:path>
            </a:pathLst>
          </a:custGeom>
          <a:solidFill>
            <a:srgbClr val="F1B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40511BE-0747-29E6-ACE5-CB4A28D146D6}"/>
              </a:ext>
            </a:extLst>
          </p:cNvPr>
          <p:cNvSpPr/>
          <p:nvPr userDrawn="1"/>
        </p:nvSpPr>
        <p:spPr>
          <a:xfrm>
            <a:off x="10100364" y="5063707"/>
            <a:ext cx="2100262" cy="1809750"/>
          </a:xfrm>
          <a:custGeom>
            <a:avLst/>
            <a:gdLst>
              <a:gd name="csX0" fmla="*/ 0 w 2100262"/>
              <a:gd name="csY0" fmla="*/ 1809750 h 1809750"/>
              <a:gd name="csX1" fmla="*/ 1809750 w 2100262"/>
              <a:gd name="csY1" fmla="*/ 0 h 1809750"/>
              <a:gd name="csX2" fmla="*/ 2100262 w 2100262"/>
              <a:gd name="csY2" fmla="*/ 290512 h 1809750"/>
              <a:gd name="csX3" fmla="*/ 2100262 w 2100262"/>
              <a:gd name="csY3" fmla="*/ 1804987 h 1809750"/>
              <a:gd name="csX4" fmla="*/ 14287 w 2100262"/>
              <a:gd name="csY4" fmla="*/ 1804987 h 1809750"/>
              <a:gd name="csX5" fmla="*/ 1809750 w 2100262"/>
              <a:gd name="csY5" fmla="*/ 9524 h 1809750"/>
              <a:gd name="csX6" fmla="*/ 1809750 w 2100262"/>
              <a:gd name="csY6" fmla="*/ 9524 h 1809750"/>
              <a:gd name="csX7" fmla="*/ 0 w 2100262"/>
              <a:gd name="csY7" fmla="*/ 1809750 h 1809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100262" h="1809750">
                <a:moveTo>
                  <a:pt x="0" y="1809750"/>
                </a:moveTo>
                <a:lnTo>
                  <a:pt x="1809750" y="0"/>
                </a:lnTo>
                <a:lnTo>
                  <a:pt x="2100262" y="290512"/>
                </a:lnTo>
                <a:lnTo>
                  <a:pt x="2100262" y="1804987"/>
                </a:lnTo>
                <a:lnTo>
                  <a:pt x="14287" y="1804987"/>
                </a:lnTo>
                <a:lnTo>
                  <a:pt x="1809750" y="9524"/>
                </a:lnTo>
                <a:lnTo>
                  <a:pt x="1809750" y="9524"/>
                </a:lnTo>
                <a:lnTo>
                  <a:pt x="0" y="1809750"/>
                </a:lnTo>
                <a:close/>
              </a:path>
            </a:pathLst>
          </a:cu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2" name="Google Shape;102;p1">
            <a:extLst>
              <a:ext uri="{FF2B5EF4-FFF2-40B4-BE49-F238E27FC236}">
                <a16:creationId xmlns:a16="http://schemas.microsoft.com/office/drawing/2014/main" id="{0BB4A561-3E81-67FA-0556-A0C00AFF606C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144545" y="6131419"/>
            <a:ext cx="1300096" cy="590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01;p1">
            <a:extLst>
              <a:ext uri="{FF2B5EF4-FFF2-40B4-BE49-F238E27FC236}">
                <a16:creationId xmlns:a16="http://schemas.microsoft.com/office/drawing/2014/main" id="{67AF2E16-3B87-74F4-56AD-A3900BC733FB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552082" y="6199703"/>
            <a:ext cx="1429300" cy="59005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BAF17C0-5FA7-2F33-8298-CA149EFA97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DE7A7E6-4794-48E8-A5E1-2E8F8499B315}" type="slidenum">
              <a:rPr lang="en-CA" smtClean="0"/>
              <a:pPr/>
              <a:t>‹#›</a:t>
            </a:fld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248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ight Triangle 5">
            <a:extLst>
              <a:ext uri="{FF2B5EF4-FFF2-40B4-BE49-F238E27FC236}">
                <a16:creationId xmlns:a16="http://schemas.microsoft.com/office/drawing/2014/main" id="{87B7ED9D-ADC4-9DE6-902B-C33C0CD5244A}"/>
              </a:ext>
            </a:extLst>
          </p:cNvPr>
          <p:cNvSpPr/>
          <p:nvPr userDrawn="1"/>
        </p:nvSpPr>
        <p:spPr>
          <a:xfrm rot="5400000">
            <a:off x="-12791" y="-6742"/>
            <a:ext cx="1684730" cy="1684730"/>
          </a:xfrm>
          <a:prstGeom prst="rtTriangle">
            <a:avLst/>
          </a:pr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90D1A08-3C4E-621B-9834-396DEFDEFA71}"/>
              </a:ext>
            </a:extLst>
          </p:cNvPr>
          <p:cNvSpPr/>
          <p:nvPr userDrawn="1"/>
        </p:nvSpPr>
        <p:spPr>
          <a:xfrm>
            <a:off x="10440882" y="-270"/>
            <a:ext cx="1759744" cy="1114425"/>
          </a:xfrm>
          <a:custGeom>
            <a:avLst/>
            <a:gdLst>
              <a:gd name="csX0" fmla="*/ 0 w 1759744"/>
              <a:gd name="csY0" fmla="*/ 0 h 1114425"/>
              <a:gd name="csX1" fmla="*/ 1114425 w 1759744"/>
              <a:gd name="csY1" fmla="*/ 1114425 h 1114425"/>
              <a:gd name="csX2" fmla="*/ 1759744 w 1759744"/>
              <a:gd name="csY2" fmla="*/ 469106 h 1114425"/>
              <a:gd name="csX3" fmla="*/ 1759744 w 1759744"/>
              <a:gd name="csY3" fmla="*/ 2381 h 1114425"/>
              <a:gd name="csX4" fmla="*/ 0 w 1759744"/>
              <a:gd name="csY4" fmla="*/ 0 h 1114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9744" h="1114425">
                <a:moveTo>
                  <a:pt x="0" y="0"/>
                </a:moveTo>
                <a:lnTo>
                  <a:pt x="1114425" y="1114425"/>
                </a:lnTo>
                <a:lnTo>
                  <a:pt x="1759744" y="469106"/>
                </a:lnTo>
                <a:lnTo>
                  <a:pt x="1759744" y="2381"/>
                </a:lnTo>
                <a:lnTo>
                  <a:pt x="0" y="0"/>
                </a:lnTo>
                <a:close/>
              </a:path>
            </a:pathLst>
          </a:custGeom>
          <a:solidFill>
            <a:srgbClr val="F1B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E1D6C17-0689-F85E-5E97-AC72F7789216}"/>
              </a:ext>
            </a:extLst>
          </p:cNvPr>
          <p:cNvSpPr/>
          <p:nvPr userDrawn="1"/>
        </p:nvSpPr>
        <p:spPr>
          <a:xfrm>
            <a:off x="10100364" y="5063707"/>
            <a:ext cx="2100262" cy="1809750"/>
          </a:xfrm>
          <a:custGeom>
            <a:avLst/>
            <a:gdLst>
              <a:gd name="csX0" fmla="*/ 0 w 2100262"/>
              <a:gd name="csY0" fmla="*/ 1809750 h 1809750"/>
              <a:gd name="csX1" fmla="*/ 1809750 w 2100262"/>
              <a:gd name="csY1" fmla="*/ 0 h 1809750"/>
              <a:gd name="csX2" fmla="*/ 2100262 w 2100262"/>
              <a:gd name="csY2" fmla="*/ 290512 h 1809750"/>
              <a:gd name="csX3" fmla="*/ 2100262 w 2100262"/>
              <a:gd name="csY3" fmla="*/ 1804987 h 1809750"/>
              <a:gd name="csX4" fmla="*/ 14287 w 2100262"/>
              <a:gd name="csY4" fmla="*/ 1804987 h 1809750"/>
              <a:gd name="csX5" fmla="*/ 1809750 w 2100262"/>
              <a:gd name="csY5" fmla="*/ 9524 h 1809750"/>
              <a:gd name="csX6" fmla="*/ 1809750 w 2100262"/>
              <a:gd name="csY6" fmla="*/ 9524 h 1809750"/>
              <a:gd name="csX7" fmla="*/ 0 w 2100262"/>
              <a:gd name="csY7" fmla="*/ 1809750 h 1809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100262" h="1809750">
                <a:moveTo>
                  <a:pt x="0" y="1809750"/>
                </a:moveTo>
                <a:lnTo>
                  <a:pt x="1809750" y="0"/>
                </a:lnTo>
                <a:lnTo>
                  <a:pt x="2100262" y="290512"/>
                </a:lnTo>
                <a:lnTo>
                  <a:pt x="2100262" y="1804987"/>
                </a:lnTo>
                <a:lnTo>
                  <a:pt x="14287" y="1804987"/>
                </a:lnTo>
                <a:lnTo>
                  <a:pt x="1809750" y="9524"/>
                </a:lnTo>
                <a:lnTo>
                  <a:pt x="1809750" y="9524"/>
                </a:lnTo>
                <a:lnTo>
                  <a:pt x="0" y="1809750"/>
                </a:lnTo>
                <a:close/>
              </a:path>
            </a:pathLst>
          </a:cu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2" name="Google Shape;102;p1">
            <a:extLst>
              <a:ext uri="{FF2B5EF4-FFF2-40B4-BE49-F238E27FC236}">
                <a16:creationId xmlns:a16="http://schemas.microsoft.com/office/drawing/2014/main" id="{E9841F40-2EEF-5061-BEFF-DD39CD261494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144545" y="6131419"/>
            <a:ext cx="1300096" cy="590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01;p1">
            <a:extLst>
              <a:ext uri="{FF2B5EF4-FFF2-40B4-BE49-F238E27FC236}">
                <a16:creationId xmlns:a16="http://schemas.microsoft.com/office/drawing/2014/main" id="{FAD21B16-1D07-A325-1339-9E91223DDD1D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552082" y="6199703"/>
            <a:ext cx="1429300" cy="59005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A1B4779-5B8A-6D8E-3A62-249106589D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DE7A7E6-4794-48E8-A5E1-2E8F8499B315}" type="slidenum">
              <a:rPr lang="en-CA" smtClean="0"/>
              <a:pPr/>
              <a:t>‹#›</a:t>
            </a:fld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4885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17B0A9-3C94-3B32-9486-075DA69C0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92A749-D7E4-884C-A159-BC8ECE477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49EC9-0BEC-D76D-DB70-0F08AE69A3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B58180-9FEA-000D-6CCA-C5E2ADD9B5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C66671-0617-A66C-4498-98ED656BE4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E7A7E6-4794-48E8-A5E1-2E8F8499B31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61851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701" r:id="rId3"/>
    <p:sldLayoutId id="2147483698" r:id="rId4"/>
    <p:sldLayoutId id="2147483702" r:id="rId5"/>
    <p:sldLayoutId id="2147483700" r:id="rId6"/>
    <p:sldLayoutId id="2147483699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g"/><Relationship Id="rId3" Type="http://schemas.openxmlformats.org/officeDocument/2006/relationships/image" Target="../media/image8.png"/><Relationship Id="rId7" Type="http://schemas.openxmlformats.org/officeDocument/2006/relationships/image" Target="../media/image12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jp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B7D9A90-FBA8-77FA-3BAF-EC66749133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479" y="323850"/>
            <a:ext cx="4399472" cy="5853113"/>
          </a:xfrm>
        </p:spPr>
        <p:txBody>
          <a:bodyPr>
            <a:normAutofit/>
          </a:bodyPr>
          <a:lstStyle/>
          <a:p>
            <a:r>
              <a:rPr lang="fr-CA" sz="2000" dirty="0"/>
              <a:t>Contexte: Contrôle de prothèses de main via l’analyse des signaux myoélectriques (générés par les muscles)</a:t>
            </a:r>
            <a:endParaRPr lang="fr-CA" sz="2000" noProof="0" dirty="0"/>
          </a:p>
          <a:p>
            <a:endParaRPr lang="fr-CA" sz="2000" dirty="0"/>
          </a:p>
          <a:p>
            <a:r>
              <a:rPr lang="fr-CA" sz="2000" noProof="0" dirty="0"/>
              <a:t>Utilisation d’électrodes pour la capture</a:t>
            </a:r>
          </a:p>
          <a:p>
            <a:endParaRPr lang="fr-CA" sz="2000" dirty="0"/>
          </a:p>
          <a:p>
            <a:r>
              <a:rPr lang="fr-CA" sz="2000" noProof="0" dirty="0"/>
              <a:t>Populaire sur le marché:</a:t>
            </a:r>
          </a:p>
          <a:p>
            <a:pPr lvl="1"/>
            <a:r>
              <a:rPr lang="fr-CA" sz="1800" dirty="0"/>
              <a:t>Faible quantité d’électrodes pour le contrôle d’une prothèse</a:t>
            </a:r>
            <a:endParaRPr lang="fr-CA" sz="1800" noProof="0" dirty="0"/>
          </a:p>
          <a:p>
            <a:endParaRPr lang="fr-CA" sz="2000" dirty="0"/>
          </a:p>
          <a:p>
            <a:r>
              <a:rPr lang="fr-CA" sz="2000" dirty="0"/>
              <a:t>Problèmes</a:t>
            </a:r>
          </a:p>
          <a:p>
            <a:pPr lvl="1"/>
            <a:r>
              <a:rPr lang="fr-CA" sz="1800" dirty="0"/>
              <a:t>Faible quantité/densité</a:t>
            </a:r>
          </a:p>
          <a:p>
            <a:endParaRPr lang="fr-CA" sz="2400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95F63C-62D6-E103-A5BB-10D1844505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DE7A7E6-4794-48E8-A5E1-2E8F8499B315}" type="slidenum">
              <a:rPr lang="fr-CA" noProof="0" smtClean="0"/>
              <a:pPr/>
              <a:t>1</a:t>
            </a:fld>
            <a:endParaRPr lang="fr-CA" noProof="0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31C56F-DD07-B896-8E0B-12355BD6E7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5278" y="2869438"/>
            <a:ext cx="4502648" cy="2318195"/>
          </a:xfrm>
          <a:prstGeom prst="rect">
            <a:avLst/>
          </a:prstGeom>
        </p:spPr>
      </p:pic>
      <p:pic>
        <p:nvPicPr>
          <p:cNvPr id="5" name="Picture 4" descr="Electrodes &amp; Cables">
            <a:extLst>
              <a:ext uri="{FF2B5EF4-FFF2-40B4-BE49-F238E27FC236}">
                <a16:creationId xmlns:a16="http://schemas.microsoft.com/office/drawing/2014/main" id="{F9CAF34E-186F-DAAB-12F2-D8717691EC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0146" y="136525"/>
            <a:ext cx="2732913" cy="273291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7C57CFC-6D29-757B-0E64-02EC811C04FB}"/>
              </a:ext>
            </a:extLst>
          </p:cNvPr>
          <p:cNvSpPr txBox="1"/>
          <p:nvPr/>
        </p:nvSpPr>
        <p:spPr>
          <a:xfrm>
            <a:off x="3651647" y="5906227"/>
            <a:ext cx="6403803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Steeper Group, “Electrodes &amp; Cables,” </a:t>
            </a:r>
            <a:r>
              <a:rPr lang="en-US" sz="1050" i="1" dirty="0"/>
              <a:t>Steeper Group</a:t>
            </a:r>
            <a:r>
              <a:rPr lang="en-US" sz="1050" dirty="0"/>
              <a:t>. [Online]. [Accessed: Jul. 10, 2026]</a:t>
            </a:r>
          </a:p>
          <a:p>
            <a:endParaRPr lang="en-US" sz="1050" dirty="0"/>
          </a:p>
          <a:p>
            <a:r>
              <a:rPr lang="en-US" sz="1050" dirty="0"/>
              <a:t>F. Chamberland </a:t>
            </a:r>
            <a:r>
              <a:rPr lang="en-US" sz="1050" i="1" dirty="0"/>
              <a:t>et al.</a:t>
            </a:r>
            <a:r>
              <a:rPr lang="en-US" sz="1050" dirty="0"/>
              <a:t>, « </a:t>
            </a:r>
            <a:r>
              <a:rPr lang="en-US" sz="1050" dirty="0" err="1"/>
              <a:t>EMaGer</a:t>
            </a:r>
            <a:r>
              <a:rPr lang="en-US" sz="1050" dirty="0"/>
              <a:t>: A Wearable Full-Circumference HD-EMG Sensor and Data Augmentation Method for Robust Hand Gesture Recognition », dans </a:t>
            </a:r>
            <a:r>
              <a:rPr lang="en-US" sz="1050" i="1" dirty="0"/>
              <a:t>2023 45th Annual International Conference of the IEEE Engineering in Medicine &amp; Biology Society (EMBC)</a:t>
            </a:r>
            <a:r>
              <a:rPr lang="en-US" sz="1050" dirty="0"/>
              <a:t>, Sydney, Australia: IEEE, </a:t>
            </a:r>
            <a:r>
              <a:rPr lang="en-US" sz="1050" dirty="0" err="1"/>
              <a:t>juill</a:t>
            </a:r>
            <a:r>
              <a:rPr lang="en-US" sz="1050" dirty="0"/>
              <a:t>. 2023, p. 1‑5</a:t>
            </a:r>
          </a:p>
        </p:txBody>
      </p:sp>
    </p:spTree>
    <p:extLst>
      <p:ext uri="{BB962C8B-B14F-4D97-AF65-F5344CB8AC3E}">
        <p14:creationId xmlns:p14="http://schemas.microsoft.com/office/powerpoint/2010/main" val="21678320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8CF1E-4557-0A03-D452-53E32DD91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C3AD92A-C192-E8A3-45BA-328CF4104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479" y="323850"/>
            <a:ext cx="4399472" cy="5853113"/>
          </a:xfrm>
        </p:spPr>
        <p:txBody>
          <a:bodyPr>
            <a:normAutofit fontScale="85000" lnSpcReduction="20000"/>
          </a:bodyPr>
          <a:lstStyle/>
          <a:p>
            <a:r>
              <a:rPr lang="fr-CA" sz="2100" noProof="0" dirty="0"/>
              <a:t>Projet: Création d’une matrice d’électrode d’ultra haute densité</a:t>
            </a:r>
          </a:p>
          <a:p>
            <a:pPr lvl="1"/>
            <a:r>
              <a:rPr lang="fr-CA" sz="1600" dirty="0"/>
              <a:t>Jusqu’à 512 électrodes</a:t>
            </a:r>
          </a:p>
          <a:p>
            <a:pPr lvl="1"/>
            <a:r>
              <a:rPr lang="fr-CA" sz="1600" noProof="0" dirty="0"/>
              <a:t>5 mm entre chaque électrode</a:t>
            </a:r>
          </a:p>
          <a:p>
            <a:pPr lvl="1"/>
            <a:r>
              <a:rPr lang="fr-CA" sz="1600" dirty="0"/>
              <a:t>Microaiguilles pour chaque électrode</a:t>
            </a:r>
            <a:endParaRPr lang="fr-CA" sz="1600" noProof="0" dirty="0"/>
          </a:p>
          <a:p>
            <a:pPr lvl="1"/>
            <a:endParaRPr lang="fr-CA" sz="1600" dirty="0"/>
          </a:p>
          <a:p>
            <a:r>
              <a:rPr lang="fr-CA" sz="2100" noProof="0" dirty="0"/>
              <a:t>Objectif:</a:t>
            </a:r>
          </a:p>
          <a:p>
            <a:pPr lvl="1"/>
            <a:r>
              <a:rPr lang="fr-CA" sz="1600" noProof="0" dirty="0"/>
              <a:t>Valider la performance des algorithmes d’analyse de signaux myoélectriques</a:t>
            </a:r>
          </a:p>
          <a:p>
            <a:pPr lvl="1"/>
            <a:r>
              <a:rPr lang="fr-CA" sz="1600" dirty="0"/>
              <a:t>Tester une méthode d’analyse des signaux myoélectriques</a:t>
            </a:r>
          </a:p>
          <a:p>
            <a:pPr lvl="1"/>
            <a:endParaRPr lang="fr-CA" sz="1600" dirty="0"/>
          </a:p>
          <a:p>
            <a:r>
              <a:rPr lang="fr-CA" sz="2100" dirty="0"/>
              <a:t>Décomposition des signaux en impulsions des neurones moteurs (Potentiel d’action de l’unité motrice)</a:t>
            </a:r>
          </a:p>
          <a:p>
            <a:endParaRPr lang="fr-CA" sz="2200" dirty="0"/>
          </a:p>
          <a:p>
            <a:r>
              <a:rPr lang="fr-CA" sz="2100" dirty="0"/>
              <a:t>Permet d’analyser le comportement des neurones moteurs à la source</a:t>
            </a:r>
          </a:p>
          <a:p>
            <a:endParaRPr lang="fr-CA" sz="2100" dirty="0"/>
          </a:p>
          <a:p>
            <a:r>
              <a:rPr lang="fr-CA" sz="2100" dirty="0"/>
              <a:t>Applications potentielles:</a:t>
            </a:r>
          </a:p>
          <a:p>
            <a:pPr lvl="1"/>
            <a:r>
              <a:rPr lang="fr-CA" sz="1600" dirty="0"/>
              <a:t>Prothèses</a:t>
            </a:r>
          </a:p>
          <a:p>
            <a:pPr lvl="1"/>
            <a:r>
              <a:rPr lang="fr-CA" sz="1600" dirty="0"/>
              <a:t>Réhabilitation musculaire</a:t>
            </a:r>
          </a:p>
          <a:p>
            <a:pPr lvl="1"/>
            <a:r>
              <a:rPr lang="fr-CA" sz="1600" dirty="0"/>
              <a:t>Diagnostique des maladies neurologiques</a:t>
            </a:r>
          </a:p>
          <a:p>
            <a:endParaRPr lang="fr-CA" sz="1600" dirty="0"/>
          </a:p>
          <a:p>
            <a:pPr lvl="2"/>
            <a:endParaRPr lang="fr-CA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660615-D292-000D-555C-7BDA0C5A37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DE7A7E6-4794-48E8-A5E1-2E8F8499B315}" type="slidenum">
              <a:rPr lang="fr-CA" noProof="0" smtClean="0"/>
              <a:pPr/>
              <a:t>2</a:t>
            </a:fld>
            <a:endParaRPr lang="fr-CA" noProof="0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E843C1-9AD7-8736-79B2-4FBEDCC16C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5411" y="323850"/>
            <a:ext cx="5354864" cy="125874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1629B55-FBFE-9A09-07B7-CA4051C9C3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5411" y="1989330"/>
            <a:ext cx="5354864" cy="321709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36F23C3-9C5C-CB86-ACC5-AFF0BCEC7EF4}"/>
              </a:ext>
            </a:extLst>
          </p:cNvPr>
          <p:cNvSpPr txBox="1"/>
          <p:nvPr/>
        </p:nvSpPr>
        <p:spPr>
          <a:xfrm>
            <a:off x="3423479" y="5957754"/>
            <a:ext cx="7490571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K. Haider, T. Tilly, V. Coyle, et C. Dalton, « Scalable and Customizable </a:t>
            </a:r>
            <a:r>
              <a:rPr lang="en-US" sz="1050" dirty="0" err="1"/>
              <a:t>Trimaterial</a:t>
            </a:r>
            <a:r>
              <a:rPr lang="en-US" sz="1050" dirty="0"/>
              <a:t> Microneedle Electrochemical Biosensor Platform With Cleanroom-Free Fabrication », </a:t>
            </a:r>
            <a:r>
              <a:rPr lang="en-US" sz="1050" i="1" dirty="0"/>
              <a:t>IEEE Sens. Lett.</a:t>
            </a:r>
            <a:r>
              <a:rPr lang="en-US" sz="1050" dirty="0"/>
              <a:t>, vol. 9, n</a:t>
            </a:r>
            <a:r>
              <a:rPr lang="en-US" sz="1050" baseline="30000" dirty="0"/>
              <a:t>o</a:t>
            </a:r>
            <a:r>
              <a:rPr lang="en-US" sz="1050" dirty="0"/>
              <a:t> 9, p. 1‑4, sept. 2025</a:t>
            </a:r>
            <a:endParaRPr lang="en-US" sz="1050" noProof="0" dirty="0"/>
          </a:p>
          <a:p>
            <a:endParaRPr lang="en-US" sz="1050" dirty="0"/>
          </a:p>
          <a:p>
            <a:r>
              <a:rPr lang="en-US" sz="1050" noProof="0" dirty="0"/>
              <a:t>D. Farina et A. </a:t>
            </a:r>
            <a:r>
              <a:rPr lang="en-US" sz="1050" noProof="0" dirty="0" err="1"/>
              <a:t>Holobar</a:t>
            </a:r>
            <a:r>
              <a:rPr lang="en-US" sz="1050" noProof="0" dirty="0"/>
              <a:t>, « Characterization of Human Motor Units From Surface EMG Decomposition », </a:t>
            </a:r>
            <a:r>
              <a:rPr lang="en-US" sz="1050" i="1" noProof="0" dirty="0"/>
              <a:t>Proc. IEEE</a:t>
            </a:r>
            <a:r>
              <a:rPr lang="en-US" sz="1050" noProof="0" dirty="0"/>
              <a:t>, vol. 104, n</a:t>
            </a:r>
            <a:r>
              <a:rPr lang="en-US" sz="1050" baseline="30000" noProof="0" dirty="0"/>
              <a:t>o</a:t>
            </a:r>
            <a:r>
              <a:rPr lang="en-US" sz="1050" noProof="0" dirty="0"/>
              <a:t> 2, p. 353‑373, </a:t>
            </a:r>
            <a:r>
              <a:rPr lang="en-US" sz="1050" noProof="0" dirty="0" err="1"/>
              <a:t>févr</a:t>
            </a:r>
            <a:r>
              <a:rPr lang="en-US" sz="1050" noProof="0" dirty="0"/>
              <a:t>. 2016</a:t>
            </a:r>
          </a:p>
        </p:txBody>
      </p:sp>
    </p:spTree>
    <p:extLst>
      <p:ext uri="{BB962C8B-B14F-4D97-AF65-F5344CB8AC3E}">
        <p14:creationId xmlns:p14="http://schemas.microsoft.com/office/powerpoint/2010/main" val="325188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66734C-ABAB-4632-B19B-7FE5261BF4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DE7A7E6-4794-48E8-A5E1-2E8F8499B315}" type="slidenum">
              <a:rPr lang="en-CA" smtClean="0"/>
              <a:pPr/>
              <a:t>3</a:t>
            </a:fld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8CAB0EF9-0356-0349-82DA-7420B69F850C}"/>
              </a:ext>
            </a:extLst>
          </p:cNvPr>
          <p:cNvSpPr/>
          <p:nvPr/>
        </p:nvSpPr>
        <p:spPr>
          <a:xfrm>
            <a:off x="6096000" y="4854917"/>
            <a:ext cx="816864" cy="18665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242FAB51-A56A-9624-74AC-69250A369FED}"/>
              </a:ext>
            </a:extLst>
          </p:cNvPr>
          <p:cNvGrpSpPr/>
          <p:nvPr/>
        </p:nvGrpSpPr>
        <p:grpSpPr>
          <a:xfrm>
            <a:off x="264217" y="439270"/>
            <a:ext cx="11089583" cy="6209053"/>
            <a:chOff x="-262554" y="512422"/>
            <a:chExt cx="11089583" cy="6209053"/>
          </a:xfrm>
        </p:grpSpPr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4019702E-6852-2BE8-1055-DD37E17FE40C}"/>
                </a:ext>
              </a:extLst>
            </p:cNvPr>
            <p:cNvGrpSpPr/>
            <p:nvPr/>
          </p:nvGrpSpPr>
          <p:grpSpPr>
            <a:xfrm>
              <a:off x="-262554" y="512422"/>
              <a:ext cx="11089583" cy="6209053"/>
              <a:chOff x="-280842" y="298359"/>
              <a:chExt cx="11089583" cy="6209053"/>
            </a:xfrm>
          </p:grpSpPr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47364D7D-5750-314A-C973-9AFB85821D8E}"/>
                  </a:ext>
                </a:extLst>
              </p:cNvPr>
              <p:cNvGrpSpPr/>
              <p:nvPr/>
            </p:nvGrpSpPr>
            <p:grpSpPr>
              <a:xfrm>
                <a:off x="-280842" y="298359"/>
                <a:ext cx="11089583" cy="6209053"/>
                <a:chOff x="-280842" y="298359"/>
                <a:chExt cx="11089583" cy="6209053"/>
              </a:xfrm>
            </p:grpSpPr>
            <p:pic>
              <p:nvPicPr>
                <p:cNvPr id="21" name="Picture 20" descr="Laptop with an empty blank screen, CGI render Laptop with an empty blank screen, displayed in front view. Perfect for showcasing designs, interfaces, or as a product mockup. CGI render laptop isolated stock pictures, royalty-free photos &amp; images">
                  <a:extLst>
                    <a:ext uri="{FF2B5EF4-FFF2-40B4-BE49-F238E27FC236}">
                      <a16:creationId xmlns:a16="http://schemas.microsoft.com/office/drawing/2014/main" id="{421CF223-0E6C-A6C2-8D5F-34E0F1F35D3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459714" y="4466198"/>
                  <a:ext cx="2017478" cy="1262572"/>
                </a:xfrm>
                <a:prstGeom prst="rect">
                  <a:avLst/>
                </a:prstGeom>
              </p:spPr>
            </p:pic>
            <p:pic>
              <p:nvPicPr>
                <p:cNvPr id="24" name="Picture 23">
                  <a:extLst>
                    <a:ext uri="{FF2B5EF4-FFF2-40B4-BE49-F238E27FC236}">
                      <a16:creationId xmlns:a16="http://schemas.microsoft.com/office/drawing/2014/main" id="{870DC0D6-7B62-0B0B-E865-258382E2D7A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 rot="10800000">
                  <a:off x="-280842" y="4163903"/>
                  <a:ext cx="2754113" cy="1836075"/>
                </a:xfrm>
                <a:prstGeom prst="rect">
                  <a:avLst/>
                </a:prstGeom>
              </p:spPr>
            </p:pic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63FAFFAD-C023-EB24-8B20-1DFD06667A1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808881" y="5307107"/>
                  <a:ext cx="970895" cy="0"/>
                </a:xfrm>
                <a:prstGeom prst="line">
                  <a:avLst/>
                </a:prstGeom>
                <a:ln w="38100">
                  <a:solidFill>
                    <a:srgbClr val="00B0F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41" name="Group 40">
                  <a:extLst>
                    <a:ext uri="{FF2B5EF4-FFF2-40B4-BE49-F238E27FC236}">
                      <a16:creationId xmlns:a16="http://schemas.microsoft.com/office/drawing/2014/main" id="{EC663B3F-6234-8E35-D067-1C1FCCCFBCEA}"/>
                    </a:ext>
                  </a:extLst>
                </p:cNvPr>
                <p:cNvGrpSpPr/>
                <p:nvPr/>
              </p:nvGrpSpPr>
              <p:grpSpPr>
                <a:xfrm>
                  <a:off x="0" y="1700784"/>
                  <a:ext cx="4263010" cy="2688822"/>
                  <a:chOff x="402336" y="1198532"/>
                  <a:chExt cx="6600063" cy="4400042"/>
                </a:xfrm>
              </p:grpSpPr>
              <p:pic>
                <p:nvPicPr>
                  <p:cNvPr id="7" name="Picture 6" descr="Man arm on white background Man arm on white background man arm stock pictures, royalty-free photos &amp; images">
                    <a:extLst>
                      <a:ext uri="{FF2B5EF4-FFF2-40B4-BE49-F238E27FC236}">
                        <a16:creationId xmlns:a16="http://schemas.microsoft.com/office/drawing/2014/main" id="{BA5FA098-11A7-84FF-AB4B-5C4C992D706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402336" y="1198532"/>
                    <a:ext cx="6600063" cy="4400042"/>
                  </a:xfrm>
                  <a:prstGeom prst="rect">
                    <a:avLst/>
                  </a:prstGeom>
                </p:spPr>
              </p:pic>
              <p:grpSp>
                <p:nvGrpSpPr>
                  <p:cNvPr id="18" name="Group 17">
                    <a:extLst>
                      <a:ext uri="{FF2B5EF4-FFF2-40B4-BE49-F238E27FC236}">
                        <a16:creationId xmlns:a16="http://schemas.microsoft.com/office/drawing/2014/main" id="{0A4CE860-2DCA-1DBA-6E55-6DD76B8B4A38}"/>
                      </a:ext>
                    </a:extLst>
                  </p:cNvPr>
                  <p:cNvGrpSpPr/>
                  <p:nvPr/>
                </p:nvGrpSpPr>
                <p:grpSpPr>
                  <a:xfrm rot="4614978">
                    <a:off x="2659092" y="2702644"/>
                    <a:ext cx="1068138" cy="1937340"/>
                    <a:chOff x="7886701" y="3031476"/>
                    <a:chExt cx="1238247" cy="2464450"/>
                  </a:xfrm>
                </p:grpSpPr>
                <p:pic>
                  <p:nvPicPr>
                    <p:cNvPr id="13" name="Picture 12">
                      <a:extLst>
                        <a:ext uri="{FF2B5EF4-FFF2-40B4-BE49-F238E27FC236}">
                          <a16:creationId xmlns:a16="http://schemas.microsoft.com/office/drawing/2014/main" id="{F6FECFA2-0669-EAD6-408A-C8FDD216F767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5"/>
                    <a:stretch>
                      <a:fillRect/>
                    </a:stretch>
                  </p:blipFill>
                  <p:spPr>
                    <a:xfrm>
                      <a:off x="7886701" y="3952876"/>
                      <a:ext cx="1028700" cy="1543050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5" name="Picture 14">
                      <a:extLst>
                        <a:ext uri="{FF2B5EF4-FFF2-40B4-BE49-F238E27FC236}">
                          <a16:creationId xmlns:a16="http://schemas.microsoft.com/office/drawing/2014/main" id="{8A032CE2-78D9-536D-C8D8-221B96D365C8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 rot="10800000">
                      <a:off x="8067190" y="3031476"/>
                      <a:ext cx="838200" cy="1257300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7" name="Picture 16">
                      <a:extLst>
                        <a:ext uri="{FF2B5EF4-FFF2-40B4-BE49-F238E27FC236}">
                          <a16:creationId xmlns:a16="http://schemas.microsoft.com/office/drawing/2014/main" id="{861915A2-FEC1-0D93-0113-B024B99ECE19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5"/>
                    <a:stretch>
                      <a:fillRect/>
                    </a:stretch>
                  </p:blipFill>
                  <p:spPr>
                    <a:xfrm rot="10800000" flipV="1">
                      <a:off x="8040147" y="3965803"/>
                      <a:ext cx="1084801" cy="1530122"/>
                    </a:xfrm>
                    <a:prstGeom prst="rect">
                      <a:avLst/>
                    </a:prstGeom>
                  </p:spPr>
                </p:pic>
              </p:grpSp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6F219978-D09F-E1C1-9400-6315FFAA3D49}"/>
                      </a:ext>
                    </a:extLst>
                  </p:cNvPr>
                  <p:cNvSpPr txBox="1"/>
                  <p:nvPr/>
                </p:nvSpPr>
                <p:spPr>
                  <a:xfrm rot="20625914">
                    <a:off x="3053225" y="4095257"/>
                    <a:ext cx="1397718" cy="6043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dirty="0"/>
                      <a:t>x8</a:t>
                    </a:r>
                    <a:endParaRPr lang="en-US" sz="1400" dirty="0"/>
                  </a:p>
                </p:txBody>
              </p:sp>
              <p:sp>
                <p:nvSpPr>
                  <p:cNvPr id="39" name="Oval 38">
                    <a:extLst>
                      <a:ext uri="{FF2B5EF4-FFF2-40B4-BE49-F238E27FC236}">
                        <a16:creationId xmlns:a16="http://schemas.microsoft.com/office/drawing/2014/main" id="{4580B80B-46A6-4D4B-9949-94FAC8FA57E2}"/>
                      </a:ext>
                    </a:extLst>
                  </p:cNvPr>
                  <p:cNvSpPr/>
                  <p:nvPr/>
                </p:nvSpPr>
                <p:spPr>
                  <a:xfrm rot="20809944">
                    <a:off x="2042023" y="3094076"/>
                    <a:ext cx="2148840" cy="1142376"/>
                  </a:xfrm>
                  <a:prstGeom prst="ellipse">
                    <a:avLst/>
                  </a:prstGeom>
                  <a:noFill/>
                  <a:ln w="57150">
                    <a:solidFill>
                      <a:srgbClr val="FF0000"/>
                    </a:solidFill>
                    <a:prstDash val="dash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DCD25773-0E67-9312-A5FD-A963BC990FE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088136" y="3566160"/>
                  <a:ext cx="457200" cy="1042416"/>
                </a:xfrm>
                <a:prstGeom prst="line">
                  <a:avLst/>
                </a:prstGeom>
                <a:ln w="38100">
                  <a:solidFill>
                    <a:srgbClr val="00B0F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60" name="Picture 59" descr="Senior man suffering from Parkinson syndrome on grey background">
                  <a:extLst>
                    <a:ext uri="{FF2B5EF4-FFF2-40B4-BE49-F238E27FC236}">
                      <a16:creationId xmlns:a16="http://schemas.microsoft.com/office/drawing/2014/main" id="{14C7A6AA-CFD4-62AA-5BA4-242144AE7C3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900020" y="298359"/>
                  <a:ext cx="2611949" cy="1741299"/>
                </a:xfrm>
                <a:prstGeom prst="rect">
                  <a:avLst/>
                </a:prstGeom>
              </p:spPr>
            </p:pic>
            <p:pic>
              <p:nvPicPr>
                <p:cNvPr id="61" name="Picture 60" descr="Physical therapist assisting patient with resistance band exercise for rehabilitation">
                  <a:extLst>
                    <a:ext uri="{FF2B5EF4-FFF2-40B4-BE49-F238E27FC236}">
                      <a16:creationId xmlns:a16="http://schemas.microsoft.com/office/drawing/2014/main" id="{DA8D32D8-7AD8-FD3A-5BBF-09EAB43C9BB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631986" y="4790313"/>
                  <a:ext cx="3148015" cy="1717099"/>
                </a:xfrm>
                <a:prstGeom prst="rect">
                  <a:avLst/>
                </a:prstGeom>
              </p:spPr>
            </p:pic>
            <p:pic>
              <p:nvPicPr>
                <p:cNvPr id="66" name="Picture 65">
                  <a:extLst>
                    <a:ext uri="{FF2B5EF4-FFF2-40B4-BE49-F238E27FC236}">
                      <a16:creationId xmlns:a16="http://schemas.microsoft.com/office/drawing/2014/main" id="{3BF75C58-B1F1-3430-42CF-CFC8B4FEF9F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368039" y="2666068"/>
                  <a:ext cx="3675910" cy="1497835"/>
                </a:xfrm>
                <a:prstGeom prst="rect">
                  <a:avLst/>
                </a:prstGeom>
              </p:spPr>
            </p:pic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9BCC531C-E906-71A0-1BDF-2763BFA7060D}"/>
                    </a:ext>
                  </a:extLst>
                </p:cNvPr>
                <p:cNvSpPr txBox="1"/>
                <p:nvPr/>
              </p:nvSpPr>
              <p:spPr>
                <a:xfrm>
                  <a:off x="9043949" y="984342"/>
                  <a:ext cx="176479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Diagnostic</a:t>
                  </a:r>
                </a:p>
              </p:txBody>
            </p:sp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1C696196-2596-8DBB-7A6A-7259BC105980}"/>
                    </a:ext>
                  </a:extLst>
                </p:cNvPr>
                <p:cNvSpPr txBox="1"/>
                <p:nvPr/>
              </p:nvSpPr>
              <p:spPr>
                <a:xfrm>
                  <a:off x="9043949" y="3025074"/>
                  <a:ext cx="1764792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Gesture Recognition</a:t>
                  </a:r>
                </a:p>
              </p:txBody>
            </p:sp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81A9C837-DE75-4003-DDCF-AFFEFFA4E9E6}"/>
                    </a:ext>
                  </a:extLst>
                </p:cNvPr>
                <p:cNvSpPr txBox="1"/>
                <p:nvPr/>
              </p:nvSpPr>
              <p:spPr>
                <a:xfrm>
                  <a:off x="9043949" y="5476297"/>
                  <a:ext cx="176479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Rehabilitation</a:t>
                  </a:r>
                </a:p>
              </p:txBody>
            </p:sp>
          </p:grpSp>
          <p:cxnSp>
            <p:nvCxnSpPr>
              <p:cNvPr id="74" name="Straight Arrow Connector 73">
                <a:extLst>
                  <a:ext uri="{FF2B5EF4-FFF2-40B4-BE49-F238E27FC236}">
                    <a16:creationId xmlns:a16="http://schemas.microsoft.com/office/drawing/2014/main" id="{11F9556B-C62F-64D5-B536-A680B342D8E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540413" y="1280160"/>
                <a:ext cx="1183731" cy="2139758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Arrow Connector 74">
                <a:extLst>
                  <a:ext uri="{FF2B5EF4-FFF2-40B4-BE49-F238E27FC236}">
                    <a16:creationId xmlns:a16="http://schemas.microsoft.com/office/drawing/2014/main" id="{FDFBA737-BDD1-030D-52EC-9DE1BB739F1A}"/>
                  </a:ext>
                </a:extLst>
              </p:cNvPr>
              <p:cNvCxnSpPr>
                <a:cxnSpLocks/>
                <a:endCxn id="66" idx="1"/>
              </p:cNvCxnSpPr>
              <p:nvPr/>
            </p:nvCxnSpPr>
            <p:spPr>
              <a:xfrm>
                <a:off x="4543852" y="3414985"/>
                <a:ext cx="824187" cy="1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Arrow Connector 80">
                <a:extLst>
                  <a:ext uri="{FF2B5EF4-FFF2-40B4-BE49-F238E27FC236}">
                    <a16:creationId xmlns:a16="http://schemas.microsoft.com/office/drawing/2014/main" id="{49165230-6D60-892B-E3E5-B2DE709E0D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48502" y="3407229"/>
                <a:ext cx="776510" cy="1899878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38E4F658-6D84-E3B4-722C-C9C0D45D477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838450" y="4812506"/>
              <a:ext cx="1293019" cy="83581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75933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38CAFE8-749B-6BBF-5096-52F8BFC575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DE7A7E6-4794-48E8-A5E1-2E8F8499B315}" type="slidenum">
              <a:rPr lang="en-CA" smtClean="0"/>
              <a:pPr/>
              <a:t>4</a:t>
            </a:fld>
            <a:endParaRPr lang="en-CA" dirty="0">
              <a:solidFill>
                <a:schemeClr val="bg1"/>
              </a:solidFill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DB92444-E843-3F8E-505D-2E3FF5DE51E5}"/>
              </a:ext>
            </a:extLst>
          </p:cNvPr>
          <p:cNvGrpSpPr/>
          <p:nvPr/>
        </p:nvGrpSpPr>
        <p:grpSpPr>
          <a:xfrm>
            <a:off x="0" y="2444463"/>
            <a:ext cx="4336162" cy="2499426"/>
            <a:chOff x="0" y="1765460"/>
            <a:chExt cx="6600063" cy="4400042"/>
          </a:xfrm>
        </p:grpSpPr>
        <p:pic>
          <p:nvPicPr>
            <p:cNvPr id="4" name="Picture 3" descr="Man arm on white background Man arm on white background man arm stock pictures, royalty-free photos &amp; images">
              <a:extLst>
                <a:ext uri="{FF2B5EF4-FFF2-40B4-BE49-F238E27FC236}">
                  <a16:creationId xmlns:a16="http://schemas.microsoft.com/office/drawing/2014/main" id="{E376A618-7DF7-193C-71B1-E6B600AA6F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1765460"/>
              <a:ext cx="6600063" cy="4400042"/>
            </a:xfrm>
            <a:prstGeom prst="rect">
              <a:avLst/>
            </a:prstGeom>
          </p:spPr>
        </p:pic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254EB5E2-3892-0E28-5E8C-1437F09322EF}"/>
                </a:ext>
              </a:extLst>
            </p:cNvPr>
            <p:cNvGrpSpPr/>
            <p:nvPr/>
          </p:nvGrpSpPr>
          <p:grpSpPr>
            <a:xfrm rot="4614978">
              <a:off x="2256756" y="3269572"/>
              <a:ext cx="1068138" cy="1937340"/>
              <a:chOff x="7886701" y="3031476"/>
              <a:chExt cx="1238247" cy="2464450"/>
            </a:xfrm>
          </p:grpSpPr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B872B53F-04E2-33E5-E29E-660088B4F9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886701" y="3952876"/>
                <a:ext cx="1028700" cy="1543050"/>
              </a:xfrm>
              <a:prstGeom prst="rect">
                <a:avLst/>
              </a:prstGeom>
            </p:spPr>
          </p:pic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128B9F8-C4A3-F7DE-26DA-2630B32E99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0800000">
                <a:off x="8067190" y="3031476"/>
                <a:ext cx="838200" cy="1257300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10CB55CE-D611-34E3-F8A1-F1542360A2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10800000" flipV="1">
                <a:off x="8040147" y="3965803"/>
                <a:ext cx="1084801" cy="1530122"/>
              </a:xfrm>
              <a:prstGeom prst="rect">
                <a:avLst/>
              </a:prstGeom>
            </p:spPr>
          </p:pic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DD6FACE-9104-C3C5-5109-DCBF2EBB67A4}"/>
                </a:ext>
              </a:extLst>
            </p:cNvPr>
            <p:cNvSpPr txBox="1"/>
            <p:nvPr/>
          </p:nvSpPr>
          <p:spPr>
            <a:xfrm rot="20625914">
              <a:off x="2794322" y="4707164"/>
              <a:ext cx="1017203" cy="6501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x8</a:t>
              </a:r>
              <a:endParaRPr lang="en-US" sz="1400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30E3935-3181-CB63-85C2-93ABB19DD131}"/>
                </a:ext>
              </a:extLst>
            </p:cNvPr>
            <p:cNvSpPr/>
            <p:nvPr/>
          </p:nvSpPr>
          <p:spPr>
            <a:xfrm rot="20809944">
              <a:off x="1639687" y="3661004"/>
              <a:ext cx="2148840" cy="1142376"/>
            </a:xfrm>
            <a:prstGeom prst="ellipse">
              <a:avLst/>
            </a:prstGeom>
            <a:noFill/>
            <a:ln w="571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224665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634</TotalTime>
  <Words>289</Words>
  <Application>Microsoft Office PowerPoint</Application>
  <PresentationFormat>Widescreen</PresentationFormat>
  <Paragraphs>41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Olivier Bergeron</dc:creator>
  <cp:lastModifiedBy>Olivier Bergeron</cp:lastModifiedBy>
  <cp:revision>7</cp:revision>
  <dcterms:created xsi:type="dcterms:W3CDTF">2026-04-09T21:18:57Z</dcterms:created>
  <dcterms:modified xsi:type="dcterms:W3CDTF">2026-07-13T15:27:33Z</dcterms:modified>
</cp:coreProperties>
</file>