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838" autoAdjust="0"/>
    <p:restoredTop sz="86554" autoAdjust="0"/>
  </p:normalViewPr>
  <p:slideViewPr>
    <p:cSldViewPr snapToGrid="0">
      <p:cViewPr>
        <p:scale>
          <a:sx n="80" d="100"/>
          <a:sy n="80" d="100"/>
        </p:scale>
        <p:origin x="79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612108584" sldId="25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213489921" sldId="25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5355570" sldId="26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553707207" sldId="26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89749281" sldId="26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33037100" sldId="26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29031451" sldId="26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552645921" sldId="26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493832792" sldId="26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346213594" sldId="26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62902781" sldId="26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094204643" sldId="26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496985650" sldId="27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72253553" sldId="27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927916896" sldId="27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53098625" sldId="275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874482623" sldId="27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912533483" sldId="27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3155517981" sldId="27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049063990" sldId="28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446607069" sldId="28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92056962" sldId="28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21100744" sldId="286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653292070" sldId="287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17091445" sldId="288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552797284" sldId="289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842106632" sldId="290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4108068451" sldId="291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30856798" sldId="292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29138715" sldId="293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1540839863" sldId="294"/>
        </pc:sldMkLst>
      </pc:sldChg>
      <pc:sldChg chg="del">
        <pc:chgData name="Olivier Bergeron" userId="25eb1b54-485f-4e43-901d-d18d08f0214c" providerId="ADAL" clId="{29DD34B8-463E-481B-8BB8-7C2F32D58337}" dt="2026-04-16T17:29:51.072" v="4" actId="47"/>
        <pc:sldMkLst>
          <pc:docMk/>
          <pc:sldMk cId="2601753530" sldId="295"/>
        </pc:sldMkLst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2026-04-16T17:32:29Z</dcterms:modified>
</cp:coreProperties>
</file>