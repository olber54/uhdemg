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6"/>
  </p:notesMasterIdLst>
  <p:sldIdLst>
    <p:sldId id="385" r:id="rId4"/>
    <p:sldId id="3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C1E9B-A5FB-4DB3-9EF3-BB655516FCEA}" v="10" dt="2025-09-03T17:19:1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485C1E9B-A5FB-4DB3-9EF3-BB655516FCEA}"/>
    <pc:docChg chg="undo custSel addSld delSld modSld">
      <pc:chgData name="Olivier Bergeron" userId="25eb1b54-485f-4e43-901d-d18d08f0214c" providerId="ADAL" clId="{485C1E9B-A5FB-4DB3-9EF3-BB655516FCEA}" dt="2025-09-03T17:27:20.477" v="557" actId="20577"/>
      <pc:docMkLst>
        <pc:docMk/>
      </pc:docMkLst>
      <pc:sldChg chg="modSp del mod">
        <pc:chgData name="Olivier Bergeron" userId="25eb1b54-485f-4e43-901d-d18d08f0214c" providerId="ADAL" clId="{485C1E9B-A5FB-4DB3-9EF3-BB655516FCEA}" dt="2025-09-03T17:18:26.765" v="498" actId="47"/>
        <pc:sldMkLst>
          <pc:docMk/>
          <pc:sldMk cId="0" sldId="302"/>
        </pc:sldMkLst>
        <pc:spChg chg="mod">
          <ac:chgData name="Olivier Bergeron" userId="25eb1b54-485f-4e43-901d-d18d08f0214c" providerId="ADAL" clId="{485C1E9B-A5FB-4DB3-9EF3-BB655516FCEA}" dt="2025-09-03T17:06:32.944" v="67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del mod">
        <pc:chgData name="Olivier Bergeron" userId="25eb1b54-485f-4e43-901d-d18d08f0214c" providerId="ADAL" clId="{485C1E9B-A5FB-4DB3-9EF3-BB655516FCEA}" dt="2025-09-03T17:18:23.913" v="497" actId="47"/>
        <pc:sldMkLst>
          <pc:docMk/>
          <pc:sldMk cId="1414278494" sldId="383"/>
        </pc:sldMkLst>
        <pc:spChg chg="mod">
          <ac:chgData name="Olivier Bergeron" userId="25eb1b54-485f-4e43-901d-d18d08f0214c" providerId="ADAL" clId="{485C1E9B-A5FB-4DB3-9EF3-BB655516FCEA}" dt="2025-09-03T17:17:12.887" v="479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485C1E9B-A5FB-4DB3-9EF3-BB655516FCEA}" dt="2025-09-03T17:17:21.408" v="496" actId="20577"/>
          <ac:spMkLst>
            <pc:docMk/>
            <pc:sldMk cId="1414278494" sldId="383"/>
            <ac:spMk id="3" creationId="{BD037286-E129-6F50-7D39-9643009A53E7}"/>
          </ac:spMkLst>
        </pc:spChg>
        <pc:spChg chg="add del mod">
          <ac:chgData name="Olivier Bergeron" userId="25eb1b54-485f-4e43-901d-d18d08f0214c" providerId="ADAL" clId="{485C1E9B-A5FB-4DB3-9EF3-BB655516FCEA}" dt="2025-09-03T17:17:16.778" v="482" actId="478"/>
          <ac:spMkLst>
            <pc:docMk/>
            <pc:sldMk cId="1414278494" sldId="383"/>
            <ac:spMk id="6" creationId="{6654822C-89F4-489C-3980-630FB600B86C}"/>
          </ac:spMkLst>
        </pc:spChg>
        <pc:spChg chg="add del">
          <ac:chgData name="Olivier Bergeron" userId="25eb1b54-485f-4e43-901d-d18d08f0214c" providerId="ADAL" clId="{485C1E9B-A5FB-4DB3-9EF3-BB655516FCEA}" dt="2025-09-03T17:11:28.056" v="242" actId="22"/>
          <ac:spMkLst>
            <pc:docMk/>
            <pc:sldMk cId="1414278494" sldId="383"/>
            <ac:spMk id="8" creationId="{549999B8-1733-FDED-84EB-B896A869723A}"/>
          </ac:spMkLst>
        </pc:spChg>
        <pc:grpChg chg="mod">
          <ac:chgData name="Olivier Bergeron" userId="25eb1b54-485f-4e43-901d-d18d08f0214c" providerId="ADAL" clId="{485C1E9B-A5FB-4DB3-9EF3-BB655516FCEA}" dt="2025-09-03T17:10:53.495" v="235" actId="1076"/>
          <ac:grpSpMkLst>
            <pc:docMk/>
            <pc:sldMk cId="1414278494" sldId="383"/>
            <ac:grpSpMk id="107" creationId="{7A64D879-B2AF-9147-23AB-5433FC3F900A}"/>
          </ac:grpSpMkLst>
        </pc:grpChg>
        <pc:picChg chg="add del mod">
          <ac:chgData name="Olivier Bergeron" userId="25eb1b54-485f-4e43-901d-d18d08f0214c" providerId="ADAL" clId="{485C1E9B-A5FB-4DB3-9EF3-BB655516FCEA}" dt="2025-09-03T17:17:14.976" v="480" actId="478"/>
          <ac:picMkLst>
            <pc:docMk/>
            <pc:sldMk cId="1414278494" sldId="383"/>
            <ac:picMk id="5" creationId="{1B6BEA91-C329-F76E-45EF-76C6B26493BC}"/>
          </ac:picMkLst>
        </pc:picChg>
      </pc:sldChg>
      <pc:sldChg chg="delSp modSp add mod">
        <pc:chgData name="Olivier Bergeron" userId="25eb1b54-485f-4e43-901d-d18d08f0214c" providerId="ADAL" clId="{485C1E9B-A5FB-4DB3-9EF3-BB655516FCEA}" dt="2025-09-03T17:27:20.477" v="557" actId="20577"/>
        <pc:sldMkLst>
          <pc:docMk/>
          <pc:sldMk cId="264222472" sldId="384"/>
        </pc:sldMkLst>
        <pc:spChg chg="mod">
          <ac:chgData name="Olivier Bergeron" userId="25eb1b54-485f-4e43-901d-d18d08f0214c" providerId="ADAL" clId="{485C1E9B-A5FB-4DB3-9EF3-BB655516FCEA}" dt="2025-09-03T17:11:59.317" v="284" actId="20577"/>
          <ac:spMkLst>
            <pc:docMk/>
            <pc:sldMk cId="264222472" sldId="384"/>
            <ac:spMk id="2" creationId="{123E7082-1ECC-724E-E6DF-540422182A71}"/>
          </ac:spMkLst>
        </pc:spChg>
        <pc:spChg chg="mod">
          <ac:chgData name="Olivier Bergeron" userId="25eb1b54-485f-4e43-901d-d18d08f0214c" providerId="ADAL" clId="{485C1E9B-A5FB-4DB3-9EF3-BB655516FCEA}" dt="2025-09-03T17:27:20.477" v="557" actId="20577"/>
          <ac:spMkLst>
            <pc:docMk/>
            <pc:sldMk cId="264222472" sldId="384"/>
            <ac:spMk id="3" creationId="{9F758F9A-823C-5A9B-54AF-2B156A4EFABB}"/>
          </ac:spMkLst>
        </pc:spChg>
        <pc:spChg chg="del mod">
          <ac:chgData name="Olivier Bergeron" userId="25eb1b54-485f-4e43-901d-d18d08f0214c" providerId="ADAL" clId="{485C1E9B-A5FB-4DB3-9EF3-BB655516FCEA}" dt="2025-09-03T17:11:44.221" v="249" actId="478"/>
          <ac:spMkLst>
            <pc:docMk/>
            <pc:sldMk cId="264222472" sldId="384"/>
            <ac:spMk id="6" creationId="{D923CC0E-A412-3BF1-8A99-92B127FBC7EA}"/>
          </ac:spMkLst>
        </pc:spChg>
        <pc:picChg chg="del">
          <ac:chgData name="Olivier Bergeron" userId="25eb1b54-485f-4e43-901d-d18d08f0214c" providerId="ADAL" clId="{485C1E9B-A5FB-4DB3-9EF3-BB655516FCEA}" dt="2025-09-03T17:11:42.239" v="247" actId="478"/>
          <ac:picMkLst>
            <pc:docMk/>
            <pc:sldMk cId="264222472" sldId="384"/>
            <ac:picMk id="5" creationId="{8C125460-9DCE-C28B-9D6B-EE2C3195EFE5}"/>
          </ac:picMkLst>
        </pc:picChg>
      </pc:sldChg>
      <pc:sldChg chg="new del">
        <pc:chgData name="Olivier Bergeron" userId="25eb1b54-485f-4e43-901d-d18d08f0214c" providerId="ADAL" clId="{485C1E9B-A5FB-4DB3-9EF3-BB655516FCEA}" dt="2025-09-03T17:11:35.983" v="244" actId="47"/>
        <pc:sldMkLst>
          <pc:docMk/>
          <pc:sldMk cId="2353289947" sldId="384"/>
        </pc:sldMkLst>
      </pc:sldChg>
      <pc:sldChg chg="add">
        <pc:chgData name="Olivier Bergeron" userId="25eb1b54-485f-4e43-901d-d18d08f0214c" providerId="ADAL" clId="{485C1E9B-A5FB-4DB3-9EF3-BB655516FCEA}" dt="2025-09-03T17:17:07.834" v="466"/>
        <pc:sldMkLst>
          <pc:docMk/>
          <pc:sldMk cId="2745016472" sldId="385"/>
        </pc:sldMkLst>
      </pc:sldChg>
      <pc:sldChg chg="addSp delSp new del mod">
        <pc:chgData name="Olivier Bergeron" userId="25eb1b54-485f-4e43-901d-d18d08f0214c" providerId="ADAL" clId="{485C1E9B-A5FB-4DB3-9EF3-BB655516FCEA}" dt="2025-09-03T17:20:09.276" v="510" actId="47"/>
        <pc:sldMkLst>
          <pc:docMk/>
          <pc:sldMk cId="2236541277" sldId="386"/>
        </pc:sldMkLst>
        <pc:spChg chg="del">
          <ac:chgData name="Olivier Bergeron" userId="25eb1b54-485f-4e43-901d-d18d08f0214c" providerId="ADAL" clId="{485C1E9B-A5FB-4DB3-9EF3-BB655516FCEA}" dt="2025-09-03T17:19:05.580" v="502" actId="478"/>
          <ac:spMkLst>
            <pc:docMk/>
            <pc:sldMk cId="2236541277" sldId="386"/>
            <ac:spMk id="2" creationId="{3D1FED87-20D4-207B-0FB0-86FEBC522DF7}"/>
          </ac:spMkLst>
        </pc:spChg>
        <pc:spChg chg="del">
          <ac:chgData name="Olivier Bergeron" userId="25eb1b54-485f-4e43-901d-d18d08f0214c" providerId="ADAL" clId="{485C1E9B-A5FB-4DB3-9EF3-BB655516FCEA}" dt="2025-09-03T17:19:04.875" v="501" actId="478"/>
          <ac:spMkLst>
            <pc:docMk/>
            <pc:sldMk cId="2236541277" sldId="386"/>
            <ac:spMk id="3" creationId="{8A5B54DB-210A-7AF3-F9F0-252E0804EBAB}"/>
          </ac:spMkLst>
        </pc:spChg>
        <pc:picChg chg="add">
          <ac:chgData name="Olivier Bergeron" userId="25eb1b54-485f-4e43-901d-d18d08f0214c" providerId="ADAL" clId="{485C1E9B-A5FB-4DB3-9EF3-BB655516FCEA}" dt="2025-09-03T17:19:02.941" v="500" actId="22"/>
          <ac:picMkLst>
            <pc:docMk/>
            <pc:sldMk cId="2236541277" sldId="386"/>
            <ac:picMk id="5" creationId="{F876F6EE-6E27-5DFD-AEEC-E63047903AF1}"/>
          </ac:picMkLst>
        </pc:picChg>
      </pc:sldChg>
      <pc:sldChg chg="addSp delSp modSp add del mod">
        <pc:chgData name="Olivier Bergeron" userId="25eb1b54-485f-4e43-901d-d18d08f0214c" providerId="ADAL" clId="{485C1E9B-A5FB-4DB3-9EF3-BB655516FCEA}" dt="2025-09-03T17:20:09.677" v="511" actId="47"/>
        <pc:sldMkLst>
          <pc:docMk/>
          <pc:sldMk cId="2341680854" sldId="387"/>
        </pc:sldMkLst>
        <pc:spChg chg="del mod">
          <ac:chgData name="Olivier Bergeron" userId="25eb1b54-485f-4e43-901d-d18d08f0214c" providerId="ADAL" clId="{485C1E9B-A5FB-4DB3-9EF3-BB655516FCEA}" dt="2025-09-03T17:19:17.345" v="507" actId="478"/>
          <ac:spMkLst>
            <pc:docMk/>
            <pc:sldMk cId="2341680854" sldId="387"/>
            <ac:spMk id="2" creationId="{415D3408-FF65-3458-02DB-79C1F1D2791B}"/>
          </ac:spMkLst>
        </pc:spChg>
        <pc:spChg chg="del mod">
          <ac:chgData name="Olivier Bergeron" userId="25eb1b54-485f-4e43-901d-d18d08f0214c" providerId="ADAL" clId="{485C1E9B-A5FB-4DB3-9EF3-BB655516FCEA}" dt="2025-09-03T17:19:16.742" v="506" actId="478"/>
          <ac:spMkLst>
            <pc:docMk/>
            <pc:sldMk cId="2341680854" sldId="387"/>
            <ac:spMk id="3" creationId="{301D017E-5EB0-FC55-6769-8BB347F86B47}"/>
          </ac:spMkLst>
        </pc:spChg>
        <pc:picChg chg="add mod">
          <ac:chgData name="Olivier Bergeron" userId="25eb1b54-485f-4e43-901d-d18d08f0214c" providerId="ADAL" clId="{485C1E9B-A5FB-4DB3-9EF3-BB655516FCEA}" dt="2025-09-03T17:19:21.131" v="509" actId="1076"/>
          <ac:picMkLst>
            <pc:docMk/>
            <pc:sldMk cId="2341680854" sldId="387"/>
            <ac:picMk id="4" creationId="{CAFFA630-22B8-E66A-B42F-BBB35B3AF6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801D27A-7778-B7F2-26F0-00E95162C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5CE13AE-F1B9-6A18-79FB-456C5098C7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97C0FB2-3FE8-5B1F-7172-BFB187F4C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641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CCDD3E-9C81-67C8-4951-463D67D8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972CA40-DD0E-E7F7-BFF4-86DFDC287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0378045-F5D1-2075-B248-222CF7844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9967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2/9781119082934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C65266-371D-A87A-3556-1CB1D740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7D90A68-8DCA-0ACF-C830-939A2D521D84}"/>
              </a:ext>
            </a:extLst>
          </p:cNvPr>
          <p:cNvGrpSpPr/>
          <p:nvPr/>
        </p:nvGrpSpPr>
        <p:grpSpPr>
          <a:xfrm>
            <a:off x="7473101" y="-889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9AEFDD2-FE13-3144-BEC7-98BCA148DF2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5F06483-28EF-D4E1-148F-AD6273EF9C7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439BEA3-706D-C2D4-029D-64E1AC665C2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D72A451-2529-CA85-9360-922352217AA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C2555EB-E8A3-AC50-6647-2BFF6F4435B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C9C0791-48B2-36D5-7213-6E99271FD2F4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0736E5E-6D2D-9279-8372-2BF9E5D5F6E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565349E-6657-737E-DD2C-78AE4080684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9E952B7-B7E3-4E1E-104E-ECE7A7787CC9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2E759AC-9D12-D9B7-D50D-8612A4CF36B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6A67D38-760A-80E8-E57B-CBD31C4E7F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C1554160-4F2A-0323-6A1A-57C23AAB9535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1754781-F99E-30E3-6E7F-4EA9FC3D272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CF241-80A5-8500-B395-13DE3CFD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Objectif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363A-AFC8-AC6B-27FE-5EED75B9A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Objectif: Reconstruction des </a:t>
            </a:r>
            <a:r>
              <a:rPr lang="en-CA" dirty="0" err="1"/>
              <a:t>mouvements</a:t>
            </a:r>
            <a:r>
              <a:rPr lang="en-CA" dirty="0"/>
              <a:t> de la main à </a:t>
            </a:r>
            <a:r>
              <a:rPr lang="en-CA" dirty="0" err="1"/>
              <a:t>l’aide</a:t>
            </a:r>
            <a:r>
              <a:rPr lang="en-CA" dirty="0"/>
              <a:t> de la decomposition des </a:t>
            </a:r>
            <a:r>
              <a:rPr lang="en-CA" dirty="0" err="1"/>
              <a:t>signaux</a:t>
            </a:r>
            <a:r>
              <a:rPr lang="en-CA" dirty="0"/>
              <a:t> EMG en </a:t>
            </a:r>
            <a:r>
              <a:rPr lang="fr-CA" dirty="0"/>
              <a:t>potentiel d’action d’unités motrice (MUAP)</a:t>
            </a:r>
          </a:p>
          <a:p>
            <a:endParaRPr lang="fr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A11B3-C28D-0AD7-52E8-45FABCE3C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51" y="3217171"/>
            <a:ext cx="7259562" cy="2821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94526-2DFC-B561-20B4-88B756CBEB65}"/>
              </a:ext>
            </a:extLst>
          </p:cNvPr>
          <p:cNvSpPr txBox="1"/>
          <p:nvPr/>
        </p:nvSpPr>
        <p:spPr>
          <a:xfrm>
            <a:off x="463103" y="6185876"/>
            <a:ext cx="10049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 Farina et R. Merletti, </a:t>
            </a:r>
            <a:r>
              <a:rPr lang="en-US" dirty="0" err="1"/>
              <a:t>Éd</a:t>
            </a:r>
            <a:r>
              <a:rPr lang="en-US" dirty="0"/>
              <a:t>., </a:t>
            </a:r>
            <a:r>
              <a:rPr lang="en-US" i="1" dirty="0"/>
              <a:t>Surface electromyography: physiology, engineering, and applications</a:t>
            </a:r>
            <a:r>
              <a:rPr lang="en-US" dirty="0"/>
              <a:t>. in IEEE Press Series on Biomedical Engineering. Piscataway, NJ: IEEE Press, 2016.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10.1002/9781119082934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1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F8AE6FD-AD42-80BC-1923-8A245E95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0B5F26A5-DE80-7DC0-1E9C-CD3502DB7A5D}"/>
              </a:ext>
            </a:extLst>
          </p:cNvPr>
          <p:cNvGrpSpPr/>
          <p:nvPr/>
        </p:nvGrpSpPr>
        <p:grpSpPr>
          <a:xfrm>
            <a:off x="7473101" y="-889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7EC5D37-CC88-A40B-F7E9-E2607C3C1191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84DB3F2-D7B6-B529-326E-90960056EA57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C7DA909-173B-FBB4-27EC-D7D444CA7EA9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8138514-79E8-F388-A3D1-C98240E1C7B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EC91DC2E-BCB3-AA2B-5DD9-6F5F06198A9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9E118EC6-6019-CBB7-22BE-95D7FD594615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FB7F6EDF-7961-0DCF-2B46-6D55C65F426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A6AF9E5E-4BA4-DC94-5352-768D7D8F82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13527A0-FD1D-4E27-8EAB-F5716087806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8D2861E0-23F8-413C-D803-1961483D94C6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0877F2E-4A99-D15B-B33F-13472084DA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B9AC163-7894-ECE6-18FA-E9CFE72D1A9E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E647BE3-8873-DA88-F2CD-C7DEFE227977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E7082-1ECC-724E-E6DF-54042218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Cahier des charges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8F9A-823C-5A9B-54AF-2B156A4EF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 err="1"/>
              <a:t>Électrodes</a:t>
            </a:r>
            <a:endParaRPr lang="en-CA" dirty="0"/>
          </a:p>
          <a:p>
            <a:pPr lvl="1"/>
            <a:r>
              <a:rPr lang="en-CA" dirty="0" err="1"/>
              <a:t>Diamètre</a:t>
            </a:r>
            <a:r>
              <a:rPr lang="en-CA" dirty="0"/>
              <a:t>: 2 mm</a:t>
            </a:r>
          </a:p>
          <a:p>
            <a:pPr lvl="1"/>
            <a:r>
              <a:rPr lang="en-CA" dirty="0"/>
              <a:t>Distance inter-electrode: </a:t>
            </a:r>
          </a:p>
          <a:p>
            <a:pPr lvl="2"/>
            <a:r>
              <a:rPr lang="en-US" dirty="0"/>
              <a:t>[</a:t>
            </a:r>
            <a:r>
              <a:rPr lang="en-CA" dirty="0"/>
              <a:t>4; 5] mm en </a:t>
            </a:r>
            <a:r>
              <a:rPr lang="en-CA" dirty="0" err="1"/>
              <a:t>circonférence</a:t>
            </a:r>
            <a:endParaRPr lang="en-CA" dirty="0"/>
          </a:p>
          <a:p>
            <a:pPr lvl="2"/>
            <a:r>
              <a:rPr lang="en-CA" dirty="0"/>
              <a:t>10 mm sur la longueur</a:t>
            </a:r>
          </a:p>
          <a:p>
            <a:pPr lvl="1"/>
            <a:r>
              <a:rPr lang="en-CA" dirty="0" err="1"/>
              <a:t>Quantité</a:t>
            </a:r>
            <a:r>
              <a:rPr lang="en-CA" dirty="0"/>
              <a:t>: 398</a:t>
            </a:r>
          </a:p>
          <a:p>
            <a:pPr lvl="1"/>
            <a:endParaRPr lang="en-CA" dirty="0"/>
          </a:p>
          <a:p>
            <a:r>
              <a:rPr lang="en-CA" dirty="0"/>
              <a:t>Montage </a:t>
            </a:r>
            <a:r>
              <a:rPr lang="en-CA" dirty="0" err="1"/>
              <a:t>méchanique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Flexibilité</a:t>
            </a:r>
            <a:endParaRPr lang="en-CA" dirty="0"/>
          </a:p>
          <a:p>
            <a:pPr lvl="1"/>
            <a:r>
              <a:rPr lang="en-CA" dirty="0" err="1"/>
              <a:t>Élasticité</a:t>
            </a:r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422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Objectif</vt:lpstr>
      <vt:lpstr>Cahier des charges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2025-09-03T17:27:37Z</dcterms:modified>
</cp:coreProperties>
</file>