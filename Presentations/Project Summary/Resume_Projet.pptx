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4"/>
  </p:notesMasterIdLst>
  <p:handoutMasterIdLst>
    <p:handoutMasterId r:id="rId5"/>
  </p:handout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2003B-08ED-4D6D-B9DE-4CA9B85D22A5}" v="15" dt="2026-07-10T04:52:15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5400" autoAdjust="0"/>
  </p:normalViewPr>
  <p:slideViewPr>
    <p:cSldViewPr snapToGrid="0">
      <p:cViewPr varScale="1">
        <p:scale>
          <a:sx n="105" d="100"/>
          <a:sy n="105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delSld modSld sldOrd">
      <pc:chgData name="Olivier Bergeron" userId="25eb1b54-485f-4e43-901d-d18d08f0214c" providerId="ADAL" clId="{1C8F5D2F-0B18-4284-BE65-D934514D84A1}" dt="2026-07-10T04:53:27.503" v="1385" actId="20577"/>
      <pc:docMkLst>
        <pc:docMk/>
      </pc:docMkLst>
      <pc:sldChg chg="del">
        <pc:chgData name="Olivier Bergeron" userId="25eb1b54-485f-4e43-901d-d18d08f0214c" providerId="ADAL" clId="{1C8F5D2F-0B18-4284-BE65-D934514D84A1}" dt="2026-07-09T19:37:55.733" v="1" actId="47"/>
        <pc:sldMkLst>
          <pc:docMk/>
          <pc:sldMk cId="447853837" sldId="256"/>
        </pc:sldMkLst>
      </pc:sldChg>
      <pc:sldChg chg="addSp delSp modSp new mod modClrScheme chgLayout">
        <pc:chgData name="Olivier Bergeron" userId="25eb1b54-485f-4e43-901d-d18d08f0214c" providerId="ADAL" clId="{1C8F5D2F-0B18-4284-BE65-D934514D84A1}" dt="2026-07-10T04:51:49.496" v="1357"/>
        <pc:sldMkLst>
          <pc:docMk/>
          <pc:sldMk cId="2167832089" sldId="257"/>
        </pc:sldMkLst>
        <pc:spChg chg="del">
          <ac:chgData name="Olivier Bergeron" userId="25eb1b54-485f-4e43-901d-d18d08f0214c" providerId="ADAL" clId="{1C8F5D2F-0B18-4284-BE65-D934514D84A1}" dt="2026-07-09T19:39:25.848" v="3" actId="478"/>
          <ac:spMkLst>
            <pc:docMk/>
            <pc:sldMk cId="2167832089" sldId="257"/>
            <ac:spMk id="2" creationId="{513C1FAF-1B64-A23E-8E4A-2B723FF0422D}"/>
          </ac:spMkLst>
        </pc:spChg>
        <pc:spChg chg="del">
          <ac:chgData name="Olivier Bergeron" userId="25eb1b54-485f-4e43-901d-d18d08f0214c" providerId="ADAL" clId="{1C8F5D2F-0B18-4284-BE65-D934514D84A1}" dt="2026-07-09T19:39:24.889" v="2" actId="478"/>
          <ac:spMkLst>
            <pc:docMk/>
            <pc:sldMk cId="2167832089" sldId="257"/>
            <ac:spMk id="3" creationId="{2EE83F42-C0A5-E88D-57C6-82D054D8966A}"/>
          </ac:spMkLst>
        </pc:spChg>
        <pc:spChg chg="mod ord">
          <ac:chgData name="Olivier Bergeron" userId="25eb1b54-485f-4e43-901d-d18d08f0214c" providerId="ADAL" clId="{1C8F5D2F-0B18-4284-BE65-D934514D84A1}" dt="2026-07-09T19:45:06.330" v="192" actId="700"/>
          <ac:spMkLst>
            <pc:docMk/>
            <pc:sldMk cId="2167832089" sldId="257"/>
            <ac:spMk id="4" creationId="{6595F63C-62D6-E103-A5BB-10D184450537}"/>
          </ac:spMkLst>
        </pc:spChg>
        <pc:spChg chg="add del mod">
          <ac:chgData name="Olivier Bergeron" userId="25eb1b54-485f-4e43-901d-d18d08f0214c" providerId="ADAL" clId="{1C8F5D2F-0B18-4284-BE65-D934514D84A1}" dt="2026-07-10T04:45:32.640" v="1314" actId="21"/>
          <ac:spMkLst>
            <pc:docMk/>
            <pc:sldMk cId="2167832089" sldId="257"/>
            <ac:spMk id="6" creationId="{4F2F6C54-5859-A0F9-FDD9-D7BAB6098A46}"/>
          </ac:spMkLst>
        </pc:spChg>
        <pc:spChg chg="add del mod ord">
          <ac:chgData name="Olivier Bergeron" userId="25eb1b54-485f-4e43-901d-d18d08f0214c" providerId="ADAL" clId="{1C8F5D2F-0B18-4284-BE65-D934514D84A1}" dt="2026-07-09T19:40:18.651" v="7" actId="700"/>
          <ac:spMkLst>
            <pc:docMk/>
            <pc:sldMk cId="2167832089" sldId="257"/>
            <ac:spMk id="7" creationId="{313318B1-C5D7-C902-D189-A051A2A16EA1}"/>
          </ac:spMkLst>
        </pc:spChg>
        <pc:spChg chg="add del mod ord">
          <ac:chgData name="Olivier Bergeron" userId="25eb1b54-485f-4e43-901d-d18d08f0214c" providerId="ADAL" clId="{1C8F5D2F-0B18-4284-BE65-D934514D84A1}" dt="2026-07-09T19:40:18.651" v="7" actId="700"/>
          <ac:spMkLst>
            <pc:docMk/>
            <pc:sldMk cId="2167832089" sldId="257"/>
            <ac:spMk id="8" creationId="{7A6F1E13-B36A-1B4E-1A79-7DC7F1BB8D85}"/>
          </ac:spMkLst>
        </pc:spChg>
        <pc:spChg chg="add mod">
          <ac:chgData name="Olivier Bergeron" userId="25eb1b54-485f-4e43-901d-d18d08f0214c" providerId="ADAL" clId="{1C8F5D2F-0B18-4284-BE65-D934514D84A1}" dt="2026-07-10T04:48:07.956" v="1344" actId="1076"/>
          <ac:spMkLst>
            <pc:docMk/>
            <pc:sldMk cId="2167832089" sldId="257"/>
            <ac:spMk id="8" creationId="{C7C57CFC-6D29-757B-0E64-02EC811C04FB}"/>
          </ac:spMkLst>
        </pc:spChg>
        <pc:spChg chg="add del mod ord">
          <ac:chgData name="Olivier Bergeron" userId="25eb1b54-485f-4e43-901d-d18d08f0214c" providerId="ADAL" clId="{1C8F5D2F-0B18-4284-BE65-D934514D84A1}" dt="2026-07-09T19:40:21.589" v="8" actId="478"/>
          <ac:spMkLst>
            <pc:docMk/>
            <pc:sldMk cId="2167832089" sldId="257"/>
            <ac:spMk id="9" creationId="{9093EFEA-DE1E-4EB5-62E8-63D1700CF90A}"/>
          </ac:spMkLst>
        </pc:spChg>
        <pc:spChg chg="add mod ord">
          <ac:chgData name="Olivier Bergeron" userId="25eb1b54-485f-4e43-901d-d18d08f0214c" providerId="ADAL" clId="{1C8F5D2F-0B18-4284-BE65-D934514D84A1}" dt="2026-07-10T04:51:49.496" v="1357"/>
          <ac:spMkLst>
            <pc:docMk/>
            <pc:sldMk cId="2167832089" sldId="257"/>
            <ac:spMk id="10" creationId="{EB7D9A90-FBA8-77FA-3BAF-EC6674913362}"/>
          </ac:spMkLst>
        </pc:spChg>
        <pc:spChg chg="add del mod ord">
          <ac:chgData name="Olivier Bergeron" userId="25eb1b54-485f-4e43-901d-d18d08f0214c" providerId="ADAL" clId="{1C8F5D2F-0B18-4284-BE65-D934514D84A1}" dt="2026-07-09T19:40:23.688" v="9" actId="478"/>
          <ac:spMkLst>
            <pc:docMk/>
            <pc:sldMk cId="2167832089" sldId="257"/>
            <ac:spMk id="11" creationId="{4C7A1C0A-11D1-EA85-715F-04BAC2479A7C}"/>
          </ac:spMkLst>
        </pc:spChg>
        <pc:spChg chg="add del mod ord">
          <ac:chgData name="Olivier Bergeron" userId="25eb1b54-485f-4e43-901d-d18d08f0214c" providerId="ADAL" clId="{1C8F5D2F-0B18-4284-BE65-D934514D84A1}" dt="2026-07-09T19:45:06.330" v="192" actId="700"/>
          <ac:spMkLst>
            <pc:docMk/>
            <pc:sldMk cId="2167832089" sldId="257"/>
            <ac:spMk id="14" creationId="{C74F8582-2AC7-F51F-F02A-D522F16F4289}"/>
          </ac:spMkLst>
        </pc:spChg>
        <pc:picChg chg="add mod">
          <ac:chgData name="Olivier Bergeron" userId="25eb1b54-485f-4e43-901d-d18d08f0214c" providerId="ADAL" clId="{1C8F5D2F-0B18-4284-BE65-D934514D84A1}" dt="2026-07-10T04:43:21.038" v="1282" actId="1076"/>
          <ac:picMkLst>
            <pc:docMk/>
            <pc:sldMk cId="2167832089" sldId="257"/>
            <ac:picMk id="3" creationId="{7D31C56F-DD07-B896-8E0B-12355BD6E730}"/>
          </ac:picMkLst>
        </pc:picChg>
        <pc:picChg chg="add mod">
          <ac:chgData name="Olivier Bergeron" userId="25eb1b54-485f-4e43-901d-d18d08f0214c" providerId="ADAL" clId="{1C8F5D2F-0B18-4284-BE65-D934514D84A1}" dt="2026-07-10T04:43:19.490" v="1281" actId="1076"/>
          <ac:picMkLst>
            <pc:docMk/>
            <pc:sldMk cId="2167832089" sldId="257"/>
            <ac:picMk id="5" creationId="{F9CAF34E-186F-DAAB-12F2-D8717691EC22}"/>
          </ac:picMkLst>
        </pc:picChg>
        <pc:picChg chg="add del">
          <ac:chgData name="Olivier Bergeron" userId="25eb1b54-485f-4e43-901d-d18d08f0214c" providerId="ADAL" clId="{1C8F5D2F-0B18-4284-BE65-D934514D84A1}" dt="2026-07-09T19:40:09.959" v="5" actId="478"/>
          <ac:picMkLst>
            <pc:docMk/>
            <pc:sldMk cId="2167832089" sldId="257"/>
            <ac:picMk id="6" creationId="{D0EAFAB1-6AE2-4E22-A355-C311B309811A}"/>
          </ac:picMkLst>
        </pc:picChg>
        <pc:picChg chg="add del mod">
          <ac:chgData name="Olivier Bergeron" userId="25eb1b54-485f-4e43-901d-d18d08f0214c" providerId="ADAL" clId="{1C8F5D2F-0B18-4284-BE65-D934514D84A1}" dt="2026-07-09T19:48:45.061" v="402" actId="478"/>
          <ac:picMkLst>
            <pc:docMk/>
            <pc:sldMk cId="2167832089" sldId="257"/>
            <ac:picMk id="13" creationId="{301585C9-A3DC-24E5-D7EA-5EF5D8E1F6DD}"/>
          </ac:picMkLst>
        </pc:picChg>
        <pc:picChg chg="add del mod">
          <ac:chgData name="Olivier Bergeron" userId="25eb1b54-485f-4e43-901d-d18d08f0214c" providerId="ADAL" clId="{1C8F5D2F-0B18-4284-BE65-D934514D84A1}" dt="2026-07-09T19:54:41.911" v="456" actId="478"/>
          <ac:picMkLst>
            <pc:docMk/>
            <pc:sldMk cId="2167832089" sldId="257"/>
            <ac:picMk id="16" creationId="{6D409BD5-FE79-3C3D-EBD4-E886F39A979D}"/>
          </ac:picMkLst>
        </pc:picChg>
      </pc:sldChg>
      <pc:sldChg chg="new del">
        <pc:chgData name="Olivier Bergeron" userId="25eb1b54-485f-4e43-901d-d18d08f0214c" providerId="ADAL" clId="{1C8F5D2F-0B18-4284-BE65-D934514D84A1}" dt="2026-07-09T19:48:12.499" v="387" actId="47"/>
        <pc:sldMkLst>
          <pc:docMk/>
          <pc:sldMk cId="234355037" sldId="258"/>
        </pc:sldMkLst>
      </pc:sldChg>
      <pc:sldChg chg="addSp modSp add del mod ord">
        <pc:chgData name="Olivier Bergeron" userId="25eb1b54-485f-4e43-901d-d18d08f0214c" providerId="ADAL" clId="{1C8F5D2F-0B18-4284-BE65-D934514D84A1}" dt="2026-07-10T04:42:54.758" v="1278" actId="47"/>
        <pc:sldMkLst>
          <pc:docMk/>
          <pc:sldMk cId="3367971185" sldId="259"/>
        </pc:sldMkLst>
        <pc:spChg chg="add">
          <ac:chgData name="Olivier Bergeron" userId="25eb1b54-485f-4e43-901d-d18d08f0214c" providerId="ADAL" clId="{1C8F5D2F-0B18-4284-BE65-D934514D84A1}" dt="2026-07-09T19:49:20.794" v="403" actId="22"/>
          <ac:spMkLst>
            <pc:docMk/>
            <pc:sldMk cId="3367971185" sldId="259"/>
            <ac:spMk id="3" creationId="{B072C14C-D2AC-EA57-850B-C2C80512E8D6}"/>
          </ac:spMkLst>
        </pc:spChg>
        <pc:spChg chg="mod">
          <ac:chgData name="Olivier Bergeron" userId="25eb1b54-485f-4e43-901d-d18d08f0214c" providerId="ADAL" clId="{1C8F5D2F-0B18-4284-BE65-D934514D84A1}" dt="2026-07-09T19:48:26.319" v="395" actId="27636"/>
          <ac:spMkLst>
            <pc:docMk/>
            <pc:sldMk cId="3367971185" sldId="259"/>
            <ac:spMk id="10" creationId="{8A9DF9E8-D6DC-5700-1EF5-76E83E422F59}"/>
          </ac:spMkLst>
        </pc:spChg>
      </pc:sldChg>
      <pc:sldChg chg="addSp delSp modSp add mod">
        <pc:chgData name="Olivier Bergeron" userId="25eb1b54-485f-4e43-901d-d18d08f0214c" providerId="ADAL" clId="{1C8F5D2F-0B18-4284-BE65-D934514D84A1}" dt="2026-07-10T04:53:27.503" v="1385" actId="20577"/>
        <pc:sldMkLst>
          <pc:docMk/>
          <pc:sldMk cId="325188982" sldId="260"/>
        </pc:sldMkLst>
        <pc:spChg chg="add del mod">
          <ac:chgData name="Olivier Bergeron" userId="25eb1b54-485f-4e43-901d-d18d08f0214c" providerId="ADAL" clId="{1C8F5D2F-0B18-4284-BE65-D934514D84A1}" dt="2026-07-10T04:53:27.503" v="1385" actId="20577"/>
          <ac:spMkLst>
            <pc:docMk/>
            <pc:sldMk cId="325188982" sldId="260"/>
            <ac:spMk id="10" creationId="{DC3AD92A-C192-E8A3-45BA-328CF410442F}"/>
          </ac:spMkLst>
        </pc:spChg>
        <pc:spChg chg="add mod">
          <ac:chgData name="Olivier Bergeron" userId="25eb1b54-485f-4e43-901d-d18d08f0214c" providerId="ADAL" clId="{1C8F5D2F-0B18-4284-BE65-D934514D84A1}" dt="2026-07-10T04:45:09.797" v="1309" actId="1076"/>
          <ac:spMkLst>
            <pc:docMk/>
            <pc:sldMk cId="325188982" sldId="260"/>
            <ac:spMk id="15" creationId="{D36F23C3-9C5C-CB86-ACC5-AFF0BCEC7EF4}"/>
          </ac:spMkLst>
        </pc:spChg>
        <pc:picChg chg="del">
          <ac:chgData name="Olivier Bergeron" userId="25eb1b54-485f-4e43-901d-d18d08f0214c" providerId="ADAL" clId="{1C8F5D2F-0B18-4284-BE65-D934514D84A1}" dt="2026-07-10T04:33:06.239" v="690" actId="478"/>
          <ac:picMkLst>
            <pc:docMk/>
            <pc:sldMk cId="325188982" sldId="260"/>
            <ac:picMk id="3" creationId="{77950778-328E-C33D-E27C-BCE6DBC2AE9A}"/>
          </ac:picMkLst>
        </pc:picChg>
        <pc:picChg chg="del">
          <ac:chgData name="Olivier Bergeron" userId="25eb1b54-485f-4e43-901d-d18d08f0214c" providerId="ADAL" clId="{1C8F5D2F-0B18-4284-BE65-D934514D84A1}" dt="2026-07-10T04:33:06.679" v="691" actId="478"/>
          <ac:picMkLst>
            <pc:docMk/>
            <pc:sldMk cId="325188982" sldId="260"/>
            <ac:picMk id="5" creationId="{A2991AED-EE0F-549B-12AD-315091F348EE}"/>
          </ac:picMkLst>
        </pc:picChg>
        <pc:picChg chg="add del mod">
          <ac:chgData name="Olivier Bergeron" userId="25eb1b54-485f-4e43-901d-d18d08f0214c" providerId="ADAL" clId="{1C8F5D2F-0B18-4284-BE65-D934514D84A1}" dt="2026-07-10T04:39:56.850" v="1163" actId="478"/>
          <ac:picMkLst>
            <pc:docMk/>
            <pc:sldMk cId="325188982" sldId="260"/>
            <ac:picMk id="6" creationId="{AB598C5B-09A7-FB73-1953-D32C813DB256}"/>
          </ac:picMkLst>
        </pc:picChg>
        <pc:picChg chg="add del mod ord">
          <ac:chgData name="Olivier Bergeron" userId="25eb1b54-485f-4e43-901d-d18d08f0214c" providerId="ADAL" clId="{1C8F5D2F-0B18-4284-BE65-D934514D84A1}" dt="2026-07-10T04:34:52.911" v="705" actId="22"/>
          <ac:picMkLst>
            <pc:docMk/>
            <pc:sldMk cId="325188982" sldId="260"/>
            <ac:picMk id="8" creationId="{36C3FEBC-2A79-2206-2E67-965C182D2900}"/>
          </ac:picMkLst>
        </pc:picChg>
        <pc:picChg chg="add mod">
          <ac:chgData name="Olivier Bergeron" userId="25eb1b54-485f-4e43-901d-d18d08f0214c" providerId="ADAL" clId="{1C8F5D2F-0B18-4284-BE65-D934514D84A1}" dt="2026-07-10T04:43:23.674" v="1283" actId="1076"/>
          <ac:picMkLst>
            <pc:docMk/>
            <pc:sldMk cId="325188982" sldId="260"/>
            <ac:picMk id="11" creationId="{02E843C1-9AD7-8736-79B2-4FBEDCC16C16}"/>
          </ac:picMkLst>
        </pc:picChg>
        <pc:picChg chg="add mod">
          <ac:chgData name="Olivier Bergeron" userId="25eb1b54-485f-4e43-901d-d18d08f0214c" providerId="ADAL" clId="{1C8F5D2F-0B18-4284-BE65-D934514D84A1}" dt="2026-07-10T04:43:25.046" v="1284" actId="1076"/>
          <ac:picMkLst>
            <pc:docMk/>
            <pc:sldMk cId="325188982" sldId="260"/>
            <ac:picMk id="13" creationId="{51629B55-FBFE-9A09-07B7-CA4051C9C30C}"/>
          </ac:picMkLst>
        </pc:picChg>
      </pc:sldChg>
      <pc:sldChg chg="addSp delSp modSp new del mod modClrScheme chgLayout">
        <pc:chgData name="Olivier Bergeron" userId="25eb1b54-485f-4e43-901d-d18d08f0214c" providerId="ADAL" clId="{1C8F5D2F-0B18-4284-BE65-D934514D84A1}" dt="2026-07-10T04:48:11.588" v="1345" actId="47"/>
        <pc:sldMkLst>
          <pc:docMk/>
          <pc:sldMk cId="4275231321" sldId="261"/>
        </pc:sldMkLst>
        <pc:spChg chg="del mod ord">
          <ac:chgData name="Olivier Bergeron" userId="25eb1b54-485f-4e43-901d-d18d08f0214c" providerId="ADAL" clId="{1C8F5D2F-0B18-4284-BE65-D934514D84A1}" dt="2026-07-10T04:43:11.117" v="1280" actId="700"/>
          <ac:spMkLst>
            <pc:docMk/>
            <pc:sldMk cId="4275231321" sldId="261"/>
            <ac:spMk id="2" creationId="{88427FF1-F04D-8E55-246E-819E99740CA6}"/>
          </ac:spMkLst>
        </pc:spChg>
        <pc:spChg chg="del mod ord">
          <ac:chgData name="Olivier Bergeron" userId="25eb1b54-485f-4e43-901d-d18d08f0214c" providerId="ADAL" clId="{1C8F5D2F-0B18-4284-BE65-D934514D84A1}" dt="2026-07-10T04:43:11.117" v="1280" actId="700"/>
          <ac:spMkLst>
            <pc:docMk/>
            <pc:sldMk cId="4275231321" sldId="261"/>
            <ac:spMk id="3" creationId="{D8B6BB0F-593E-58F0-2DF2-1DBF45D35865}"/>
          </ac:spMkLst>
        </pc:spChg>
        <pc:spChg chg="del">
          <ac:chgData name="Olivier Bergeron" userId="25eb1b54-485f-4e43-901d-d18d08f0214c" providerId="ADAL" clId="{1C8F5D2F-0B18-4284-BE65-D934514D84A1}" dt="2026-07-10T04:43:11.117" v="1280" actId="700"/>
          <ac:spMkLst>
            <pc:docMk/>
            <pc:sldMk cId="4275231321" sldId="261"/>
            <ac:spMk id="4" creationId="{F2C011E5-E13A-2C89-5C12-670A58067E06}"/>
          </ac:spMkLst>
        </pc:spChg>
        <pc:spChg chg="mod ord">
          <ac:chgData name="Olivier Bergeron" userId="25eb1b54-485f-4e43-901d-d18d08f0214c" providerId="ADAL" clId="{1C8F5D2F-0B18-4284-BE65-D934514D84A1}" dt="2026-07-10T04:43:11.117" v="1280" actId="700"/>
          <ac:spMkLst>
            <pc:docMk/>
            <pc:sldMk cId="4275231321" sldId="261"/>
            <ac:spMk id="5" creationId="{6274F5B3-F26D-0571-971B-7E235F5110EC}"/>
          </ac:spMkLst>
        </pc:spChg>
        <pc:spChg chg="add del mod ord">
          <ac:chgData name="Olivier Bergeron" userId="25eb1b54-485f-4e43-901d-d18d08f0214c" providerId="ADAL" clId="{1C8F5D2F-0B18-4284-BE65-D934514D84A1}" dt="2026-07-10T04:45:36.552" v="1316" actId="478"/>
          <ac:spMkLst>
            <pc:docMk/>
            <pc:sldMk cId="4275231321" sldId="261"/>
            <ac:spMk id="6" creationId="{74C5874D-4ED6-A529-FF2F-8F30A48B767F}"/>
          </ac:spMkLst>
        </pc:spChg>
        <pc:spChg chg="add del mod ord">
          <ac:chgData name="Olivier Bergeron" userId="25eb1b54-485f-4e43-901d-d18d08f0214c" providerId="ADAL" clId="{1C8F5D2F-0B18-4284-BE65-D934514D84A1}" dt="2026-07-10T04:45:35.441" v="1315" actId="478"/>
          <ac:spMkLst>
            <pc:docMk/>
            <pc:sldMk cId="4275231321" sldId="261"/>
            <ac:spMk id="7" creationId="{02E46BB0-F3B3-B5AF-CD0F-B92A62474F4F}"/>
          </ac:spMkLst>
        </pc:spChg>
        <pc:spChg chg="add del mod">
          <ac:chgData name="Olivier Bergeron" userId="25eb1b54-485f-4e43-901d-d18d08f0214c" providerId="ADAL" clId="{1C8F5D2F-0B18-4284-BE65-D934514D84A1}" dt="2026-07-10T04:47:50.135" v="1337" actId="21"/>
          <ac:spMkLst>
            <pc:docMk/>
            <pc:sldMk cId="4275231321" sldId="261"/>
            <ac:spMk id="9" creationId="{6A255B06-85A8-5C78-8ABD-D7FFAA24EF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7D9A90-FBA8-77FA-3BAF-EC667491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323850"/>
            <a:ext cx="4399472" cy="5853113"/>
          </a:xfrm>
        </p:spPr>
        <p:txBody>
          <a:bodyPr>
            <a:normAutofit/>
          </a:bodyPr>
          <a:lstStyle/>
          <a:p>
            <a:r>
              <a:rPr lang="en-US" sz="2000" dirty="0"/>
              <a:t>Context: Control of hand prostheses through the analysis of myoelectric signals (generated by muscles)</a:t>
            </a:r>
          </a:p>
          <a:p>
            <a:endParaRPr lang="en-US" sz="2000" dirty="0"/>
          </a:p>
          <a:p>
            <a:r>
              <a:rPr lang="en-US" sz="2000" dirty="0"/>
              <a:t>Use of electrodes for signal acquisition</a:t>
            </a:r>
          </a:p>
          <a:p>
            <a:endParaRPr lang="en-US" sz="2000" dirty="0"/>
          </a:p>
          <a:p>
            <a:r>
              <a:rPr lang="en-US" sz="2000" dirty="0"/>
              <a:t>Common on the market:</a:t>
            </a:r>
          </a:p>
          <a:p>
            <a:pPr lvl="1"/>
            <a:r>
              <a:rPr lang="en-US" sz="1600" dirty="0"/>
              <a:t>Low number of electrodes for prosthesis control</a:t>
            </a:r>
          </a:p>
          <a:p>
            <a:endParaRPr lang="en-US" sz="2000" dirty="0"/>
          </a:p>
          <a:p>
            <a:r>
              <a:rPr lang="en-US" sz="2000" dirty="0"/>
              <a:t>Problems</a:t>
            </a:r>
          </a:p>
          <a:p>
            <a:pPr lvl="1"/>
            <a:r>
              <a:rPr lang="en-US" sz="1600" dirty="0"/>
              <a:t>Low electrode count/density</a:t>
            </a:r>
          </a:p>
          <a:p>
            <a:endParaRPr lang="fr-CA" sz="24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F63C-62D6-E103-A5BB-10D18445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fr-CA" noProof="0" smtClean="0"/>
              <a:pPr/>
              <a:t>1</a:t>
            </a:fld>
            <a:endParaRPr lang="fr-CA" noProof="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31C56F-DD07-B896-8E0B-12355BD6E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78" y="2869438"/>
            <a:ext cx="4502648" cy="2318195"/>
          </a:xfrm>
          <a:prstGeom prst="rect">
            <a:avLst/>
          </a:prstGeom>
        </p:spPr>
      </p:pic>
      <p:pic>
        <p:nvPicPr>
          <p:cNvPr id="5" name="Picture 4" descr="Electrodes &amp; Cables">
            <a:extLst>
              <a:ext uri="{FF2B5EF4-FFF2-40B4-BE49-F238E27FC236}">
                <a16:creationId xmlns:a16="http://schemas.microsoft.com/office/drawing/2014/main" id="{F9CAF34E-186F-DAAB-12F2-D8717691E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146" y="136525"/>
            <a:ext cx="2732913" cy="2732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C57CFC-6D29-757B-0E64-02EC811C04FB}"/>
              </a:ext>
            </a:extLst>
          </p:cNvPr>
          <p:cNvSpPr txBox="1"/>
          <p:nvPr/>
        </p:nvSpPr>
        <p:spPr>
          <a:xfrm>
            <a:off x="3651647" y="5906227"/>
            <a:ext cx="640380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Steeper Group, “Electrodes &amp; Cables,” </a:t>
            </a:r>
            <a:r>
              <a:rPr lang="en-US" sz="1050" i="1" dirty="0"/>
              <a:t>Steeper Group</a:t>
            </a:r>
            <a:r>
              <a:rPr lang="en-US" sz="1050" dirty="0"/>
              <a:t>. [Online]. [Accessed: Jul. 10, 2026]</a:t>
            </a:r>
          </a:p>
          <a:p>
            <a:endParaRPr lang="en-US" sz="1050" dirty="0"/>
          </a:p>
          <a:p>
            <a:r>
              <a:rPr lang="en-US" sz="1050" dirty="0"/>
              <a:t>F. Chamberland </a:t>
            </a:r>
            <a:r>
              <a:rPr lang="en-US" sz="1050" i="1" dirty="0"/>
              <a:t>et al.</a:t>
            </a:r>
            <a:r>
              <a:rPr lang="en-US" sz="1050" dirty="0"/>
              <a:t>, « </a:t>
            </a:r>
            <a:r>
              <a:rPr lang="en-US" sz="1050" dirty="0" err="1"/>
              <a:t>EMaGer</a:t>
            </a:r>
            <a:r>
              <a:rPr lang="en-US" sz="1050" dirty="0"/>
              <a:t>: A Wearable Full-Circumference HD-EMG Sensor and Data Augmentation Method for Robust Hand Gesture Recognition », dans </a:t>
            </a:r>
            <a:r>
              <a:rPr lang="en-US" sz="1050" i="1" dirty="0"/>
              <a:t>2023 45th Annual International Conference of the IEEE Engineering in Medicine &amp; Biology Society (EMBC)</a:t>
            </a:r>
            <a:r>
              <a:rPr lang="en-US" sz="1050" dirty="0"/>
              <a:t>, Sydney, Australia: IEEE, </a:t>
            </a:r>
            <a:r>
              <a:rPr lang="en-US" sz="1050" dirty="0" err="1"/>
              <a:t>juill</a:t>
            </a:r>
            <a:r>
              <a:rPr lang="en-US" sz="1050" dirty="0"/>
              <a:t>. 2023, p. 1‑5</a:t>
            </a:r>
          </a:p>
        </p:txBody>
      </p:sp>
    </p:spTree>
    <p:extLst>
      <p:ext uri="{BB962C8B-B14F-4D97-AF65-F5344CB8AC3E}">
        <p14:creationId xmlns:p14="http://schemas.microsoft.com/office/powerpoint/2010/main" val="216783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CF1E-4557-0A03-D452-53E32DD9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C3AD92A-C192-E8A3-45BA-328CF410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323850"/>
            <a:ext cx="4399472" cy="5853113"/>
          </a:xfrm>
        </p:spPr>
        <p:txBody>
          <a:bodyPr>
            <a:normAutofit/>
          </a:bodyPr>
          <a:lstStyle/>
          <a:p>
            <a:r>
              <a:rPr lang="en-US" sz="1600" dirty="0"/>
              <a:t>Project: Development of an ultra-high-density electrode array</a:t>
            </a:r>
          </a:p>
          <a:p>
            <a:pPr lvl="1"/>
            <a:r>
              <a:rPr lang="en-US" sz="1200" dirty="0"/>
              <a:t>Up to 512 electrodes</a:t>
            </a:r>
          </a:p>
          <a:p>
            <a:pPr lvl="1"/>
            <a:r>
              <a:rPr lang="en-US" sz="1200" dirty="0"/>
              <a:t>5 mm between each electrode</a:t>
            </a:r>
          </a:p>
          <a:p>
            <a:pPr lvl="1"/>
            <a:r>
              <a:rPr lang="en-US" sz="1200" dirty="0"/>
              <a:t>Microneedles for each electrode</a:t>
            </a:r>
          </a:p>
          <a:p>
            <a:endParaRPr lang="en-US" sz="1600" dirty="0"/>
          </a:p>
          <a:p>
            <a:r>
              <a:rPr lang="en-US" sz="1600" dirty="0"/>
              <a:t>Objective:</a:t>
            </a:r>
          </a:p>
          <a:p>
            <a:pPr lvl="1"/>
            <a:r>
              <a:rPr lang="en-US" sz="1200" dirty="0"/>
              <a:t>Validate the performance of myoelectric signal analysis algorithms</a:t>
            </a:r>
          </a:p>
          <a:p>
            <a:pPr lvl="1"/>
            <a:r>
              <a:rPr lang="en-US" sz="1200" dirty="0"/>
              <a:t>Test a myoelectric signal analysis method</a:t>
            </a:r>
          </a:p>
          <a:p>
            <a:endParaRPr lang="en-US" sz="1600" dirty="0"/>
          </a:p>
          <a:p>
            <a:r>
              <a:rPr lang="en-US" sz="1600" dirty="0"/>
              <a:t>Decomposition of signals into motor neuron impulses (Motor Unit Action Potentials)</a:t>
            </a:r>
          </a:p>
          <a:p>
            <a:endParaRPr lang="en-US" sz="1600" dirty="0"/>
          </a:p>
          <a:p>
            <a:r>
              <a:rPr lang="en-US" sz="1600" dirty="0"/>
              <a:t>Allows the behavior of motor neurons to be analyzed at the source</a:t>
            </a:r>
          </a:p>
          <a:p>
            <a:endParaRPr lang="en-US" sz="1600" dirty="0"/>
          </a:p>
          <a:p>
            <a:r>
              <a:rPr lang="en-US" sz="1600" dirty="0"/>
              <a:t>Potential applications:</a:t>
            </a:r>
          </a:p>
          <a:p>
            <a:pPr lvl="1"/>
            <a:r>
              <a:rPr lang="en-US" sz="1200" dirty="0"/>
              <a:t>Prostheses</a:t>
            </a:r>
          </a:p>
          <a:p>
            <a:pPr lvl="1"/>
            <a:r>
              <a:rPr lang="en-US" sz="1200" dirty="0"/>
              <a:t>Muscle rehabilitation</a:t>
            </a:r>
          </a:p>
          <a:p>
            <a:pPr lvl="1"/>
            <a:r>
              <a:rPr lang="en-US" sz="1200" dirty="0"/>
              <a:t>Diagnosis of neurological diseases</a:t>
            </a:r>
            <a:endParaRPr lang="fr-CA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60615-D292-000D-555C-7BDA0C5A3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fr-CA" noProof="0" smtClean="0"/>
              <a:pPr/>
              <a:t>2</a:t>
            </a:fld>
            <a:endParaRPr lang="fr-CA" noProof="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E843C1-9AD7-8736-79B2-4FBEDCC16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411" y="323850"/>
            <a:ext cx="5354864" cy="1258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629B55-FBFE-9A09-07B7-CA4051C9C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411" y="1989330"/>
            <a:ext cx="5354864" cy="3217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6F23C3-9C5C-CB86-ACC5-AFF0BCEC7EF4}"/>
              </a:ext>
            </a:extLst>
          </p:cNvPr>
          <p:cNvSpPr txBox="1"/>
          <p:nvPr/>
        </p:nvSpPr>
        <p:spPr>
          <a:xfrm>
            <a:off x="3423479" y="5957754"/>
            <a:ext cx="749057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K. Haider, T. Tilly, V. Coyle, et C. Dalton, « Scalable and Customizable </a:t>
            </a:r>
            <a:r>
              <a:rPr lang="en-US" sz="1050" dirty="0" err="1"/>
              <a:t>Trimaterial</a:t>
            </a:r>
            <a:r>
              <a:rPr lang="en-US" sz="1050" dirty="0"/>
              <a:t> Microneedle Electrochemical Biosensor Platform With Cleanroom-Free Fabrication », </a:t>
            </a:r>
            <a:r>
              <a:rPr lang="en-US" sz="1050" i="1" dirty="0"/>
              <a:t>IEEE Sens. Lett.</a:t>
            </a:r>
            <a:r>
              <a:rPr lang="en-US" sz="1050" dirty="0"/>
              <a:t>, vol. 9, n</a:t>
            </a:r>
            <a:r>
              <a:rPr lang="en-US" sz="1050" baseline="30000" dirty="0"/>
              <a:t>o</a:t>
            </a:r>
            <a:r>
              <a:rPr lang="en-US" sz="1050" dirty="0"/>
              <a:t> 9, p. 1‑4, sept. 2025</a:t>
            </a:r>
            <a:endParaRPr lang="en-US" sz="1050" noProof="0" dirty="0"/>
          </a:p>
          <a:p>
            <a:endParaRPr lang="en-US" sz="1050" dirty="0"/>
          </a:p>
          <a:p>
            <a:r>
              <a:rPr lang="en-US" sz="1050" noProof="0" dirty="0"/>
              <a:t>D. Farina et A. </a:t>
            </a:r>
            <a:r>
              <a:rPr lang="en-US" sz="1050" noProof="0" dirty="0" err="1"/>
              <a:t>Holobar</a:t>
            </a:r>
            <a:r>
              <a:rPr lang="en-US" sz="1050" noProof="0" dirty="0"/>
              <a:t>, « Characterization of Human Motor Units From Surface EMG Decomposition », </a:t>
            </a:r>
            <a:r>
              <a:rPr lang="en-US" sz="1050" i="1" noProof="0" dirty="0"/>
              <a:t>Proc. IEEE</a:t>
            </a:r>
            <a:r>
              <a:rPr lang="en-US" sz="1050" noProof="0" dirty="0"/>
              <a:t>, vol. 104, n</a:t>
            </a:r>
            <a:r>
              <a:rPr lang="en-US" sz="1050" baseline="30000" noProof="0" dirty="0"/>
              <a:t>o</a:t>
            </a:r>
            <a:r>
              <a:rPr lang="en-US" sz="1050" noProof="0" dirty="0"/>
              <a:t> 2, p. 353‑373, </a:t>
            </a:r>
            <a:r>
              <a:rPr lang="en-US" sz="1050" noProof="0" dirty="0" err="1"/>
              <a:t>févr</a:t>
            </a:r>
            <a:r>
              <a:rPr lang="en-US" sz="1050" noProof="0" dirty="0"/>
              <a:t>. 2016</a:t>
            </a:r>
          </a:p>
        </p:txBody>
      </p:sp>
    </p:spTree>
    <p:extLst>
      <p:ext uri="{BB962C8B-B14F-4D97-AF65-F5344CB8AC3E}">
        <p14:creationId xmlns:p14="http://schemas.microsoft.com/office/powerpoint/2010/main" val="32518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279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2026-07-10T04:53:29Z</dcterms:modified>
</cp:coreProperties>
</file>